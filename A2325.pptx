
<file path=[Content_Types].xml><?xml version="1.0" encoding="utf-8"?>
<Types xmlns="http://schemas.openxmlformats.org/package/2006/content-types">
  <Default Extension="png" ContentType="image/png"/>
  <Default Extension="mp3" ContentType="audio/mpe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93" r:id="rId2"/>
    <p:sldId id="294" r:id="rId3"/>
    <p:sldId id="264" r:id="rId4"/>
    <p:sldId id="269" r:id="rId5"/>
    <p:sldId id="271" r:id="rId6"/>
    <p:sldId id="270" r:id="rId7"/>
    <p:sldId id="272" r:id="rId8"/>
    <p:sldId id="265" r:id="rId9"/>
    <p:sldId id="273" r:id="rId10"/>
    <p:sldId id="274" r:id="rId11"/>
    <p:sldId id="275" r:id="rId12"/>
    <p:sldId id="276" r:id="rId13"/>
    <p:sldId id="266" r:id="rId14"/>
    <p:sldId id="277" r:id="rId15"/>
    <p:sldId id="278" r:id="rId16"/>
    <p:sldId id="279" r:id="rId17"/>
    <p:sldId id="280" r:id="rId18"/>
    <p:sldId id="267" r:id="rId19"/>
    <p:sldId id="281" r:id="rId20"/>
    <p:sldId id="282" r:id="rId21"/>
    <p:sldId id="283" r:id="rId22"/>
    <p:sldId id="284" r:id="rId23"/>
    <p:sldId id="268" r:id="rId24"/>
    <p:sldId id="285" r:id="rId25"/>
    <p:sldId id="286" r:id="rId26"/>
    <p:sldId id="290" r:id="rId27"/>
    <p:sldId id="288" r:id="rId28"/>
    <p:sldId id="295" r:id="rId29"/>
    <p:sldId id="291" r:id="rId30"/>
  </p:sldIdLst>
  <p:sldSz cx="12192000" cy="6858000"/>
  <p:notesSz cx="6858000" cy="9144000"/>
  <p:embeddedFontLst>
    <p:embeddedFont>
      <p:font typeface="微软雅黑" panose="020B0503020204020204" pitchFamily="34" charset="-122"/>
      <p:regular r:id="rId32"/>
      <p:bold r:id="rId33"/>
    </p:embeddedFont>
    <p:embeddedFont>
      <p:font typeface="Alimama ShuHeiTi Bold" pitchFamily="2" charset="-122"/>
      <p:bold r:id="rId34"/>
    </p:embeddedFont>
    <p:embeddedFont>
      <p:font typeface="微软雅黑 Light" panose="020B0502040204020203" pitchFamily="34" charset="-122"/>
      <p:regular r:id="rId35"/>
    </p:embeddedFont>
    <p:embeddedFont>
      <p:font typeface="Calibri" panose="020F0502020204030204" pitchFamily="34" charset="0"/>
      <p:regular r:id="rId36"/>
      <p:bold r:id="rId37"/>
      <p:italic r:id="rId38"/>
      <p:boldItalic r:id="rId3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9E9"/>
    <a:srgbClr val="E1D3B8"/>
    <a:srgbClr val="2CBEFD"/>
    <a:srgbClr val="9A2424"/>
    <a:srgbClr val="68DB13"/>
    <a:srgbClr val="FF9425"/>
    <a:srgbClr val="FF3399"/>
    <a:srgbClr val="16557F"/>
    <a:srgbClr val="0B83CF"/>
    <a:srgbClr val="29B9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87727" autoAdjust="0"/>
  </p:normalViewPr>
  <p:slideViewPr>
    <p:cSldViewPr snapToGrid="0">
      <p:cViewPr varScale="1">
        <p:scale>
          <a:sx n="73" d="100"/>
          <a:sy n="73" d="100"/>
        </p:scale>
        <p:origin x="72" y="7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2174617853431481"/>
          <c:w val="1"/>
          <c:h val="0.74141315567094268"/>
        </c:manualLayout>
      </c:layout>
      <c:barChart>
        <c:barDir val="col"/>
        <c:grouping val="clustered"/>
        <c:varyColors val="0"/>
        <c:ser>
          <c:idx val="0"/>
          <c:order val="0"/>
          <c:tx>
            <c:strRef>
              <c:f>Sheet1!$B$1</c:f>
              <c:strCache>
                <c:ptCount val="1"/>
                <c:pt idx="0">
                  <c:v>数据</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项目1</c:v>
                </c:pt>
                <c:pt idx="1">
                  <c:v>项目2</c:v>
                </c:pt>
                <c:pt idx="2">
                  <c:v>项目3</c:v>
                </c:pt>
                <c:pt idx="3">
                  <c:v>项目4</c:v>
                </c:pt>
                <c:pt idx="4">
                  <c:v>项目5</c:v>
                </c:pt>
                <c:pt idx="5">
                  <c:v>项目6</c:v>
                </c:pt>
                <c:pt idx="6">
                  <c:v>项目7</c:v>
                </c:pt>
              </c:strCache>
            </c:strRef>
          </c:cat>
          <c:val>
            <c:numRef>
              <c:f>Sheet1!$B$2:$B$8</c:f>
              <c:numCache>
                <c:formatCode>General</c:formatCode>
                <c:ptCount val="7"/>
                <c:pt idx="0">
                  <c:v>12258</c:v>
                </c:pt>
                <c:pt idx="1">
                  <c:v>9111</c:v>
                </c:pt>
                <c:pt idx="2">
                  <c:v>8366</c:v>
                </c:pt>
                <c:pt idx="3">
                  <c:v>5442</c:v>
                </c:pt>
                <c:pt idx="4">
                  <c:v>1589</c:v>
                </c:pt>
                <c:pt idx="5">
                  <c:v>8636</c:v>
                </c:pt>
                <c:pt idx="6">
                  <c:v>3163</c:v>
                </c:pt>
              </c:numCache>
            </c:numRef>
          </c:val>
        </c:ser>
        <c:dLbls>
          <c:showLegendKey val="0"/>
          <c:showVal val="0"/>
          <c:showCatName val="0"/>
          <c:showSerName val="0"/>
          <c:showPercent val="0"/>
          <c:showBubbleSize val="0"/>
        </c:dLbls>
        <c:gapWidth val="219"/>
        <c:overlap val="-27"/>
        <c:axId val="908779408"/>
        <c:axId val="908780496"/>
      </c:barChart>
      <c:catAx>
        <c:axId val="9087794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08780496"/>
        <c:crosses val="autoZero"/>
        <c:auto val="1"/>
        <c:lblAlgn val="ctr"/>
        <c:lblOffset val="100"/>
        <c:noMultiLvlLbl val="0"/>
      </c:catAx>
      <c:valAx>
        <c:axId val="908780496"/>
        <c:scaling>
          <c:orientation val="minMax"/>
        </c:scaling>
        <c:delete val="1"/>
        <c:axPos val="l"/>
        <c:numFmt formatCode="General" sourceLinked="1"/>
        <c:majorTickMark val="none"/>
        <c:minorTickMark val="none"/>
        <c:tickLblPos val="nextTo"/>
        <c:crossAx val="9087794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2350025713588146"/>
          <c:w val="0.99405224935031367"/>
          <c:h val="0.73030140019289524"/>
        </c:manualLayout>
      </c:layout>
      <c:lineChart>
        <c:grouping val="standard"/>
        <c:varyColors val="0"/>
        <c:ser>
          <c:idx val="0"/>
          <c:order val="0"/>
          <c:tx>
            <c:strRef>
              <c:f>Sheet1!$B$1</c:f>
              <c:strCache>
                <c:ptCount val="1"/>
                <c:pt idx="0">
                  <c:v>DATA1</c:v>
                </c:pt>
              </c:strCache>
            </c:strRef>
          </c:tx>
          <c:spPr>
            <a:ln w="22225" cap="rnd">
              <a:solidFill>
                <a:schemeClr val="accent1"/>
              </a:solidFill>
              <a:round/>
            </a:ln>
            <a:effectLst/>
          </c:spPr>
          <c:marker>
            <c:symbol val="none"/>
          </c:marker>
          <c:dPt>
            <c:idx val="11"/>
            <c:marker>
              <c:symbol val="none"/>
            </c:marker>
            <c:bubble3D val="0"/>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SEPT</c:v>
                </c:pt>
                <c:pt idx="9">
                  <c:v>OCT</c:v>
                </c:pt>
                <c:pt idx="10">
                  <c:v>NOV</c:v>
                </c:pt>
                <c:pt idx="11">
                  <c:v>DEC</c:v>
                </c:pt>
              </c:strCache>
            </c:strRef>
          </c:cat>
          <c:val>
            <c:numRef>
              <c:f>Sheet1!$B$2:$B$13</c:f>
              <c:numCache>
                <c:formatCode>General</c:formatCode>
                <c:ptCount val="12"/>
                <c:pt idx="0">
                  <c:v>55</c:v>
                </c:pt>
                <c:pt idx="1">
                  <c:v>62</c:v>
                </c:pt>
                <c:pt idx="2">
                  <c:v>43</c:v>
                </c:pt>
                <c:pt idx="3">
                  <c:v>97</c:v>
                </c:pt>
                <c:pt idx="4">
                  <c:v>58</c:v>
                </c:pt>
                <c:pt idx="5">
                  <c:v>13</c:v>
                </c:pt>
                <c:pt idx="6">
                  <c:v>23</c:v>
                </c:pt>
                <c:pt idx="7">
                  <c:v>11</c:v>
                </c:pt>
                <c:pt idx="8">
                  <c:v>69</c:v>
                </c:pt>
                <c:pt idx="9">
                  <c:v>18</c:v>
                </c:pt>
                <c:pt idx="10">
                  <c:v>12</c:v>
                </c:pt>
                <c:pt idx="11">
                  <c:v>46</c:v>
                </c:pt>
              </c:numCache>
            </c:numRef>
          </c:val>
          <c:smooth val="1"/>
        </c:ser>
        <c:ser>
          <c:idx val="1"/>
          <c:order val="1"/>
          <c:tx>
            <c:strRef>
              <c:f>Sheet1!$C$1</c:f>
              <c:strCache>
                <c:ptCount val="1"/>
                <c:pt idx="0">
                  <c:v>DATA2</c:v>
                </c:pt>
              </c:strCache>
            </c:strRef>
          </c:tx>
          <c:spPr>
            <a:ln w="22225" cap="rnd">
              <a:solidFill>
                <a:schemeClr val="accent2"/>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2"/>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SEPT</c:v>
                </c:pt>
                <c:pt idx="9">
                  <c:v>OCT</c:v>
                </c:pt>
                <c:pt idx="10">
                  <c:v>NOV</c:v>
                </c:pt>
                <c:pt idx="11">
                  <c:v>DEC</c:v>
                </c:pt>
              </c:strCache>
            </c:strRef>
          </c:cat>
          <c:val>
            <c:numRef>
              <c:f>Sheet1!$C$2:$C$13</c:f>
              <c:numCache>
                <c:formatCode>General</c:formatCode>
                <c:ptCount val="12"/>
                <c:pt idx="0">
                  <c:v>62</c:v>
                </c:pt>
                <c:pt idx="1">
                  <c:v>43</c:v>
                </c:pt>
                <c:pt idx="2">
                  <c:v>46</c:v>
                </c:pt>
                <c:pt idx="3">
                  <c:v>49</c:v>
                </c:pt>
                <c:pt idx="4">
                  <c:v>97</c:v>
                </c:pt>
                <c:pt idx="5">
                  <c:v>86</c:v>
                </c:pt>
                <c:pt idx="6">
                  <c:v>19</c:v>
                </c:pt>
                <c:pt idx="7">
                  <c:v>27</c:v>
                </c:pt>
                <c:pt idx="8">
                  <c:v>13</c:v>
                </c:pt>
                <c:pt idx="9">
                  <c:v>93</c:v>
                </c:pt>
                <c:pt idx="10">
                  <c:v>31</c:v>
                </c:pt>
                <c:pt idx="11">
                  <c:v>43</c:v>
                </c:pt>
              </c:numCache>
            </c:numRef>
          </c:val>
          <c:smooth val="1"/>
        </c:ser>
        <c:dLbls>
          <c:dLblPos val="t"/>
          <c:showLegendKey val="0"/>
          <c:showVal val="1"/>
          <c:showCatName val="0"/>
          <c:showSerName val="0"/>
          <c:showPercent val="0"/>
          <c:showBubbleSize val="0"/>
        </c:dLbls>
        <c:smooth val="0"/>
        <c:axId val="-1634764816"/>
        <c:axId val="-1634752304"/>
      </c:lineChart>
      <c:catAx>
        <c:axId val="-16347648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low"/>
        <c:spPr>
          <a:noFill/>
          <a:ln w="9525" cap="flat" cmpd="sng" algn="ctr">
            <a:solidFill>
              <a:schemeClr val="bg1">
                <a:lumMod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634752304"/>
        <c:crosses val="autoZero"/>
        <c:auto val="1"/>
        <c:lblAlgn val="ctr"/>
        <c:lblOffset val="100"/>
        <c:noMultiLvlLbl val="0"/>
      </c:catAx>
      <c:valAx>
        <c:axId val="-1634752304"/>
        <c:scaling>
          <c:orientation val="minMax"/>
        </c:scaling>
        <c:delete val="0"/>
        <c:axPos val="l"/>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634764816"/>
        <c:crosses val="autoZero"/>
        <c:crossBetween val="between"/>
      </c:valAx>
      <c:spPr>
        <a:noFill/>
        <a:ln>
          <a:noFill/>
        </a:ln>
        <a:effectLst/>
      </c:spPr>
    </c:plotArea>
    <c:legend>
      <c:legendPos val="t"/>
      <c:layout>
        <c:manualLayout>
          <c:xMode val="edge"/>
          <c:yMode val="edge"/>
          <c:x val="0.34305148148148146"/>
          <c:y val="2.1990745417007445E-2"/>
          <c:w val="0.31389694444444444"/>
          <c:h val="7.9320503282162044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777109474618939E-2"/>
          <c:y val="3.7036145966158583E-2"/>
          <c:w val="0.95370481754230174"/>
          <c:h val="0.95370481754230174"/>
        </c:manualLayout>
      </c:layout>
      <c:doughnutChart>
        <c:varyColors val="1"/>
        <c:ser>
          <c:idx val="0"/>
          <c:order val="0"/>
          <c:tx>
            <c:strRef>
              <c:f>Sheet1!$B$1</c:f>
              <c:strCache>
                <c:ptCount val="1"/>
                <c:pt idx="0">
                  <c:v>销售额</c:v>
                </c:pt>
              </c:strCache>
            </c:strRef>
          </c:tx>
          <c:spPr>
            <a:ln>
              <a:noFill/>
            </a:ln>
          </c:spPr>
          <c:dPt>
            <c:idx val="0"/>
            <c:bubble3D val="0"/>
            <c:spPr>
              <a:solidFill>
                <a:schemeClr val="accent1"/>
              </a:solidFill>
              <a:ln w="19050">
                <a:noFill/>
              </a:ln>
              <a:effectLst/>
            </c:spPr>
          </c:dPt>
          <c:dPt>
            <c:idx val="1"/>
            <c:bubble3D val="0"/>
            <c:spPr>
              <a:noFill/>
              <a:ln w="19050">
                <a:noFill/>
              </a:ln>
              <a:effectLst/>
            </c:spPr>
          </c:dPt>
          <c:cat>
            <c:strRef>
              <c:f>Sheet1!$A$2:$A$3</c:f>
              <c:strCache>
                <c:ptCount val="2"/>
                <c:pt idx="0">
                  <c:v>已完成</c:v>
                </c:pt>
                <c:pt idx="1">
                  <c:v>未完成</c:v>
                </c:pt>
              </c:strCache>
            </c:strRef>
          </c:cat>
          <c:val>
            <c:numRef>
              <c:f>Sheet1!$B$2:$B$3</c:f>
              <c:numCache>
                <c:formatCode>0%</c:formatCode>
                <c:ptCount val="2"/>
                <c:pt idx="0">
                  <c:v>0.8</c:v>
                </c:pt>
                <c:pt idx="1">
                  <c:v>0.19999999999999996</c:v>
                </c:pt>
              </c:numCache>
            </c:numRef>
          </c:val>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777109474618939E-2"/>
          <c:y val="3.7036145966158583E-2"/>
          <c:w val="0.95370481754230174"/>
          <c:h val="0.95370481754230174"/>
        </c:manualLayout>
      </c:layout>
      <c:doughnutChart>
        <c:varyColors val="1"/>
        <c:ser>
          <c:idx val="0"/>
          <c:order val="0"/>
          <c:tx>
            <c:strRef>
              <c:f>Sheet1!$B$1</c:f>
              <c:strCache>
                <c:ptCount val="1"/>
                <c:pt idx="0">
                  <c:v>销售额</c:v>
                </c:pt>
              </c:strCache>
            </c:strRef>
          </c:tx>
          <c:spPr>
            <a:ln>
              <a:noFill/>
            </a:ln>
          </c:spPr>
          <c:dPt>
            <c:idx val="0"/>
            <c:bubble3D val="0"/>
            <c:spPr>
              <a:solidFill>
                <a:schemeClr val="accent2"/>
              </a:solidFill>
              <a:ln w="19050">
                <a:noFill/>
              </a:ln>
              <a:effectLst/>
            </c:spPr>
          </c:dPt>
          <c:dPt>
            <c:idx val="1"/>
            <c:bubble3D val="0"/>
            <c:spPr>
              <a:noFill/>
              <a:ln w="19050">
                <a:noFill/>
              </a:ln>
              <a:effectLst/>
            </c:spPr>
          </c:dPt>
          <c:cat>
            <c:strRef>
              <c:f>Sheet1!$A$2:$A$3</c:f>
              <c:strCache>
                <c:ptCount val="2"/>
                <c:pt idx="0">
                  <c:v>已完成</c:v>
                </c:pt>
                <c:pt idx="1">
                  <c:v>未完成</c:v>
                </c:pt>
              </c:strCache>
            </c:strRef>
          </c:cat>
          <c:val>
            <c:numRef>
              <c:f>Sheet1!$B$2:$B$3</c:f>
              <c:numCache>
                <c:formatCode>0%</c:formatCode>
                <c:ptCount val="2"/>
                <c:pt idx="0">
                  <c:v>0.4</c:v>
                </c:pt>
                <c:pt idx="1">
                  <c:v>0.6</c:v>
                </c:pt>
              </c:numCache>
            </c:numRef>
          </c:val>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0BFD8-3EFB-4662-A6C5-0617795C5F14}" type="datetimeFigureOut">
              <a:rPr lang="zh-CN" altLang="en-US" smtClean="0"/>
              <a:t>2025/10/17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5E4D13-0F77-4153-B279-5BD9F682CDE0}" type="slidenum">
              <a:rPr lang="zh-CN" altLang="en-US" smtClean="0"/>
              <a:t>‹#›</a:t>
            </a:fld>
            <a:endParaRPr lang="zh-CN" altLang="en-US"/>
          </a:p>
        </p:txBody>
      </p:sp>
    </p:spTree>
    <p:extLst>
      <p:ext uri="{BB962C8B-B14F-4D97-AF65-F5344CB8AC3E}">
        <p14:creationId xmlns:p14="http://schemas.microsoft.com/office/powerpoint/2010/main" val="2769747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smtClean="0">
                <a:solidFill>
                  <a:schemeClr val="tx1"/>
                </a:solidFill>
                <a:effectLst/>
                <a:latin typeface="+mn-lt"/>
                <a:ea typeface="+mn-ea"/>
                <a:cs typeface="+mn-cs"/>
              </a:rPr>
              <a:t>本</a:t>
            </a:r>
            <a:r>
              <a:rPr lang="en-US" altLang="zh-CN" sz="1200" b="0" i="0" u="none" strike="noStrike" kern="1200" dirty="0" smtClean="0">
                <a:solidFill>
                  <a:schemeClr val="tx1"/>
                </a:solidFill>
                <a:effectLst/>
                <a:latin typeface="+mn-lt"/>
                <a:ea typeface="+mn-ea"/>
                <a:cs typeface="+mn-cs"/>
              </a:rPr>
              <a:t>PPT</a:t>
            </a:r>
            <a:r>
              <a:rPr lang="zh-CN" altLang="en-US" sz="1200" b="0" i="0" u="none" strike="noStrike" kern="1200" dirty="0" smtClean="0">
                <a:solidFill>
                  <a:schemeClr val="tx1"/>
                </a:solidFill>
                <a:effectLst/>
                <a:latin typeface="+mn-lt"/>
                <a:ea typeface="+mn-ea"/>
                <a:cs typeface="+mn-cs"/>
              </a:rPr>
              <a:t>制作时使用了“</a:t>
            </a:r>
            <a:r>
              <a:rPr lang="en-US" altLang="zh-CN" sz="1200" b="0" i="0" u="none" strike="noStrike" kern="1200" dirty="0" err="1" smtClean="0">
                <a:solidFill>
                  <a:schemeClr val="tx1"/>
                </a:solidFill>
                <a:effectLst/>
                <a:latin typeface="+mn-lt"/>
                <a:ea typeface="+mn-ea"/>
                <a:cs typeface="+mn-cs"/>
              </a:rPr>
              <a:t>Alimama</a:t>
            </a:r>
            <a:r>
              <a:rPr lang="en-US" altLang="zh-CN" sz="1200" b="0" i="0" u="none" strike="noStrike" kern="1200" dirty="0" smtClean="0">
                <a:solidFill>
                  <a:schemeClr val="tx1"/>
                </a:solidFill>
                <a:effectLst/>
                <a:latin typeface="+mn-lt"/>
                <a:ea typeface="+mn-ea"/>
                <a:cs typeface="+mn-cs"/>
              </a:rPr>
              <a:t> </a:t>
            </a:r>
            <a:r>
              <a:rPr lang="en-US" altLang="zh-CN" sz="1200" b="0" i="0" u="none" strike="noStrike" kern="1200" dirty="0" err="1" smtClean="0">
                <a:solidFill>
                  <a:schemeClr val="tx1"/>
                </a:solidFill>
                <a:effectLst/>
                <a:latin typeface="+mn-lt"/>
                <a:ea typeface="+mn-ea"/>
                <a:cs typeface="+mn-cs"/>
              </a:rPr>
              <a:t>ShuHeiTi</a:t>
            </a:r>
            <a:r>
              <a:rPr lang="en-US" altLang="zh-CN" sz="1200" b="0" i="0" u="none" strike="noStrike" kern="1200" dirty="0" smtClean="0">
                <a:solidFill>
                  <a:schemeClr val="tx1"/>
                </a:solidFill>
                <a:effectLst/>
                <a:latin typeface="+mn-lt"/>
                <a:ea typeface="+mn-ea"/>
                <a:cs typeface="+mn-cs"/>
              </a:rPr>
              <a:t> Bold”</a:t>
            </a:r>
            <a:r>
              <a:rPr lang="zh-CN" altLang="en-US" sz="1200" b="0" i="0" u="none" strike="noStrike" kern="1200" dirty="0" smtClean="0">
                <a:solidFill>
                  <a:schemeClr val="tx1"/>
                </a:solidFill>
                <a:effectLst/>
                <a:latin typeface="+mn-lt"/>
                <a:ea typeface="+mn-ea"/>
                <a:cs typeface="+mn-cs"/>
              </a:rPr>
              <a:t>字体，如您需要编辑特殊文字但电脑中未安装该字体，可点开链接下载字体：</a:t>
            </a:r>
            <a:br>
              <a:rPr lang="zh-CN" altLang="en-US" sz="1200" b="0" i="0" u="none" strike="noStrike" kern="1200" dirty="0" smtClean="0">
                <a:solidFill>
                  <a:schemeClr val="tx1"/>
                </a:solidFill>
                <a:effectLst/>
                <a:latin typeface="+mn-lt"/>
                <a:ea typeface="+mn-ea"/>
                <a:cs typeface="+mn-cs"/>
              </a:rPr>
            </a:br>
            <a:r>
              <a:rPr lang="zh-CN" altLang="en-US" sz="1200" b="0" i="0" u="none" strike="noStrike" kern="1200" dirty="0" smtClean="0">
                <a:solidFill>
                  <a:schemeClr val="tx1"/>
                </a:solidFill>
                <a:effectLst/>
                <a:latin typeface="+mn-lt"/>
                <a:ea typeface="+mn-ea"/>
                <a:cs typeface="+mn-cs"/>
              </a:rPr>
              <a:t>链接：</a:t>
            </a:r>
            <a:r>
              <a:rPr lang="en-US" altLang="zh-CN" sz="1200" b="0" i="0" u="none" strike="noStrike" kern="1200" dirty="0" smtClean="0">
                <a:solidFill>
                  <a:schemeClr val="tx1"/>
                </a:solidFill>
                <a:effectLst/>
                <a:latin typeface="+mn-lt"/>
                <a:ea typeface="+mn-ea"/>
                <a:cs typeface="+mn-cs"/>
              </a:rPr>
              <a:t>https://pan.baidu.com/s/1eNz9p6GgEZfFFc7iqmvF_g </a:t>
            </a:r>
            <a:r>
              <a:rPr lang="zh-CN" altLang="en-US" sz="1200" b="0" i="0" u="none" strike="noStrike" kern="1200" dirty="0" smtClean="0">
                <a:solidFill>
                  <a:schemeClr val="tx1"/>
                </a:solidFill>
                <a:effectLst/>
                <a:latin typeface="+mn-lt"/>
                <a:ea typeface="+mn-ea"/>
                <a:cs typeface="+mn-cs"/>
              </a:rPr>
              <a:t>提取码：</a:t>
            </a:r>
            <a:r>
              <a:rPr lang="en-US" altLang="zh-CN" sz="1200" b="0" i="0" u="none" strike="noStrike" kern="1200" dirty="0" err="1" smtClean="0">
                <a:solidFill>
                  <a:schemeClr val="tx1"/>
                </a:solidFill>
                <a:effectLst/>
                <a:latin typeface="+mn-lt"/>
                <a:ea typeface="+mn-ea"/>
                <a:cs typeface="+mn-cs"/>
              </a:rPr>
              <a:t>xrda</a:t>
            </a:r>
            <a:r>
              <a:rPr lang="en-US" altLang="zh-CN" sz="1200" b="0" i="0" u="none" strike="noStrike" kern="1200" dirty="0" smtClean="0">
                <a:solidFill>
                  <a:schemeClr val="tx1"/>
                </a:solidFill>
                <a:effectLst/>
                <a:latin typeface="+mn-lt"/>
                <a:ea typeface="+mn-ea"/>
                <a:cs typeface="+mn-cs"/>
              </a:rPr>
              <a:t/>
            </a:r>
            <a:br>
              <a:rPr lang="en-US" altLang="zh-CN" sz="1200" b="0" i="0" u="none" strike="noStrike" kern="1200" dirty="0" smtClean="0">
                <a:solidFill>
                  <a:schemeClr val="tx1"/>
                </a:solidFill>
                <a:effectLst/>
                <a:latin typeface="+mn-lt"/>
                <a:ea typeface="+mn-ea"/>
                <a:cs typeface="+mn-cs"/>
              </a:rPr>
            </a:br>
            <a:r>
              <a:rPr lang="zh-CN" altLang="en-US" sz="1200" b="0" i="0" u="none" strike="noStrike" kern="1200" dirty="0" smtClean="0">
                <a:solidFill>
                  <a:schemeClr val="tx1"/>
                </a:solidFill>
                <a:effectLst/>
                <a:latin typeface="+mn-lt"/>
                <a:ea typeface="+mn-ea"/>
                <a:cs typeface="+mn-cs"/>
              </a:rPr>
              <a:t>下载后，双击字体安装，然后重启</a:t>
            </a:r>
            <a:r>
              <a:rPr lang="en-US" altLang="zh-CN" sz="1200" b="0" i="0" u="none" strike="noStrike" kern="1200" dirty="0" smtClean="0">
                <a:solidFill>
                  <a:schemeClr val="tx1"/>
                </a:solidFill>
                <a:effectLst/>
                <a:latin typeface="+mn-lt"/>
                <a:ea typeface="+mn-ea"/>
                <a:cs typeface="+mn-cs"/>
              </a:rPr>
              <a:t>PPT</a:t>
            </a:r>
            <a:r>
              <a:rPr lang="zh-CN" altLang="en-US" sz="1200" b="0" i="0" u="none" strike="noStrike" kern="1200" dirty="0" smtClean="0">
                <a:solidFill>
                  <a:schemeClr val="tx1"/>
                </a:solidFill>
                <a:effectLst/>
                <a:latin typeface="+mn-lt"/>
                <a:ea typeface="+mn-ea"/>
                <a:cs typeface="+mn-cs"/>
              </a:rPr>
              <a:t>软件即可</a:t>
            </a:r>
            <a:r>
              <a:rPr lang="zh-CN" altLang="en-US" dirty="0" smtClean="0"/>
              <a:t> </a:t>
            </a:r>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1</a:t>
            </a:fld>
            <a:endParaRPr lang="zh-CN" altLang="en-US"/>
          </a:p>
        </p:txBody>
      </p:sp>
    </p:spTree>
    <p:extLst>
      <p:ext uri="{BB962C8B-B14F-4D97-AF65-F5344CB8AC3E}">
        <p14:creationId xmlns:p14="http://schemas.microsoft.com/office/powerpoint/2010/main" val="3571677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3</a:t>
            </a:fld>
            <a:endParaRPr lang="zh-CN" altLang="en-US"/>
          </a:p>
        </p:txBody>
      </p:sp>
    </p:spTree>
    <p:extLst>
      <p:ext uri="{BB962C8B-B14F-4D97-AF65-F5344CB8AC3E}">
        <p14:creationId xmlns:p14="http://schemas.microsoft.com/office/powerpoint/2010/main" val="3028970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4</a:t>
            </a:fld>
            <a:endParaRPr lang="zh-CN" altLang="en-US"/>
          </a:p>
        </p:txBody>
      </p:sp>
    </p:spTree>
    <p:extLst>
      <p:ext uri="{BB962C8B-B14F-4D97-AF65-F5344CB8AC3E}">
        <p14:creationId xmlns:p14="http://schemas.microsoft.com/office/powerpoint/2010/main" val="487688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5</a:t>
            </a:fld>
            <a:endParaRPr lang="zh-CN" altLang="en-US"/>
          </a:p>
        </p:txBody>
      </p:sp>
    </p:spTree>
    <p:extLst>
      <p:ext uri="{BB962C8B-B14F-4D97-AF65-F5344CB8AC3E}">
        <p14:creationId xmlns:p14="http://schemas.microsoft.com/office/powerpoint/2010/main" val="2702227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6</a:t>
            </a:fld>
            <a:endParaRPr lang="zh-CN" altLang="en-US"/>
          </a:p>
        </p:txBody>
      </p:sp>
    </p:spTree>
    <p:extLst>
      <p:ext uri="{BB962C8B-B14F-4D97-AF65-F5344CB8AC3E}">
        <p14:creationId xmlns:p14="http://schemas.microsoft.com/office/powerpoint/2010/main" val="3029952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7</a:t>
            </a:fld>
            <a:endParaRPr lang="zh-CN" altLang="en-US"/>
          </a:p>
        </p:txBody>
      </p:sp>
    </p:spTree>
    <p:extLst>
      <p:ext uri="{BB962C8B-B14F-4D97-AF65-F5344CB8AC3E}">
        <p14:creationId xmlns:p14="http://schemas.microsoft.com/office/powerpoint/2010/main" val="2579910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8</a:t>
            </a:fld>
            <a:endParaRPr lang="zh-CN" altLang="en-US"/>
          </a:p>
        </p:txBody>
      </p:sp>
    </p:spTree>
    <p:extLst>
      <p:ext uri="{BB962C8B-B14F-4D97-AF65-F5344CB8AC3E}">
        <p14:creationId xmlns:p14="http://schemas.microsoft.com/office/powerpoint/2010/main" val="425316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9</a:t>
            </a:fld>
            <a:endParaRPr lang="zh-CN" altLang="en-US"/>
          </a:p>
        </p:txBody>
      </p:sp>
    </p:spTree>
    <p:extLst>
      <p:ext uri="{BB962C8B-B14F-4D97-AF65-F5344CB8AC3E}">
        <p14:creationId xmlns:p14="http://schemas.microsoft.com/office/powerpoint/2010/main" val="2247777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10</a:t>
            </a:fld>
            <a:endParaRPr lang="zh-CN" altLang="en-US"/>
          </a:p>
        </p:txBody>
      </p:sp>
    </p:spTree>
    <p:extLst>
      <p:ext uri="{BB962C8B-B14F-4D97-AF65-F5344CB8AC3E}">
        <p14:creationId xmlns:p14="http://schemas.microsoft.com/office/powerpoint/2010/main" val="350894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11</a:t>
            </a:fld>
            <a:endParaRPr lang="zh-CN" altLang="en-US"/>
          </a:p>
        </p:txBody>
      </p:sp>
    </p:spTree>
    <p:extLst>
      <p:ext uri="{BB962C8B-B14F-4D97-AF65-F5344CB8AC3E}">
        <p14:creationId xmlns:p14="http://schemas.microsoft.com/office/powerpoint/2010/main" val="2916025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12</a:t>
            </a:fld>
            <a:endParaRPr lang="zh-CN" altLang="en-US"/>
          </a:p>
        </p:txBody>
      </p:sp>
    </p:spTree>
    <p:extLst>
      <p:ext uri="{BB962C8B-B14F-4D97-AF65-F5344CB8AC3E}">
        <p14:creationId xmlns:p14="http://schemas.microsoft.com/office/powerpoint/2010/main" val="2780383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13</a:t>
            </a:fld>
            <a:endParaRPr lang="zh-CN" altLang="en-US"/>
          </a:p>
        </p:txBody>
      </p:sp>
    </p:spTree>
    <p:extLst>
      <p:ext uri="{BB962C8B-B14F-4D97-AF65-F5344CB8AC3E}">
        <p14:creationId xmlns:p14="http://schemas.microsoft.com/office/powerpoint/2010/main" val="19694761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14</a:t>
            </a:fld>
            <a:endParaRPr lang="zh-CN" altLang="en-US"/>
          </a:p>
        </p:txBody>
      </p:sp>
    </p:spTree>
    <p:extLst>
      <p:ext uri="{BB962C8B-B14F-4D97-AF65-F5344CB8AC3E}">
        <p14:creationId xmlns:p14="http://schemas.microsoft.com/office/powerpoint/2010/main" val="2531698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15</a:t>
            </a:fld>
            <a:endParaRPr lang="zh-CN" altLang="en-US"/>
          </a:p>
        </p:txBody>
      </p:sp>
    </p:spTree>
    <p:extLst>
      <p:ext uri="{BB962C8B-B14F-4D97-AF65-F5344CB8AC3E}">
        <p14:creationId xmlns:p14="http://schemas.microsoft.com/office/powerpoint/2010/main" val="1842546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16</a:t>
            </a:fld>
            <a:endParaRPr lang="zh-CN" altLang="en-US"/>
          </a:p>
        </p:txBody>
      </p:sp>
    </p:spTree>
    <p:extLst>
      <p:ext uri="{BB962C8B-B14F-4D97-AF65-F5344CB8AC3E}">
        <p14:creationId xmlns:p14="http://schemas.microsoft.com/office/powerpoint/2010/main" val="2144658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17</a:t>
            </a:fld>
            <a:endParaRPr lang="zh-CN" altLang="en-US"/>
          </a:p>
        </p:txBody>
      </p:sp>
    </p:spTree>
    <p:extLst>
      <p:ext uri="{BB962C8B-B14F-4D97-AF65-F5344CB8AC3E}">
        <p14:creationId xmlns:p14="http://schemas.microsoft.com/office/powerpoint/2010/main" val="8727347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18</a:t>
            </a:fld>
            <a:endParaRPr lang="zh-CN" altLang="en-US"/>
          </a:p>
        </p:txBody>
      </p:sp>
    </p:spTree>
    <p:extLst>
      <p:ext uri="{BB962C8B-B14F-4D97-AF65-F5344CB8AC3E}">
        <p14:creationId xmlns:p14="http://schemas.microsoft.com/office/powerpoint/2010/main" val="1346729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19</a:t>
            </a:fld>
            <a:endParaRPr lang="zh-CN" altLang="en-US"/>
          </a:p>
        </p:txBody>
      </p:sp>
    </p:spTree>
    <p:extLst>
      <p:ext uri="{BB962C8B-B14F-4D97-AF65-F5344CB8AC3E}">
        <p14:creationId xmlns:p14="http://schemas.microsoft.com/office/powerpoint/2010/main" val="3284323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20</a:t>
            </a:fld>
            <a:endParaRPr lang="zh-CN" altLang="en-US"/>
          </a:p>
        </p:txBody>
      </p:sp>
    </p:spTree>
    <p:extLst>
      <p:ext uri="{BB962C8B-B14F-4D97-AF65-F5344CB8AC3E}">
        <p14:creationId xmlns:p14="http://schemas.microsoft.com/office/powerpoint/2010/main" val="2119337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21</a:t>
            </a:fld>
            <a:endParaRPr lang="zh-CN" altLang="en-US"/>
          </a:p>
        </p:txBody>
      </p:sp>
    </p:spTree>
    <p:extLst>
      <p:ext uri="{BB962C8B-B14F-4D97-AF65-F5344CB8AC3E}">
        <p14:creationId xmlns:p14="http://schemas.microsoft.com/office/powerpoint/2010/main" val="1991863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22</a:t>
            </a:fld>
            <a:endParaRPr lang="zh-CN" altLang="en-US"/>
          </a:p>
        </p:txBody>
      </p:sp>
    </p:spTree>
    <p:extLst>
      <p:ext uri="{BB962C8B-B14F-4D97-AF65-F5344CB8AC3E}">
        <p14:creationId xmlns:p14="http://schemas.microsoft.com/office/powerpoint/2010/main" val="242877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23</a:t>
            </a:fld>
            <a:endParaRPr lang="zh-CN" altLang="en-US"/>
          </a:p>
        </p:txBody>
      </p:sp>
    </p:spTree>
    <p:extLst>
      <p:ext uri="{BB962C8B-B14F-4D97-AF65-F5344CB8AC3E}">
        <p14:creationId xmlns:p14="http://schemas.microsoft.com/office/powerpoint/2010/main" val="2779716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24</a:t>
            </a:fld>
            <a:endParaRPr lang="zh-CN" altLang="en-US"/>
          </a:p>
        </p:txBody>
      </p:sp>
    </p:spTree>
    <p:extLst>
      <p:ext uri="{BB962C8B-B14F-4D97-AF65-F5344CB8AC3E}">
        <p14:creationId xmlns:p14="http://schemas.microsoft.com/office/powerpoint/2010/main" val="3688258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25</a:t>
            </a:fld>
            <a:endParaRPr lang="zh-CN" altLang="en-US"/>
          </a:p>
        </p:txBody>
      </p:sp>
    </p:spTree>
    <p:extLst>
      <p:ext uri="{BB962C8B-B14F-4D97-AF65-F5344CB8AC3E}">
        <p14:creationId xmlns:p14="http://schemas.microsoft.com/office/powerpoint/2010/main" val="18721449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26</a:t>
            </a:fld>
            <a:endParaRPr lang="zh-CN" altLang="en-US"/>
          </a:p>
        </p:txBody>
      </p:sp>
    </p:spTree>
    <p:extLst>
      <p:ext uri="{BB962C8B-B14F-4D97-AF65-F5344CB8AC3E}">
        <p14:creationId xmlns:p14="http://schemas.microsoft.com/office/powerpoint/2010/main" val="22070894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27</a:t>
            </a:fld>
            <a:endParaRPr lang="zh-CN" altLang="en-US"/>
          </a:p>
        </p:txBody>
      </p:sp>
    </p:spTree>
    <p:extLst>
      <p:ext uri="{BB962C8B-B14F-4D97-AF65-F5344CB8AC3E}">
        <p14:creationId xmlns:p14="http://schemas.microsoft.com/office/powerpoint/2010/main" val="1299205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675606"/>
      </p:ext>
    </p:extLst>
  </p:cSld>
  <p:clrMapOvr>
    <a:masterClrMapping/>
  </p:clrMapOvr>
  <p:transition spd="slow">
    <p:push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280952"/>
      </p:ext>
    </p:extLst>
  </p:cSld>
  <p:clrMapOvr>
    <a:masterClrMapping/>
  </p:clrMapOvr>
  <p:transition spd="slow">
    <p:push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3798" t="6413" r="9028" b="6413"/>
          <a:stretch/>
        </p:blipFill>
        <p:spPr>
          <a:xfrm>
            <a:off x="0" y="0"/>
            <a:ext cx="12192000" cy="6858000"/>
          </a:xfrm>
          <a:prstGeom prst="rect">
            <a:avLst/>
          </a:prstGeom>
        </p:spPr>
      </p:pic>
      <p:sp>
        <p:nvSpPr>
          <p:cNvPr id="10" name="矩形 9"/>
          <p:cNvSpPr/>
          <p:nvPr userDrawn="1"/>
        </p:nvSpPr>
        <p:spPr>
          <a:xfrm>
            <a:off x="0" y="0"/>
            <a:ext cx="12192000" cy="6858000"/>
          </a:xfrm>
          <a:prstGeom prst="rect">
            <a:avLst/>
          </a:prstGeom>
          <a:gradFill>
            <a:gsLst>
              <a:gs pos="0">
                <a:schemeClr val="tx1">
                  <a:alpha val="80000"/>
                </a:schemeClr>
              </a:gs>
              <a:gs pos="100000">
                <a:schemeClr val="tx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rcRect l="52242" t="6413" r="23225" b="6413"/>
          <a:stretch/>
        </p:blipFill>
        <p:spPr>
          <a:xfrm>
            <a:off x="6775270" y="0"/>
            <a:ext cx="3431177" cy="6858000"/>
          </a:xfrm>
          <a:custGeom>
            <a:avLst/>
            <a:gdLst>
              <a:gd name="connsiteX0" fmla="*/ 0 w 3431177"/>
              <a:gd name="connsiteY0" fmla="*/ 0 h 6858000"/>
              <a:gd name="connsiteX1" fmla="*/ 3431177 w 3431177"/>
              <a:gd name="connsiteY1" fmla="*/ 0 h 6858000"/>
              <a:gd name="connsiteX2" fmla="*/ 3431177 w 3431177"/>
              <a:gd name="connsiteY2" fmla="*/ 6858000 h 6858000"/>
              <a:gd name="connsiteX3" fmla="*/ 0 w 343117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431177" h="6858000">
                <a:moveTo>
                  <a:pt x="0" y="0"/>
                </a:moveTo>
                <a:lnTo>
                  <a:pt x="3431177" y="0"/>
                </a:lnTo>
                <a:lnTo>
                  <a:pt x="3431177" y="6858000"/>
                </a:lnTo>
                <a:lnTo>
                  <a:pt x="0" y="6858000"/>
                </a:lnTo>
                <a:close/>
              </a:path>
            </a:pathLst>
          </a:custGeom>
        </p:spPr>
      </p:pic>
      <p:sp>
        <p:nvSpPr>
          <p:cNvPr id="14" name="矩形 13"/>
          <p:cNvSpPr/>
          <p:nvPr userDrawn="1"/>
        </p:nvSpPr>
        <p:spPr>
          <a:xfrm>
            <a:off x="6775269" y="0"/>
            <a:ext cx="3431177"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占位符 10"/>
          <p:cNvSpPr>
            <a:spLocks noGrp="1"/>
          </p:cNvSpPr>
          <p:nvPr>
            <p:ph type="body" sz="quarter" idx="10" hasCustomPrompt="1"/>
          </p:nvPr>
        </p:nvSpPr>
        <p:spPr>
          <a:xfrm>
            <a:off x="695999" y="4059942"/>
            <a:ext cx="5400000" cy="369332"/>
          </a:xfrm>
          <a:prstGeom prst="rect">
            <a:avLst/>
          </a:prstGeom>
        </p:spPr>
        <p:txBody>
          <a:bodyPr wrap="square" lIns="0" rIns="0" anchor="t" anchorCtr="0">
            <a:spAutoFit/>
          </a:bodyPr>
          <a:lstStyle>
            <a:lvl1pPr marL="0" indent="0" algn="l">
              <a:lnSpc>
                <a:spcPct val="150000"/>
              </a:lnSpc>
              <a:spcBef>
                <a:spcPts val="0"/>
              </a:spcBef>
              <a:buNone/>
              <a:defRPr sz="1200">
                <a:gradFill>
                  <a:gsLst>
                    <a:gs pos="0">
                      <a:schemeClr val="accent1"/>
                    </a:gs>
                    <a:gs pos="100000">
                      <a:schemeClr val="accent1">
                        <a:lumMod val="60000"/>
                        <a:lumOff val="40000"/>
                      </a:schemeClr>
                    </a:gs>
                  </a:gsLst>
                  <a:lin ang="2700000" scaled="0"/>
                </a:gradFill>
                <a:latin typeface="+mn-ea"/>
                <a:ea typeface="+mn-ea"/>
              </a:defRPr>
            </a:lvl1pPr>
          </a:lstStyle>
          <a:p>
            <a:pPr lvl="0"/>
            <a:r>
              <a:rPr lang="zh-CN" altLang="en-US" dirty="0" smtClean="0"/>
              <a:t>二级目录</a:t>
            </a:r>
            <a:endParaRPr lang="zh-CN" altLang="en-US" dirty="0"/>
          </a:p>
        </p:txBody>
      </p:sp>
      <p:sp>
        <p:nvSpPr>
          <p:cNvPr id="19" name="文本占位符 18"/>
          <p:cNvSpPr>
            <a:spLocks noGrp="1"/>
          </p:cNvSpPr>
          <p:nvPr>
            <p:ph type="body" sz="quarter" idx="14" hasCustomPrompt="1"/>
          </p:nvPr>
        </p:nvSpPr>
        <p:spPr>
          <a:xfrm>
            <a:off x="696000" y="3198168"/>
            <a:ext cx="5400000" cy="461665"/>
          </a:xfrm>
          <a:prstGeom prst="rect">
            <a:avLst/>
          </a:prstGeom>
        </p:spPr>
        <p:txBody>
          <a:bodyPr wrap="square" lIns="0" rIns="0" anchor="ctr" anchorCtr="0">
            <a:spAutoFit/>
          </a:bodyPr>
          <a:lstStyle>
            <a:lvl1pPr marL="0" indent="0" algn="l">
              <a:lnSpc>
                <a:spcPct val="100000"/>
              </a:lnSpc>
              <a:spcBef>
                <a:spcPts val="0"/>
              </a:spcBef>
              <a:buNone/>
              <a:defRPr sz="2400">
                <a:gradFill>
                  <a:gsLst>
                    <a:gs pos="0">
                      <a:schemeClr val="accent1"/>
                    </a:gs>
                    <a:gs pos="100000">
                      <a:schemeClr val="accent1">
                        <a:lumMod val="60000"/>
                        <a:lumOff val="40000"/>
                      </a:schemeClr>
                    </a:gs>
                  </a:gsLst>
                  <a:lin ang="2700000" scaled="0"/>
                </a:gradFill>
                <a:latin typeface="+mn-ea"/>
                <a:ea typeface="+mn-ea"/>
              </a:defRPr>
            </a:lvl1pPr>
          </a:lstStyle>
          <a:p>
            <a:pPr lvl="0"/>
            <a:r>
              <a:rPr lang="zh-CN" altLang="en-US" dirty="0" smtClean="0"/>
              <a:t>一级标题</a:t>
            </a:r>
            <a:endParaRPr lang="zh-CN" altLang="en-US" dirty="0"/>
          </a:p>
        </p:txBody>
      </p:sp>
      <p:sp>
        <p:nvSpPr>
          <p:cNvPr id="21" name="文本占位符 20"/>
          <p:cNvSpPr>
            <a:spLocks noGrp="1"/>
          </p:cNvSpPr>
          <p:nvPr>
            <p:ph type="body" sz="quarter" idx="15" hasCustomPrompt="1"/>
          </p:nvPr>
        </p:nvSpPr>
        <p:spPr>
          <a:xfrm>
            <a:off x="696000" y="2613393"/>
            <a:ext cx="5400000" cy="584775"/>
          </a:xfrm>
          <a:prstGeom prst="rect">
            <a:avLst/>
          </a:prstGeom>
        </p:spPr>
        <p:txBody>
          <a:bodyPr wrap="square" lIns="0" rIns="0" anchor="ctr" anchorCtr="0">
            <a:spAutoFit/>
          </a:bodyPr>
          <a:lstStyle>
            <a:lvl1pPr marL="0" indent="0" algn="l">
              <a:lnSpc>
                <a:spcPct val="100000"/>
              </a:lnSpc>
              <a:spcBef>
                <a:spcPts val="0"/>
              </a:spcBef>
              <a:buNone/>
              <a:defRPr sz="3200" b="1">
                <a:gradFill>
                  <a:gsLst>
                    <a:gs pos="0">
                      <a:schemeClr val="accent1"/>
                    </a:gs>
                    <a:gs pos="100000">
                      <a:schemeClr val="accent1">
                        <a:lumMod val="60000"/>
                        <a:lumOff val="40000"/>
                      </a:schemeClr>
                    </a:gs>
                  </a:gsLst>
                  <a:lin ang="2700000" scaled="0"/>
                </a:gradFill>
                <a:latin typeface="+mn-ea"/>
                <a:ea typeface="+mn-ea"/>
              </a:defRPr>
            </a:lvl1pPr>
          </a:lstStyle>
          <a:p>
            <a:pPr lvl="0"/>
            <a:r>
              <a:rPr lang="en-US" altLang="zh-CN" dirty="0" smtClean="0"/>
              <a:t>YIJIBIAOTI</a:t>
            </a:r>
            <a:endParaRPr lang="zh-CN" altLang="en-US" dirty="0"/>
          </a:p>
        </p:txBody>
      </p:sp>
      <p:sp>
        <p:nvSpPr>
          <p:cNvPr id="8" name="文本占位符 18"/>
          <p:cNvSpPr>
            <a:spLocks noGrp="1"/>
          </p:cNvSpPr>
          <p:nvPr>
            <p:ph type="body" sz="quarter" idx="16" hasCustomPrompt="1"/>
          </p:nvPr>
        </p:nvSpPr>
        <p:spPr>
          <a:xfrm>
            <a:off x="6775268" y="3075057"/>
            <a:ext cx="3431178" cy="707886"/>
          </a:xfrm>
          <a:prstGeom prst="rect">
            <a:avLst/>
          </a:prstGeom>
        </p:spPr>
        <p:txBody>
          <a:bodyPr wrap="square" lIns="0" rIns="0" anchor="ctr" anchorCtr="0">
            <a:spAutoFit/>
          </a:bodyPr>
          <a:lstStyle>
            <a:lvl1pPr marL="0" indent="0" algn="ctr">
              <a:lnSpc>
                <a:spcPct val="100000"/>
              </a:lnSpc>
              <a:spcBef>
                <a:spcPts val="0"/>
              </a:spcBef>
              <a:buNone/>
              <a:defRPr sz="4000" b="1">
                <a:solidFill>
                  <a:schemeClr val="tx1"/>
                </a:solidFill>
                <a:latin typeface="+mn-ea"/>
                <a:ea typeface="+mn-ea"/>
              </a:defRPr>
            </a:lvl1pPr>
          </a:lstStyle>
          <a:p>
            <a:pPr lvl="0"/>
            <a:r>
              <a:rPr lang="en-US" altLang="zh-CN" dirty="0" smtClean="0"/>
              <a:t>PART 01</a:t>
            </a:r>
            <a:endParaRPr lang="zh-CN" altLang="en-US" dirty="0"/>
          </a:p>
        </p:txBody>
      </p:sp>
    </p:spTree>
    <p:extLst>
      <p:ext uri="{BB962C8B-B14F-4D97-AF65-F5344CB8AC3E}">
        <p14:creationId xmlns:p14="http://schemas.microsoft.com/office/powerpoint/2010/main" val="40335074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47" presetClass="entr" presetSubtype="0" fill="hold" grpId="0" nodeType="afterEffect">
                                  <p:stCondLst>
                                    <p:cond delay="0"/>
                                  </p:stCondLst>
                                  <p:childTnLst>
                                    <p:set>
                                      <p:cBhvr>
                                        <p:cTn id="17" dur="1" fill="hold">
                                          <p:stCondLst>
                                            <p:cond delay="0"/>
                                          </p:stCondLst>
                                        </p:cTn>
                                        <p:tgtEl>
                                          <p:spTgt spid="19">
                                            <p:txEl>
                                              <p:pRg st="0" end="0"/>
                                            </p:txEl>
                                          </p:spTgt>
                                        </p:tgtEl>
                                        <p:attrNameLst>
                                          <p:attrName>style.visibility</p:attrName>
                                        </p:attrNameLst>
                                      </p:cBhvr>
                                      <p:to>
                                        <p:strVal val="visible"/>
                                      </p:to>
                                    </p:set>
                                    <p:animEffect transition="in" filter="fade">
                                      <p:cBhvr>
                                        <p:cTn id="18" dur="500"/>
                                        <p:tgtEl>
                                          <p:spTgt spid="19">
                                            <p:txEl>
                                              <p:pRg st="0" end="0"/>
                                            </p:txEl>
                                          </p:spTgt>
                                        </p:tgtEl>
                                      </p:cBhvr>
                                    </p:animEffect>
                                    <p:anim calcmode="lin" valueType="num">
                                      <p:cBhvr>
                                        <p:cTn id="19"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20" dur="500" fill="hold"/>
                                        <p:tgtEl>
                                          <p:spTgt spid="19">
                                            <p:txEl>
                                              <p:pRg st="0" end="0"/>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1">
                                            <p:txEl>
                                              <p:pRg st="0" end="0"/>
                                            </p:txEl>
                                          </p:spTgt>
                                        </p:tgtEl>
                                        <p:attrNameLst>
                                          <p:attrName>style.visibility</p:attrName>
                                        </p:attrNameLst>
                                      </p:cBhvr>
                                      <p:to>
                                        <p:strVal val="visible"/>
                                      </p:to>
                                    </p:set>
                                    <p:animEffect transition="in" filter="fade">
                                      <p:cBhvr>
                                        <p:cTn id="23" dur="500"/>
                                        <p:tgtEl>
                                          <p:spTgt spid="21">
                                            <p:txEl>
                                              <p:pRg st="0" end="0"/>
                                            </p:txEl>
                                          </p:spTgt>
                                        </p:tgtEl>
                                      </p:cBhvr>
                                    </p:animEffect>
                                    <p:anim calcmode="lin" valueType="num">
                                      <p:cBhvr>
                                        <p:cTn id="24"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25" dur="5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animEffect transition="in" filter="fade">
                                      <p:cBhvr>
                                        <p:cTn id="29"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9" grpId="0" build="p">
        <p:tmplLst>
          <p:tmpl lvl="1">
            <p:tnLst>
              <p:par>
                <p:cTn presetID="47" presetClass="entr" presetSubtype="0"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anim calcmode="lin" valueType="num">
                      <p:cBhvr>
                        <p:cTn dur="500" fill="hold"/>
                        <p:tgtEl>
                          <p:spTgt spid="19"/>
                        </p:tgtEl>
                        <p:attrNameLst>
                          <p:attrName>ppt_x</p:attrName>
                        </p:attrNameLst>
                      </p:cBhvr>
                      <p:tavLst>
                        <p:tav tm="0">
                          <p:val>
                            <p:strVal val="#ppt_x"/>
                          </p:val>
                        </p:tav>
                        <p:tav tm="100000">
                          <p:val>
                            <p:strVal val="#ppt_x"/>
                          </p:val>
                        </p:tav>
                      </p:tavLst>
                    </p:anim>
                    <p:anim calcmode="lin" valueType="num">
                      <p:cBhvr>
                        <p:cTn dur="500" fill="hold"/>
                        <p:tgtEl>
                          <p:spTgt spid="19"/>
                        </p:tgtEl>
                        <p:attrNameLst>
                          <p:attrName>ppt_y</p:attrName>
                        </p:attrNameLst>
                      </p:cBhvr>
                      <p:tavLst>
                        <p:tav tm="0">
                          <p:val>
                            <p:strVal val="#ppt_y-.1"/>
                          </p:val>
                        </p:tav>
                        <p:tav tm="100000">
                          <p:val>
                            <p:strVal val="#ppt_y"/>
                          </p:val>
                        </p:tav>
                      </p:tavLst>
                    </p:anim>
                  </p:childTnLst>
                </p:cTn>
              </p:par>
            </p:tnLst>
          </p:tmpl>
        </p:tmplLst>
      </p:bldP>
      <p:bldP spid="21" grpId="0" build="p">
        <p:tmplLst>
          <p:tmpl lvl="1">
            <p:tnLst>
              <p:par>
                <p:cTn presetID="42"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anim calcmode="lin" valueType="num">
                      <p:cBhvr>
                        <p:cTn dur="500" fill="hold"/>
                        <p:tgtEl>
                          <p:spTgt spid="21"/>
                        </p:tgtEl>
                        <p:attrNameLst>
                          <p:attrName>ppt_x</p:attrName>
                        </p:attrNameLst>
                      </p:cBhvr>
                      <p:tavLst>
                        <p:tav tm="0">
                          <p:val>
                            <p:strVal val="#ppt_x"/>
                          </p:val>
                        </p:tav>
                        <p:tav tm="100000">
                          <p:val>
                            <p:strVal val="#ppt_x"/>
                          </p:val>
                        </p:tav>
                      </p:tavLst>
                    </p:anim>
                    <p:anim calcmode="lin" valueType="num">
                      <p:cBhvr>
                        <p:cTn dur="500" fill="hold"/>
                        <p:tgtEl>
                          <p:spTgt spid="21"/>
                        </p:tgtEl>
                        <p:attrNameLst>
                          <p:attrName>ppt_y</p:attrName>
                        </p:attrNameLst>
                      </p:cBhvr>
                      <p:tavLst>
                        <p:tav tm="0">
                          <p:val>
                            <p:strVal val="#ppt_y+.1"/>
                          </p:val>
                        </p:tav>
                        <p:tav tm="100000">
                          <p:val>
                            <p:strVal val="#ppt_y"/>
                          </p:val>
                        </p:tav>
                      </p:tavLst>
                    </p:anim>
                  </p:childTnLst>
                </p:cTn>
              </p:par>
            </p:tnLst>
          </p:tmpl>
        </p:tmplLst>
      </p:bldP>
      <p:bldP spid="8" grpId="0" build="p">
        <p:tmplLst>
          <p:tmpl lvl="1">
            <p:tnLst>
              <p:par>
                <p:cTn presetID="2" presetClass="entr" presetSubtype="4" fill="hold" nodeType="with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79862" y="396554"/>
            <a:ext cx="10416137" cy="430887"/>
          </a:xfrm>
          <a:prstGeom prst="rect">
            <a:avLst/>
          </a:prstGeom>
        </p:spPr>
        <p:txBody>
          <a:bodyPr wrap="square" lIns="0" tIns="0" rIns="0" bIns="0" anchor="ctr" anchorCtr="0">
            <a:spAutoFit/>
          </a:bodyPr>
          <a:lstStyle>
            <a:lvl1pPr algn="l">
              <a:lnSpc>
                <a:spcPct val="100000"/>
              </a:lnSpc>
              <a:defRPr sz="2800">
                <a:solidFill>
                  <a:schemeClr val="accent1"/>
                </a:solidFill>
                <a:latin typeface="+mn-ea"/>
                <a:ea typeface="+mn-ea"/>
              </a:defRPr>
            </a:lvl1pPr>
          </a:lstStyle>
          <a:p>
            <a:r>
              <a:rPr lang="zh-CN" altLang="en-US" dirty="0" smtClean="0"/>
              <a:t>在此输入标题</a:t>
            </a:r>
            <a:endParaRPr lang="zh-CN" altLang="en-US" dirty="0"/>
          </a:p>
        </p:txBody>
      </p:sp>
      <p:sp>
        <p:nvSpPr>
          <p:cNvPr id="4" name="文本占位符 3"/>
          <p:cNvSpPr>
            <a:spLocks noGrp="1"/>
          </p:cNvSpPr>
          <p:nvPr>
            <p:ph type="body" sz="quarter" idx="10" hasCustomPrompt="1"/>
          </p:nvPr>
        </p:nvSpPr>
        <p:spPr>
          <a:xfrm>
            <a:off x="8630194" y="340638"/>
            <a:ext cx="2865806" cy="253916"/>
          </a:xfrm>
          <a:prstGeom prst="rect">
            <a:avLst/>
          </a:prstGeom>
        </p:spPr>
        <p:txBody>
          <a:bodyPr wrap="square" lIns="0" rIns="0" anchor="ctr" anchorCtr="0">
            <a:spAutoFit/>
          </a:bodyPr>
          <a:lstStyle>
            <a:lvl1pPr marL="0" indent="0" algn="r">
              <a:lnSpc>
                <a:spcPct val="100000"/>
              </a:lnSpc>
              <a:spcBef>
                <a:spcPts val="0"/>
              </a:spcBef>
              <a:buNone/>
              <a:defRPr sz="1050">
                <a:solidFill>
                  <a:schemeClr val="bg1">
                    <a:lumMod val="65000"/>
                  </a:schemeClr>
                </a:solidFill>
              </a:defRPr>
            </a:lvl1pPr>
          </a:lstStyle>
          <a:p>
            <a:pPr lvl="0"/>
            <a:r>
              <a:rPr lang="en-US" altLang="zh-CN" dirty="0" smtClean="0"/>
              <a:t>YOUR TITLE IN HERE</a:t>
            </a:r>
            <a:endParaRPr lang="zh-CN" altLang="en-US" dirty="0"/>
          </a:p>
        </p:txBody>
      </p:sp>
      <p:sp>
        <p:nvSpPr>
          <p:cNvPr id="5" name="标题 1"/>
          <p:cNvSpPr txBox="1">
            <a:spLocks/>
          </p:cNvSpPr>
          <p:nvPr userDrawn="1"/>
        </p:nvSpPr>
        <p:spPr>
          <a:xfrm>
            <a:off x="10441858" y="594554"/>
            <a:ext cx="1054142" cy="261610"/>
          </a:xfrm>
          <a:prstGeom prst="rect">
            <a:avLst/>
          </a:prstGeom>
        </p:spPr>
        <p:txBody>
          <a:bodyPr wrap="square" lIns="0" rIns="0" anchor="ctr" anchorCtr="0">
            <a:spAutoFit/>
          </a:bodyPr>
          <a:lstStyle>
            <a:lvl1pPr algn="l" defTabSz="914400" rtl="0" eaLnBrk="1" latinLnBrk="0" hangingPunct="1">
              <a:lnSpc>
                <a:spcPct val="100000"/>
              </a:lnSpc>
              <a:spcBef>
                <a:spcPct val="0"/>
              </a:spcBef>
              <a:buNone/>
              <a:defRPr sz="2400" kern="1200">
                <a:solidFill>
                  <a:schemeClr val="tx1"/>
                </a:solidFill>
                <a:latin typeface="+mn-ea"/>
                <a:ea typeface="+mn-ea"/>
                <a:cs typeface="+mj-cs"/>
              </a:defRPr>
            </a:lvl1pPr>
          </a:lstStyle>
          <a:p>
            <a:pPr algn="r"/>
            <a:r>
              <a:rPr lang="en-US" altLang="zh-CN" sz="1050" dirty="0" smtClean="0">
                <a:solidFill>
                  <a:schemeClr val="bg1">
                    <a:lumMod val="65000"/>
                  </a:schemeClr>
                </a:solidFill>
              </a:rPr>
              <a:t>PAGE </a:t>
            </a:r>
            <a:fld id="{3C422A9E-A053-49B7-8803-97715C0E0049}" type="slidenum">
              <a:rPr lang="en-US" altLang="zh-CN" sz="1050" smtClean="0">
                <a:solidFill>
                  <a:schemeClr val="bg1">
                    <a:lumMod val="65000"/>
                  </a:schemeClr>
                </a:solidFill>
              </a:rPr>
              <a:pPr algn="r"/>
              <a:t>‹#›</a:t>
            </a:fld>
            <a:r>
              <a:rPr lang="en-US" altLang="zh-CN" sz="1050" dirty="0" smtClean="0">
                <a:solidFill>
                  <a:schemeClr val="bg1">
                    <a:lumMod val="65000"/>
                  </a:schemeClr>
                </a:solidFill>
              </a:rPr>
              <a:t> </a:t>
            </a:r>
            <a:endParaRPr lang="zh-CN" altLang="en-US" sz="1050" dirty="0">
              <a:solidFill>
                <a:schemeClr val="bg1">
                  <a:lumMod val="65000"/>
                </a:schemeClr>
              </a:solidFill>
            </a:endParaRPr>
          </a:p>
        </p:txBody>
      </p:sp>
      <p:sp>
        <p:nvSpPr>
          <p:cNvPr id="6" name="矩形 5"/>
          <p:cNvSpPr/>
          <p:nvPr userDrawn="1"/>
        </p:nvSpPr>
        <p:spPr>
          <a:xfrm>
            <a:off x="696000" y="440160"/>
            <a:ext cx="171947" cy="343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84161820"/>
      </p:ext>
    </p:extLst>
  </p:cSld>
  <p:clrMapOvr>
    <a:masterClrMapping/>
  </p:clrMapOvr>
  <p:transition spd="slow">
    <p:push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5877817"/>
      </p:ext>
    </p:extLst>
  </p:cSld>
  <p:clrMapOvr>
    <a:masterClrMapping/>
  </p:clrMapOvr>
  <p:transition spd="slow">
    <p:push dir="u"/>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459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4" r:id="rId5"/>
  </p:sldLayoutIdLst>
  <p:transition spd="slow">
    <p:push dir="u"/>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microsoft.com/office/2007/relationships/media" Target="../media/media1.mp3"/><Relationship Id="rId1" Type="http://schemas.openxmlformats.org/officeDocument/2006/relationships/audio" Target="NULL" TargetMode="External"/><Relationship Id="rId6" Type="http://schemas.microsoft.com/office/2007/relationships/hdphoto" Target="../media/hdphoto2.wdp"/><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4.jpg"/><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jpg"/></Relationships>
</file>

<file path=ppt/slides/_rels/slide1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31.jpg"/><Relationship Id="rId4" Type="http://schemas.openxmlformats.org/officeDocument/2006/relationships/image" Target="../media/image30.jpg"/></Relationships>
</file>

<file path=ppt/slides/_rels/slide1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chart" Target="../charts/chart4.xml"/><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529" y="-297"/>
            <a:ext cx="12193057" cy="6858594"/>
          </a:xfrm>
          <a:prstGeom prst="rect">
            <a:avLst/>
          </a:prstGeom>
        </p:spPr>
      </p:pic>
      <p:sp>
        <p:nvSpPr>
          <p:cNvPr id="7" name="文本框 6"/>
          <p:cNvSpPr txBox="1"/>
          <p:nvPr/>
        </p:nvSpPr>
        <p:spPr>
          <a:xfrm>
            <a:off x="696000" y="2861591"/>
            <a:ext cx="10800000" cy="830997"/>
          </a:xfrm>
          <a:prstGeom prst="rect">
            <a:avLst/>
          </a:prstGeom>
          <a:noFill/>
        </p:spPr>
        <p:txBody>
          <a:bodyPr wrap="square" lIns="0" rIns="0" rtlCol="0">
            <a:spAutoFit/>
          </a:bodyPr>
          <a:lstStyle/>
          <a:p>
            <a:pPr algn="ctr"/>
            <a:r>
              <a:rPr lang="zh-CN" altLang="en-US" sz="4800" dirty="0" smtClean="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rPr>
              <a:t>厚 德 立 企</a:t>
            </a:r>
            <a:r>
              <a:rPr lang="en-US" altLang="zh-CN" sz="4800" dirty="0" smtClean="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rPr>
              <a:t>·</a:t>
            </a:r>
            <a:r>
              <a:rPr lang="zh-CN" altLang="en-US" sz="4800" dirty="0" smtClean="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rPr>
              <a:t>行 稳 致 远</a:t>
            </a:r>
            <a:endParaRPr lang="zh-CN" altLang="en-US" sz="4800" dirty="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endParaRPr>
          </a:p>
        </p:txBody>
      </p:sp>
      <p:sp>
        <p:nvSpPr>
          <p:cNvPr id="8" name="文本框 7"/>
          <p:cNvSpPr txBox="1"/>
          <p:nvPr/>
        </p:nvSpPr>
        <p:spPr>
          <a:xfrm>
            <a:off x="696000" y="3870903"/>
            <a:ext cx="10800000" cy="526811"/>
          </a:xfrm>
          <a:prstGeom prst="rect">
            <a:avLst/>
          </a:prstGeom>
          <a:noFill/>
        </p:spPr>
        <p:txBody>
          <a:bodyPr wrap="square" lIns="0" rIns="0" rtlCol="0">
            <a:spAutoFit/>
          </a:bodyPr>
          <a:lstStyle/>
          <a:p>
            <a:pPr algn="ctr">
              <a:lnSpc>
                <a:spcPct val="150000"/>
              </a:lnSpc>
            </a:pPr>
            <a:r>
              <a:rPr lang="en-US" altLang="zh-CN" sz="1000" dirty="0" smtClean="0">
                <a:gradFill>
                  <a:gsLst>
                    <a:gs pos="0">
                      <a:schemeClr val="accent1"/>
                    </a:gs>
                    <a:gs pos="100000">
                      <a:schemeClr val="accent1">
                        <a:lumMod val="60000"/>
                        <a:lumOff val="40000"/>
                      </a:schemeClr>
                    </a:gs>
                  </a:gsLst>
                  <a:lin ang="2700000" scaled="0"/>
                </a:gradFill>
                <a:latin typeface="+mn-ea"/>
                <a:cs typeface="+mn-ea"/>
                <a:sym typeface="+mn-lt"/>
              </a:rPr>
              <a:t>BUILD A COMPANY WITH VIRTUE</a:t>
            </a:r>
          </a:p>
          <a:p>
            <a:pPr algn="ctr">
              <a:lnSpc>
                <a:spcPct val="150000"/>
              </a:lnSpc>
            </a:pPr>
            <a:r>
              <a:rPr lang="en-US" altLang="zh-CN" sz="1000" dirty="0" smtClean="0">
                <a:gradFill>
                  <a:gsLst>
                    <a:gs pos="0">
                      <a:schemeClr val="accent1"/>
                    </a:gs>
                    <a:gs pos="100000">
                      <a:schemeClr val="accent1">
                        <a:lumMod val="60000"/>
                        <a:lumOff val="40000"/>
                      </a:schemeClr>
                    </a:gs>
                  </a:gsLst>
                  <a:lin ang="2700000" scaled="0"/>
                </a:gradFill>
                <a:latin typeface="+mn-ea"/>
                <a:cs typeface="+mn-ea"/>
                <a:sym typeface="+mn-lt"/>
              </a:rPr>
              <a:t>ACHIEVE LONG-TERM SUCCESS THROUGH STEADY PROGRESS</a:t>
            </a:r>
            <a:endParaRPr lang="zh-CN" altLang="en-US" sz="1000" dirty="0">
              <a:gradFill>
                <a:gsLst>
                  <a:gs pos="0">
                    <a:schemeClr val="accent1"/>
                  </a:gs>
                  <a:gs pos="100000">
                    <a:schemeClr val="accent1">
                      <a:lumMod val="60000"/>
                      <a:lumOff val="40000"/>
                    </a:schemeClr>
                  </a:gs>
                </a:gsLst>
                <a:lin ang="2700000" scaled="0"/>
              </a:gradFill>
              <a:latin typeface="+mn-ea"/>
              <a:cs typeface="+mn-ea"/>
              <a:sym typeface="+mn-lt"/>
            </a:endParaRPr>
          </a:p>
        </p:txBody>
      </p:sp>
      <p:sp>
        <p:nvSpPr>
          <p:cNvPr id="10" name="文本框 9"/>
          <p:cNvSpPr txBox="1"/>
          <p:nvPr/>
        </p:nvSpPr>
        <p:spPr>
          <a:xfrm>
            <a:off x="696000" y="2187658"/>
            <a:ext cx="10800000" cy="584775"/>
          </a:xfrm>
          <a:prstGeom prst="rect">
            <a:avLst/>
          </a:prstGeom>
          <a:noFill/>
        </p:spPr>
        <p:txBody>
          <a:bodyPr wrap="square" lIns="0" rIns="0" rtlCol="0">
            <a:spAutoFit/>
          </a:bodyPr>
          <a:lstStyle/>
          <a:p>
            <a:pPr algn="ctr"/>
            <a:r>
              <a:rPr lang="en-US" altLang="zh-CN" sz="3200" b="1" dirty="0" smtClean="0">
                <a:gradFill>
                  <a:gsLst>
                    <a:gs pos="0">
                      <a:schemeClr val="accent1"/>
                    </a:gs>
                    <a:gs pos="100000">
                      <a:schemeClr val="accent1">
                        <a:lumMod val="60000"/>
                        <a:lumOff val="40000"/>
                      </a:schemeClr>
                    </a:gs>
                  </a:gsLst>
                  <a:lin ang="2700000" scaled="0"/>
                </a:gradFill>
                <a:latin typeface="+mn-ea"/>
                <a:cs typeface="+mn-ea"/>
                <a:sym typeface="+mn-lt"/>
              </a:rPr>
              <a:t>COMPANY PROFILE</a:t>
            </a:r>
            <a:endParaRPr lang="zh-CN" altLang="en-US" sz="3200" b="1" dirty="0">
              <a:gradFill>
                <a:gsLst>
                  <a:gs pos="0">
                    <a:schemeClr val="accent1"/>
                  </a:gs>
                  <a:gs pos="100000">
                    <a:schemeClr val="accent1">
                      <a:lumMod val="60000"/>
                      <a:lumOff val="40000"/>
                    </a:schemeClr>
                  </a:gs>
                </a:gsLst>
                <a:lin ang="2700000" scaled="0"/>
              </a:gradFill>
              <a:latin typeface="+mn-ea"/>
              <a:cs typeface="+mn-ea"/>
              <a:sym typeface="+mn-lt"/>
            </a:endParaRPr>
          </a:p>
        </p:txBody>
      </p:sp>
      <p:pic>
        <p:nvPicPr>
          <p:cNvPr id="11" name="【187938】企业律动">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7"/>
          <a:stretch>
            <a:fillRect/>
          </a:stretch>
        </p:blipFill>
        <p:spPr>
          <a:xfrm>
            <a:off x="5892800" y="6858297"/>
            <a:ext cx="406400" cy="406400"/>
          </a:xfrm>
          <a:prstGeom prst="rect">
            <a:avLst/>
          </a:prstGeom>
        </p:spPr>
      </p:pic>
    </p:spTree>
    <p:extLst>
      <p:ext uri="{BB962C8B-B14F-4D97-AF65-F5344CB8AC3E}">
        <p14:creationId xmlns:p14="http://schemas.microsoft.com/office/powerpoint/2010/main" val="9188289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par>
                          <p:cTn id="7" fill="hold">
                            <p:stCondLst>
                              <p:cond delay="0"/>
                            </p:stCondLst>
                            <p:childTnLst>
                              <p:par>
                                <p:cTn id="8" presetID="23" presetClass="entr" presetSubtype="528" fill="hold" grpId="0" nodeType="afterEffect">
                                  <p:stCondLst>
                                    <p:cond delay="0"/>
                                  </p:stCondLst>
                                  <p:iterate type="lt">
                                    <p:tmPct val="10000"/>
                                  </p:iterate>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fltVal val="0"/>
                                          </p:val>
                                        </p:tav>
                                        <p:tav tm="100000">
                                          <p:val>
                                            <p:strVal val="#ppt_w"/>
                                          </p:val>
                                        </p:tav>
                                      </p:tavLst>
                                    </p:anim>
                                    <p:anim calcmode="lin" valueType="num">
                                      <p:cBhvr>
                                        <p:cTn id="11" dur="500" fill="hold"/>
                                        <p:tgtEl>
                                          <p:spTgt spid="7"/>
                                        </p:tgtEl>
                                        <p:attrNameLst>
                                          <p:attrName>ppt_h</p:attrName>
                                        </p:attrNameLst>
                                      </p:cBhvr>
                                      <p:tavLst>
                                        <p:tav tm="0">
                                          <p:val>
                                            <p:fltVal val="0"/>
                                          </p:val>
                                        </p:tav>
                                        <p:tav tm="100000">
                                          <p:val>
                                            <p:strVal val="#ppt_h"/>
                                          </p:val>
                                        </p:tav>
                                      </p:tavLst>
                                    </p:anim>
                                    <p:anim calcmode="lin" valueType="num">
                                      <p:cBhvr>
                                        <p:cTn id="12" dur="500" fill="hold"/>
                                        <p:tgtEl>
                                          <p:spTgt spid="7"/>
                                        </p:tgtEl>
                                        <p:attrNameLst>
                                          <p:attrName>ppt_x</p:attrName>
                                        </p:attrNameLst>
                                      </p:cBhvr>
                                      <p:tavLst>
                                        <p:tav tm="0">
                                          <p:val>
                                            <p:fltVal val="0.5"/>
                                          </p:val>
                                        </p:tav>
                                        <p:tav tm="100000">
                                          <p:val>
                                            <p:strVal val="#ppt_x"/>
                                          </p:val>
                                        </p:tav>
                                      </p:tavLst>
                                    </p:anim>
                                    <p:anim calcmode="lin" valueType="num">
                                      <p:cBhvr>
                                        <p:cTn id="13" dur="500" fill="hold"/>
                                        <p:tgtEl>
                                          <p:spTgt spid="7"/>
                                        </p:tgtEl>
                                        <p:attrNameLst>
                                          <p:attrName>ppt_y</p:attrName>
                                        </p:attrNameLst>
                                      </p:cBhvr>
                                      <p:tavLst>
                                        <p:tav tm="0">
                                          <p:val>
                                            <p:fltVal val="0.5"/>
                                          </p:val>
                                        </p:tav>
                                        <p:tav tm="100000">
                                          <p:val>
                                            <p:strVal val="#ppt_y"/>
                                          </p:val>
                                        </p:tav>
                                      </p:tavLst>
                                    </p:anim>
                                  </p:childTnLst>
                                </p:cTn>
                              </p:par>
                            </p:childTnLst>
                          </p:cTn>
                        </p:par>
                        <p:par>
                          <p:cTn id="14" fill="hold">
                            <p:stCondLst>
                              <p:cond delay="90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anim calcmode="lin" valueType="num">
                                      <p:cBhvr>
                                        <p:cTn id="18" dur="500" fill="hold"/>
                                        <p:tgtEl>
                                          <p:spTgt spid="10"/>
                                        </p:tgtEl>
                                        <p:attrNameLst>
                                          <p:attrName>ppt_x</p:attrName>
                                        </p:attrNameLst>
                                      </p:cBhvr>
                                      <p:tavLst>
                                        <p:tav tm="0">
                                          <p:val>
                                            <p:strVal val="#ppt_x"/>
                                          </p:val>
                                        </p:tav>
                                        <p:tav tm="100000">
                                          <p:val>
                                            <p:strVal val="#ppt_x"/>
                                          </p:val>
                                        </p:tav>
                                      </p:tavLst>
                                    </p:anim>
                                    <p:anim calcmode="lin" valueType="num">
                                      <p:cBhvr>
                                        <p:cTn id="19" dur="500" fill="hold"/>
                                        <p:tgtEl>
                                          <p:spTgt spid="10"/>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4" repeatCount="indefinite" fill="remove" display="0">
                  <p:stCondLst>
                    <p:cond delay="indefinite"/>
                  </p:stCondLst>
                  <p:endCondLst>
                    <p:cond evt="onStopAudio" delay="0">
                      <p:tgtEl>
                        <p:sldTgt/>
                      </p:tgtEl>
                    </p:cond>
                  </p:endCondLst>
                </p:cTn>
                <p:tgtEl>
                  <p:spTgt spid="11"/>
                </p:tgtEl>
              </p:cMediaNode>
            </p:audio>
          </p:childTnLst>
        </p:cTn>
      </p:par>
    </p:tnLst>
    <p:bldLst>
      <p:bldP spid="7" grpId="0"/>
      <p:bldP spid="8"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t="53375" b="5996"/>
          <a:stretch/>
        </p:blipFill>
        <p:spPr>
          <a:xfrm>
            <a:off x="0" y="0"/>
            <a:ext cx="12192000" cy="3422469"/>
          </a:xfrm>
          <a:prstGeom prst="rect">
            <a:avLst/>
          </a:prstGeom>
        </p:spPr>
      </p:pic>
      <p:sp>
        <p:nvSpPr>
          <p:cNvPr id="3" name="文本框 2"/>
          <p:cNvSpPr txBox="1"/>
          <p:nvPr/>
        </p:nvSpPr>
        <p:spPr>
          <a:xfrm>
            <a:off x="696000" y="1965058"/>
            <a:ext cx="10800000" cy="461665"/>
          </a:xfrm>
          <a:prstGeom prst="rect">
            <a:avLst/>
          </a:prstGeom>
          <a:noFill/>
        </p:spPr>
        <p:txBody>
          <a:bodyPr wrap="square" lIns="0" rIns="0" rtlCol="0">
            <a:spAutoFit/>
          </a:bodyPr>
          <a:lstStyle/>
          <a:p>
            <a:pPr algn="ctr"/>
            <a:r>
              <a:rPr lang="zh-CN" altLang="en-US" sz="2400" dirty="0" smtClean="0">
                <a:gradFill>
                  <a:gsLst>
                    <a:gs pos="0">
                      <a:schemeClr val="accent1"/>
                    </a:gs>
                    <a:gs pos="100000">
                      <a:schemeClr val="accent1">
                        <a:lumMod val="60000"/>
                        <a:lumOff val="40000"/>
                      </a:schemeClr>
                    </a:gs>
                  </a:gsLst>
                  <a:lin ang="2700000" scaled="0"/>
                </a:gradFill>
                <a:latin typeface="+mn-ea"/>
                <a:cs typeface="+mn-ea"/>
                <a:sym typeface="+mn-lt"/>
              </a:rPr>
              <a:t>目录</a:t>
            </a:r>
            <a:endParaRPr lang="zh-CN" altLang="en-US" sz="2400" dirty="0">
              <a:gradFill>
                <a:gsLst>
                  <a:gs pos="0">
                    <a:schemeClr val="accent1"/>
                  </a:gs>
                  <a:gs pos="100000">
                    <a:schemeClr val="accent1">
                      <a:lumMod val="60000"/>
                      <a:lumOff val="40000"/>
                    </a:schemeClr>
                  </a:gs>
                </a:gsLst>
                <a:lin ang="2700000" scaled="0"/>
              </a:gradFill>
              <a:latin typeface="+mn-ea"/>
              <a:cs typeface="+mn-ea"/>
              <a:sym typeface="+mn-lt"/>
            </a:endParaRPr>
          </a:p>
        </p:txBody>
      </p:sp>
      <p:sp>
        <p:nvSpPr>
          <p:cNvPr id="4" name="文本框 3"/>
          <p:cNvSpPr txBox="1"/>
          <p:nvPr/>
        </p:nvSpPr>
        <p:spPr>
          <a:xfrm>
            <a:off x="696000" y="1192274"/>
            <a:ext cx="10800000" cy="830997"/>
          </a:xfrm>
          <a:prstGeom prst="rect">
            <a:avLst/>
          </a:prstGeom>
          <a:noFill/>
        </p:spPr>
        <p:txBody>
          <a:bodyPr wrap="square" lIns="0" rIns="0" rtlCol="0">
            <a:spAutoFit/>
          </a:bodyPr>
          <a:lstStyle/>
          <a:p>
            <a:pPr algn="ctr"/>
            <a:r>
              <a:rPr lang="en-US" altLang="zh-CN" sz="4800" b="1" dirty="0" smtClean="0">
                <a:gradFill>
                  <a:gsLst>
                    <a:gs pos="0">
                      <a:schemeClr val="accent1"/>
                    </a:gs>
                    <a:gs pos="100000">
                      <a:schemeClr val="accent1">
                        <a:lumMod val="60000"/>
                        <a:lumOff val="40000"/>
                      </a:schemeClr>
                    </a:gs>
                  </a:gsLst>
                  <a:lin ang="2700000" scaled="0"/>
                </a:gradFill>
                <a:latin typeface="+mn-ea"/>
                <a:cs typeface="+mn-ea"/>
                <a:sym typeface="+mn-lt"/>
              </a:rPr>
              <a:t>CONTENTS</a:t>
            </a:r>
            <a:endParaRPr lang="zh-CN" altLang="en-US" sz="4800" b="1" dirty="0">
              <a:gradFill>
                <a:gsLst>
                  <a:gs pos="0">
                    <a:schemeClr val="accent1"/>
                  </a:gs>
                  <a:gs pos="100000">
                    <a:schemeClr val="accent1">
                      <a:lumMod val="60000"/>
                      <a:lumOff val="40000"/>
                    </a:schemeClr>
                  </a:gs>
                </a:gsLst>
                <a:lin ang="2700000" scaled="0"/>
              </a:gradFill>
              <a:latin typeface="+mn-ea"/>
              <a:cs typeface="+mn-ea"/>
              <a:sym typeface="+mn-lt"/>
            </a:endParaRPr>
          </a:p>
        </p:txBody>
      </p:sp>
      <p:sp>
        <p:nvSpPr>
          <p:cNvPr id="5" name="矩形 4"/>
          <p:cNvSpPr/>
          <p:nvPr/>
        </p:nvSpPr>
        <p:spPr>
          <a:xfrm>
            <a:off x="0" y="3422469"/>
            <a:ext cx="12192000" cy="104502"/>
          </a:xfrm>
          <a:prstGeom prst="rect">
            <a:avLst/>
          </a:prstGeom>
          <a:gradFill>
            <a:gsLst>
              <a:gs pos="0">
                <a:schemeClr val="accent1"/>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309567" y="5979997"/>
            <a:ext cx="443346" cy="443346"/>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591947" y="5979997"/>
            <a:ext cx="443346" cy="443346"/>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873125" y="5979997"/>
            <a:ext cx="443346" cy="443346"/>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56707" y="5979997"/>
            <a:ext cx="443346" cy="443346"/>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0439087" y="5979997"/>
            <a:ext cx="443346" cy="443346"/>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96000" y="4805829"/>
            <a:ext cx="1670480" cy="400110"/>
          </a:xfrm>
          <a:prstGeom prst="rect">
            <a:avLst/>
          </a:prstGeom>
          <a:noFill/>
        </p:spPr>
        <p:txBody>
          <a:bodyPr wrap="square" lIns="0" rIns="0" rtlCol="0">
            <a:spAutoFit/>
          </a:bodyPr>
          <a:lstStyle/>
          <a:p>
            <a:pPr algn="ctr"/>
            <a:r>
              <a:rPr lang="zh-CN" altLang="en-US" sz="2000" dirty="0" smtClean="0">
                <a:solidFill>
                  <a:schemeClr val="accent1"/>
                </a:solidFill>
                <a:latin typeface="+mn-ea"/>
                <a:cs typeface="+mn-ea"/>
                <a:sym typeface="+mn-lt"/>
              </a:rPr>
              <a:t>企业情况简介</a:t>
            </a:r>
            <a:endParaRPr lang="zh-CN" altLang="en-US" sz="2000" dirty="0">
              <a:solidFill>
                <a:schemeClr val="accent1"/>
              </a:solidFill>
              <a:latin typeface="+mn-ea"/>
              <a:cs typeface="+mn-ea"/>
              <a:sym typeface="+mn-lt"/>
            </a:endParaRPr>
          </a:p>
        </p:txBody>
      </p:sp>
      <p:sp>
        <p:nvSpPr>
          <p:cNvPr id="12" name="文本框 11"/>
          <p:cNvSpPr txBox="1"/>
          <p:nvPr/>
        </p:nvSpPr>
        <p:spPr>
          <a:xfrm>
            <a:off x="696000" y="5445740"/>
            <a:ext cx="1670480" cy="215444"/>
          </a:xfrm>
          <a:prstGeom prst="rect">
            <a:avLst/>
          </a:prstGeom>
          <a:noFill/>
        </p:spPr>
        <p:txBody>
          <a:bodyPr wrap="square" lIns="0" rIns="0" rtlCol="0">
            <a:spAutoFit/>
          </a:bodyPr>
          <a:lstStyle/>
          <a:p>
            <a:pPr algn="ctr"/>
            <a:r>
              <a:rPr lang="en-US" altLang="zh-CN" sz="800" dirty="0" smtClean="0">
                <a:solidFill>
                  <a:schemeClr val="tx1">
                    <a:lumMod val="50000"/>
                    <a:lumOff val="50000"/>
                  </a:schemeClr>
                </a:solidFill>
                <a:latin typeface="+mn-ea"/>
                <a:cs typeface="+mn-ea"/>
                <a:sym typeface="+mn-lt"/>
              </a:rPr>
              <a:t>COMPANY PROFILE</a:t>
            </a:r>
            <a:endParaRPr lang="zh-CN" altLang="en-US" sz="800" dirty="0">
              <a:solidFill>
                <a:schemeClr val="tx1">
                  <a:lumMod val="50000"/>
                  <a:lumOff val="50000"/>
                </a:schemeClr>
              </a:solidFill>
              <a:latin typeface="+mn-ea"/>
              <a:cs typeface="+mn-ea"/>
              <a:sym typeface="+mn-lt"/>
            </a:endParaRPr>
          </a:p>
        </p:txBody>
      </p:sp>
      <p:sp>
        <p:nvSpPr>
          <p:cNvPr id="13" name="文本框 12"/>
          <p:cNvSpPr txBox="1"/>
          <p:nvPr/>
        </p:nvSpPr>
        <p:spPr>
          <a:xfrm>
            <a:off x="2978380" y="4805829"/>
            <a:ext cx="1670480" cy="400110"/>
          </a:xfrm>
          <a:prstGeom prst="rect">
            <a:avLst/>
          </a:prstGeom>
          <a:noFill/>
        </p:spPr>
        <p:txBody>
          <a:bodyPr wrap="square" lIns="0" rIns="0" rtlCol="0">
            <a:spAutoFit/>
          </a:bodyPr>
          <a:lstStyle/>
          <a:p>
            <a:pPr algn="ctr"/>
            <a:r>
              <a:rPr lang="zh-CN" altLang="en-US" sz="2000" dirty="0">
                <a:solidFill>
                  <a:schemeClr val="accent1"/>
                </a:solidFill>
                <a:latin typeface="+mn-ea"/>
                <a:cs typeface="+mn-ea"/>
                <a:sym typeface="+mn-lt"/>
              </a:rPr>
              <a:t>企业</a:t>
            </a:r>
            <a:r>
              <a:rPr lang="zh-CN" altLang="en-US" sz="2000" dirty="0" smtClean="0">
                <a:solidFill>
                  <a:schemeClr val="accent1"/>
                </a:solidFill>
                <a:latin typeface="+mn-ea"/>
                <a:cs typeface="+mn-ea"/>
                <a:sym typeface="+mn-lt"/>
              </a:rPr>
              <a:t>文化理念</a:t>
            </a:r>
            <a:endParaRPr lang="zh-CN" altLang="en-US" sz="2000" dirty="0">
              <a:solidFill>
                <a:schemeClr val="accent1"/>
              </a:solidFill>
              <a:latin typeface="+mn-ea"/>
              <a:cs typeface="+mn-ea"/>
              <a:sym typeface="+mn-lt"/>
            </a:endParaRPr>
          </a:p>
        </p:txBody>
      </p:sp>
      <p:sp>
        <p:nvSpPr>
          <p:cNvPr id="14" name="文本框 13"/>
          <p:cNvSpPr txBox="1"/>
          <p:nvPr/>
        </p:nvSpPr>
        <p:spPr>
          <a:xfrm>
            <a:off x="2978380" y="5445740"/>
            <a:ext cx="1670480" cy="215444"/>
          </a:xfrm>
          <a:prstGeom prst="rect">
            <a:avLst/>
          </a:prstGeom>
          <a:noFill/>
        </p:spPr>
        <p:txBody>
          <a:bodyPr wrap="square" lIns="0" rIns="0" rtlCol="0">
            <a:spAutoFit/>
          </a:bodyPr>
          <a:lstStyle/>
          <a:p>
            <a:pPr algn="ctr"/>
            <a:r>
              <a:rPr lang="en-US" altLang="zh-CN" sz="800" dirty="0" smtClean="0">
                <a:solidFill>
                  <a:schemeClr val="tx1">
                    <a:lumMod val="50000"/>
                    <a:lumOff val="50000"/>
                  </a:schemeClr>
                </a:solidFill>
                <a:latin typeface="+mn-ea"/>
                <a:cs typeface="+mn-ea"/>
                <a:sym typeface="+mn-lt"/>
              </a:rPr>
              <a:t>COMPANY CULTRUE</a:t>
            </a:r>
            <a:endParaRPr lang="zh-CN" altLang="en-US" sz="800" dirty="0">
              <a:solidFill>
                <a:schemeClr val="tx1">
                  <a:lumMod val="50000"/>
                  <a:lumOff val="50000"/>
                </a:schemeClr>
              </a:solidFill>
              <a:latin typeface="+mn-ea"/>
              <a:cs typeface="+mn-ea"/>
              <a:sym typeface="+mn-lt"/>
            </a:endParaRPr>
          </a:p>
        </p:txBody>
      </p:sp>
      <p:sp>
        <p:nvSpPr>
          <p:cNvPr id="15" name="文本框 14"/>
          <p:cNvSpPr txBox="1"/>
          <p:nvPr/>
        </p:nvSpPr>
        <p:spPr>
          <a:xfrm>
            <a:off x="5260760" y="4805829"/>
            <a:ext cx="1670480" cy="400110"/>
          </a:xfrm>
          <a:prstGeom prst="rect">
            <a:avLst/>
          </a:prstGeom>
          <a:noFill/>
        </p:spPr>
        <p:txBody>
          <a:bodyPr wrap="square" lIns="0" rIns="0" rtlCol="0">
            <a:spAutoFit/>
          </a:bodyPr>
          <a:lstStyle/>
          <a:p>
            <a:pPr algn="ctr"/>
            <a:r>
              <a:rPr lang="zh-CN" altLang="en-US" sz="2000" dirty="0" smtClean="0">
                <a:solidFill>
                  <a:schemeClr val="accent1"/>
                </a:solidFill>
                <a:latin typeface="+mn-ea"/>
                <a:cs typeface="+mn-ea"/>
                <a:sym typeface="+mn-lt"/>
              </a:rPr>
              <a:t>产品服务介绍</a:t>
            </a:r>
            <a:endParaRPr lang="zh-CN" altLang="en-US" sz="2000" dirty="0">
              <a:solidFill>
                <a:schemeClr val="accent1"/>
              </a:solidFill>
              <a:latin typeface="+mn-ea"/>
              <a:cs typeface="+mn-ea"/>
              <a:sym typeface="+mn-lt"/>
            </a:endParaRPr>
          </a:p>
        </p:txBody>
      </p:sp>
      <p:sp>
        <p:nvSpPr>
          <p:cNvPr id="16" name="文本框 15"/>
          <p:cNvSpPr txBox="1"/>
          <p:nvPr/>
        </p:nvSpPr>
        <p:spPr>
          <a:xfrm>
            <a:off x="5260760" y="5445740"/>
            <a:ext cx="1670480" cy="215444"/>
          </a:xfrm>
          <a:prstGeom prst="rect">
            <a:avLst/>
          </a:prstGeom>
          <a:noFill/>
        </p:spPr>
        <p:txBody>
          <a:bodyPr wrap="square" lIns="0" rIns="0" rtlCol="0">
            <a:spAutoFit/>
          </a:bodyPr>
          <a:lstStyle/>
          <a:p>
            <a:pPr algn="ctr"/>
            <a:r>
              <a:rPr lang="en-US" altLang="zh-CN" sz="800" dirty="0" smtClean="0">
                <a:solidFill>
                  <a:schemeClr val="tx1">
                    <a:lumMod val="50000"/>
                    <a:lumOff val="50000"/>
                  </a:schemeClr>
                </a:solidFill>
                <a:latin typeface="+mn-ea"/>
                <a:cs typeface="+mn-ea"/>
                <a:sym typeface="+mn-lt"/>
              </a:rPr>
              <a:t>PRODUCT&amp;SERVICES</a:t>
            </a:r>
            <a:endParaRPr lang="zh-CN" altLang="en-US" sz="800" dirty="0">
              <a:solidFill>
                <a:schemeClr val="tx1">
                  <a:lumMod val="50000"/>
                  <a:lumOff val="50000"/>
                </a:schemeClr>
              </a:solidFill>
              <a:latin typeface="+mn-ea"/>
              <a:cs typeface="+mn-ea"/>
              <a:sym typeface="+mn-lt"/>
            </a:endParaRPr>
          </a:p>
        </p:txBody>
      </p:sp>
      <p:sp>
        <p:nvSpPr>
          <p:cNvPr id="17" name="文本框 16"/>
          <p:cNvSpPr txBox="1"/>
          <p:nvPr/>
        </p:nvSpPr>
        <p:spPr>
          <a:xfrm>
            <a:off x="7543140" y="4805829"/>
            <a:ext cx="1670480" cy="400110"/>
          </a:xfrm>
          <a:prstGeom prst="rect">
            <a:avLst/>
          </a:prstGeom>
          <a:noFill/>
        </p:spPr>
        <p:txBody>
          <a:bodyPr wrap="square" lIns="0" rIns="0" rtlCol="0">
            <a:spAutoFit/>
          </a:bodyPr>
          <a:lstStyle/>
          <a:p>
            <a:pPr algn="ctr"/>
            <a:r>
              <a:rPr lang="zh-CN" altLang="en-US" sz="2000" dirty="0" smtClean="0">
                <a:solidFill>
                  <a:schemeClr val="accent1"/>
                </a:solidFill>
                <a:latin typeface="+mn-ea"/>
                <a:cs typeface="+mn-ea"/>
                <a:sym typeface="+mn-lt"/>
              </a:rPr>
              <a:t>企业实力展示</a:t>
            </a:r>
            <a:endParaRPr lang="zh-CN" altLang="en-US" sz="2000" dirty="0">
              <a:solidFill>
                <a:schemeClr val="accent1"/>
              </a:solidFill>
              <a:latin typeface="+mn-ea"/>
              <a:cs typeface="+mn-ea"/>
              <a:sym typeface="+mn-lt"/>
            </a:endParaRPr>
          </a:p>
        </p:txBody>
      </p:sp>
      <p:sp>
        <p:nvSpPr>
          <p:cNvPr id="18" name="文本框 17"/>
          <p:cNvSpPr txBox="1"/>
          <p:nvPr/>
        </p:nvSpPr>
        <p:spPr>
          <a:xfrm>
            <a:off x="7543140" y="5445740"/>
            <a:ext cx="1670480" cy="215444"/>
          </a:xfrm>
          <a:prstGeom prst="rect">
            <a:avLst/>
          </a:prstGeom>
          <a:noFill/>
        </p:spPr>
        <p:txBody>
          <a:bodyPr wrap="square" lIns="0" rIns="0" rtlCol="0">
            <a:spAutoFit/>
          </a:bodyPr>
          <a:lstStyle/>
          <a:p>
            <a:pPr algn="ctr"/>
            <a:r>
              <a:rPr lang="en-US" altLang="zh-CN" sz="800" dirty="0" smtClean="0">
                <a:solidFill>
                  <a:schemeClr val="tx1">
                    <a:lumMod val="50000"/>
                    <a:lumOff val="50000"/>
                  </a:schemeClr>
                </a:solidFill>
                <a:latin typeface="+mn-ea"/>
                <a:cs typeface="+mn-ea"/>
                <a:sym typeface="+mn-lt"/>
              </a:rPr>
              <a:t>COMPANY POWER</a:t>
            </a:r>
            <a:endParaRPr lang="zh-CN" altLang="en-US" sz="800" dirty="0">
              <a:solidFill>
                <a:schemeClr val="tx1">
                  <a:lumMod val="50000"/>
                  <a:lumOff val="50000"/>
                </a:schemeClr>
              </a:solidFill>
              <a:latin typeface="+mn-ea"/>
              <a:cs typeface="+mn-ea"/>
              <a:sym typeface="+mn-lt"/>
            </a:endParaRPr>
          </a:p>
        </p:txBody>
      </p:sp>
      <p:sp>
        <p:nvSpPr>
          <p:cNvPr id="19" name="文本框 18"/>
          <p:cNvSpPr txBox="1"/>
          <p:nvPr/>
        </p:nvSpPr>
        <p:spPr>
          <a:xfrm>
            <a:off x="9825520" y="4805829"/>
            <a:ext cx="1670480" cy="400110"/>
          </a:xfrm>
          <a:prstGeom prst="rect">
            <a:avLst/>
          </a:prstGeom>
          <a:noFill/>
        </p:spPr>
        <p:txBody>
          <a:bodyPr wrap="square" lIns="0" rIns="0" rtlCol="0">
            <a:spAutoFit/>
          </a:bodyPr>
          <a:lstStyle/>
          <a:p>
            <a:pPr algn="ctr"/>
            <a:r>
              <a:rPr lang="zh-CN" altLang="en-US" sz="2000" dirty="0" smtClean="0">
                <a:solidFill>
                  <a:schemeClr val="accent1"/>
                </a:solidFill>
                <a:latin typeface="+mn-ea"/>
                <a:cs typeface="+mn-ea"/>
                <a:sym typeface="+mn-lt"/>
              </a:rPr>
              <a:t>未来发展规划</a:t>
            </a:r>
            <a:endParaRPr lang="zh-CN" altLang="en-US" sz="2000" dirty="0">
              <a:solidFill>
                <a:schemeClr val="accent1"/>
              </a:solidFill>
              <a:latin typeface="+mn-ea"/>
              <a:cs typeface="+mn-ea"/>
              <a:sym typeface="+mn-lt"/>
            </a:endParaRPr>
          </a:p>
        </p:txBody>
      </p:sp>
      <p:sp>
        <p:nvSpPr>
          <p:cNvPr id="20" name="文本框 19"/>
          <p:cNvSpPr txBox="1"/>
          <p:nvPr/>
        </p:nvSpPr>
        <p:spPr>
          <a:xfrm>
            <a:off x="9825520" y="5445740"/>
            <a:ext cx="1670480" cy="215444"/>
          </a:xfrm>
          <a:prstGeom prst="rect">
            <a:avLst/>
          </a:prstGeom>
          <a:noFill/>
        </p:spPr>
        <p:txBody>
          <a:bodyPr wrap="square" lIns="0" rIns="0" rtlCol="0">
            <a:spAutoFit/>
          </a:bodyPr>
          <a:lstStyle/>
          <a:p>
            <a:pPr algn="ctr"/>
            <a:r>
              <a:rPr lang="en-US" altLang="zh-CN" sz="800" dirty="0" smtClean="0">
                <a:solidFill>
                  <a:schemeClr val="tx1">
                    <a:lumMod val="50000"/>
                    <a:lumOff val="50000"/>
                  </a:schemeClr>
                </a:solidFill>
                <a:latin typeface="+mn-ea"/>
                <a:cs typeface="+mn-ea"/>
                <a:sym typeface="+mn-lt"/>
              </a:rPr>
              <a:t>LOOKING TO FUTURE</a:t>
            </a:r>
            <a:endParaRPr lang="zh-CN" altLang="en-US" sz="800" dirty="0">
              <a:solidFill>
                <a:schemeClr val="tx1">
                  <a:lumMod val="50000"/>
                  <a:lumOff val="50000"/>
                </a:schemeClr>
              </a:solidFill>
              <a:latin typeface="+mn-ea"/>
              <a:cs typeface="+mn-ea"/>
              <a:sym typeface="+mn-lt"/>
            </a:endParaRPr>
          </a:p>
        </p:txBody>
      </p:sp>
      <p:sp>
        <p:nvSpPr>
          <p:cNvPr id="21" name="任意多边形 20"/>
          <p:cNvSpPr>
            <a:spLocks noChangeAspect="1"/>
          </p:cNvSpPr>
          <p:nvPr/>
        </p:nvSpPr>
        <p:spPr>
          <a:xfrm>
            <a:off x="10571464" y="6114794"/>
            <a:ext cx="178592" cy="173752"/>
          </a:xfrm>
          <a:custGeom>
            <a:avLst/>
            <a:gdLst>
              <a:gd name="connsiteX0" fmla="*/ 3767944 w 4447469"/>
              <a:gd name="connsiteY0" fmla="*/ 676597 h 4326925"/>
              <a:gd name="connsiteX1" fmla="*/ 720511 w 4447469"/>
              <a:gd name="connsiteY1" fmla="*/ 2247891 h 4326925"/>
              <a:gd name="connsiteX2" fmla="*/ 2077102 w 4447469"/>
              <a:gd name="connsiteY2" fmla="*/ 2247891 h 4326925"/>
              <a:gd name="connsiteX3" fmla="*/ 2077102 w 4447469"/>
              <a:gd name="connsiteY3" fmla="*/ 2356224 h 4326925"/>
              <a:gd name="connsiteX4" fmla="*/ 2090753 w 4447469"/>
              <a:gd name="connsiteY4" fmla="*/ 2356224 h 4326925"/>
              <a:gd name="connsiteX5" fmla="*/ 2090753 w 4447469"/>
              <a:gd name="connsiteY5" fmla="*/ 3675247 h 4326925"/>
              <a:gd name="connsiteX6" fmla="*/ 4447469 w 4447469"/>
              <a:gd name="connsiteY6" fmla="*/ 0 h 4326925"/>
              <a:gd name="connsiteX7" fmla="*/ 4110337 w 4447469"/>
              <a:gd name="connsiteY7" fmla="*/ 649743 h 4326925"/>
              <a:gd name="connsiteX8" fmla="*/ 4112328 w 4447469"/>
              <a:gd name="connsiteY8" fmla="*/ 650857 h 4326925"/>
              <a:gd name="connsiteX9" fmla="*/ 4076792 w 4447469"/>
              <a:gd name="connsiteY9" fmla="*/ 714393 h 4326925"/>
              <a:gd name="connsiteX10" fmla="*/ 3988907 w 4447469"/>
              <a:gd name="connsiteY10" fmla="*/ 883769 h 4326925"/>
              <a:gd name="connsiteX11" fmla="*/ 3984514 w 4447469"/>
              <a:gd name="connsiteY11" fmla="*/ 879375 h 4326925"/>
              <a:gd name="connsiteX12" fmla="*/ 2056247 w 4447469"/>
              <a:gd name="connsiteY12" fmla="*/ 4326925 h 4326925"/>
              <a:gd name="connsiteX13" fmla="*/ 1815388 w 4447469"/>
              <a:gd name="connsiteY13" fmla="*/ 4192208 h 4326925"/>
              <a:gd name="connsiteX14" fmla="*/ 1802753 w 4447469"/>
              <a:gd name="connsiteY14" fmla="*/ 4192208 h 4326925"/>
              <a:gd name="connsiteX15" fmla="*/ 1802753 w 4447469"/>
              <a:gd name="connsiteY15" fmla="*/ 2535891 h 4326925"/>
              <a:gd name="connsiteX16" fmla="*/ 161952 w 4447469"/>
              <a:gd name="connsiteY16" fmla="*/ 2535891 h 4326925"/>
              <a:gd name="connsiteX17" fmla="*/ 131984 w 4447469"/>
              <a:gd name="connsiteY17" fmla="*/ 2551343 h 4326925"/>
              <a:gd name="connsiteX18" fmla="*/ 0 w 4447469"/>
              <a:gd name="connsiteY18" fmla="*/ 2295366 h 4326925"/>
              <a:gd name="connsiteX19" fmla="*/ 3743658 w 4447469"/>
              <a:gd name="connsiteY19" fmla="*/ 365089 h 4326925"/>
              <a:gd name="connsiteX20" fmla="*/ 3743697 w 4447469"/>
              <a:gd name="connsiteY20" fmla="*/ 365166 h 4326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447469" h="4326925">
                <a:moveTo>
                  <a:pt x="3767944" y="676597"/>
                </a:moveTo>
                <a:lnTo>
                  <a:pt x="720511" y="2247891"/>
                </a:lnTo>
                <a:lnTo>
                  <a:pt x="2077102" y="2247891"/>
                </a:lnTo>
                <a:lnTo>
                  <a:pt x="2077102" y="2356224"/>
                </a:lnTo>
                <a:lnTo>
                  <a:pt x="2090753" y="2356224"/>
                </a:lnTo>
                <a:lnTo>
                  <a:pt x="2090753" y="3675247"/>
                </a:lnTo>
                <a:close/>
                <a:moveTo>
                  <a:pt x="4447469" y="0"/>
                </a:moveTo>
                <a:lnTo>
                  <a:pt x="4110337" y="649743"/>
                </a:lnTo>
                <a:lnTo>
                  <a:pt x="4112328" y="650857"/>
                </a:lnTo>
                <a:lnTo>
                  <a:pt x="4076792" y="714393"/>
                </a:lnTo>
                <a:lnTo>
                  <a:pt x="3988907" y="883769"/>
                </a:lnTo>
                <a:lnTo>
                  <a:pt x="3984514" y="879375"/>
                </a:lnTo>
                <a:lnTo>
                  <a:pt x="2056247" y="4326925"/>
                </a:lnTo>
                <a:lnTo>
                  <a:pt x="1815388" y="4192208"/>
                </a:lnTo>
                <a:lnTo>
                  <a:pt x="1802753" y="4192208"/>
                </a:lnTo>
                <a:lnTo>
                  <a:pt x="1802753" y="2535891"/>
                </a:lnTo>
                <a:lnTo>
                  <a:pt x="161952" y="2535891"/>
                </a:lnTo>
                <a:lnTo>
                  <a:pt x="131984" y="2551343"/>
                </a:lnTo>
                <a:lnTo>
                  <a:pt x="0" y="2295366"/>
                </a:lnTo>
                <a:lnTo>
                  <a:pt x="3743658" y="365089"/>
                </a:lnTo>
                <a:lnTo>
                  <a:pt x="3743697" y="36516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latin typeface="+mn-ea"/>
            </a:endParaRPr>
          </a:p>
        </p:txBody>
      </p:sp>
      <p:sp>
        <p:nvSpPr>
          <p:cNvPr id="22" name="任意多边形 21"/>
          <p:cNvSpPr>
            <a:spLocks noChangeAspect="1"/>
          </p:cNvSpPr>
          <p:nvPr/>
        </p:nvSpPr>
        <p:spPr>
          <a:xfrm>
            <a:off x="1477223" y="6114794"/>
            <a:ext cx="108034" cy="173752"/>
          </a:xfrm>
          <a:custGeom>
            <a:avLst/>
            <a:gdLst>
              <a:gd name="connsiteX0" fmla="*/ 677901 w 2374831"/>
              <a:gd name="connsiteY0" fmla="*/ 3412116 h 3819479"/>
              <a:gd name="connsiteX1" fmla="*/ 1644059 w 2374831"/>
              <a:gd name="connsiteY1" fmla="*/ 3412116 h 3819479"/>
              <a:gd name="connsiteX2" fmla="*/ 1644059 w 2374831"/>
              <a:gd name="connsiteY2" fmla="*/ 3636403 h 3819479"/>
              <a:gd name="connsiteX3" fmla="*/ 1452135 w 2374831"/>
              <a:gd name="connsiteY3" fmla="*/ 3636403 h 3819479"/>
              <a:gd name="connsiteX4" fmla="*/ 1406366 w 2374831"/>
              <a:gd name="connsiteY4" fmla="*/ 3819479 h 3819479"/>
              <a:gd name="connsiteX5" fmla="*/ 904644 w 2374831"/>
              <a:gd name="connsiteY5" fmla="*/ 3819479 h 3819479"/>
              <a:gd name="connsiteX6" fmla="*/ 858875 w 2374831"/>
              <a:gd name="connsiteY6" fmla="*/ 3636403 h 3819479"/>
              <a:gd name="connsiteX7" fmla="*/ 677901 w 2374831"/>
              <a:gd name="connsiteY7" fmla="*/ 3636403 h 3819479"/>
              <a:gd name="connsiteX8" fmla="*/ 1210563 w 2374831"/>
              <a:gd name="connsiteY8" fmla="*/ 214813 h 3819479"/>
              <a:gd name="connsiteX9" fmla="*/ 234135 w 2374831"/>
              <a:gd name="connsiteY9" fmla="*/ 1200968 h 3819479"/>
              <a:gd name="connsiteX10" fmla="*/ 530439 w 2374831"/>
              <a:gd name="connsiteY10" fmla="*/ 2356594 h 3819479"/>
              <a:gd name="connsiteX11" fmla="*/ 629422 w 2374831"/>
              <a:gd name="connsiteY11" fmla="*/ 2455121 h 3819479"/>
              <a:gd name="connsiteX12" fmla="*/ 632955 w 2374831"/>
              <a:gd name="connsiteY12" fmla="*/ 2454082 h 3819479"/>
              <a:gd name="connsiteX13" fmla="*/ 634850 w 2374831"/>
              <a:gd name="connsiteY13" fmla="*/ 2460524 h 3819479"/>
              <a:gd name="connsiteX14" fmla="*/ 645415 w 2374831"/>
              <a:gd name="connsiteY14" fmla="*/ 2471041 h 3819479"/>
              <a:gd name="connsiteX15" fmla="*/ 640611 w 2374831"/>
              <a:gd name="connsiteY15" fmla="*/ 2480115 h 3819479"/>
              <a:gd name="connsiteX16" fmla="*/ 825141 w 2374831"/>
              <a:gd name="connsiteY16" fmla="*/ 3107541 h 3819479"/>
              <a:gd name="connsiteX17" fmla="*/ 1520487 w 2374831"/>
              <a:gd name="connsiteY17" fmla="*/ 3107541 h 3819479"/>
              <a:gd name="connsiteX18" fmla="*/ 1697625 w 2374831"/>
              <a:gd name="connsiteY18" fmla="*/ 2505248 h 3819479"/>
              <a:gd name="connsiteX19" fmla="*/ 1694714 w 2374831"/>
              <a:gd name="connsiteY19" fmla="*/ 2499211 h 3819479"/>
              <a:gd name="connsiteX20" fmla="*/ 1701121 w 2374831"/>
              <a:gd name="connsiteY20" fmla="*/ 2493362 h 3819479"/>
              <a:gd name="connsiteX21" fmla="*/ 1703057 w 2374831"/>
              <a:gd name="connsiteY21" fmla="*/ 2486779 h 3819479"/>
              <a:gd name="connsiteX22" fmla="*/ 1707047 w 2374831"/>
              <a:gd name="connsiteY22" fmla="*/ 2487952 h 3819479"/>
              <a:gd name="connsiteX23" fmla="*/ 1814604 w 2374831"/>
              <a:gd name="connsiteY23" fmla="*/ 2389768 h 3819479"/>
              <a:gd name="connsiteX24" fmla="*/ 2146142 w 2374831"/>
              <a:gd name="connsiteY24" fmla="*/ 1237621 h 3819479"/>
              <a:gd name="connsiteX25" fmla="*/ 1210563 w 2374831"/>
              <a:gd name="connsiteY25" fmla="*/ 214813 h 3819479"/>
              <a:gd name="connsiteX26" fmla="*/ 1214591 w 2374831"/>
              <a:gd name="connsiteY26" fmla="*/ 383 h 3819479"/>
              <a:gd name="connsiteX27" fmla="*/ 2356115 w 2374831"/>
              <a:gd name="connsiteY27" fmla="*/ 1191705 h 3819479"/>
              <a:gd name="connsiteX28" fmla="*/ 1940101 w 2374831"/>
              <a:gd name="connsiteY28" fmla="*/ 2566662 h 3819479"/>
              <a:gd name="connsiteX29" fmla="*/ 1858280 w 2374831"/>
              <a:gd name="connsiteY29" fmla="*/ 2636176 h 3819479"/>
              <a:gd name="connsiteX30" fmla="*/ 1662374 w 2374831"/>
              <a:gd name="connsiteY30" fmla="*/ 3302282 h 3819479"/>
              <a:gd name="connsiteX31" fmla="*/ 1642818 w 2374831"/>
              <a:gd name="connsiteY31" fmla="*/ 3296530 h 3819479"/>
              <a:gd name="connsiteX32" fmla="*/ 1642365 w 2374831"/>
              <a:gd name="connsiteY32" fmla="*/ 3298341 h 3819479"/>
              <a:gd name="connsiteX33" fmla="*/ 668645 w 2374831"/>
              <a:gd name="connsiteY33" fmla="*/ 3298341 h 3819479"/>
              <a:gd name="connsiteX34" fmla="*/ 620945 w 2374831"/>
              <a:gd name="connsiteY34" fmla="*/ 3107541 h 3819479"/>
              <a:gd name="connsiteX35" fmla="*/ 625980 w 2374831"/>
              <a:gd name="connsiteY35" fmla="*/ 3107541 h 3819479"/>
              <a:gd name="connsiteX36" fmla="*/ 477257 w 2374831"/>
              <a:gd name="connsiteY36" fmla="*/ 2601865 h 3819479"/>
              <a:gd name="connsiteX37" fmla="*/ 398351 w 2374831"/>
              <a:gd name="connsiteY37" fmla="*/ 2528795 h 3819479"/>
              <a:gd name="connsiteX38" fmla="*/ 25870 w 2374831"/>
              <a:gd name="connsiteY38" fmla="*/ 1147159 h 3819479"/>
              <a:gd name="connsiteX39" fmla="*/ 1214591 w 2374831"/>
              <a:gd name="connsiteY39" fmla="*/ 383 h 381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374831" h="3819479">
                <a:moveTo>
                  <a:pt x="677901" y="3412116"/>
                </a:moveTo>
                <a:lnTo>
                  <a:pt x="1644059" y="3412116"/>
                </a:lnTo>
                <a:lnTo>
                  <a:pt x="1644059" y="3636403"/>
                </a:lnTo>
                <a:lnTo>
                  <a:pt x="1452135" y="3636403"/>
                </a:lnTo>
                <a:lnTo>
                  <a:pt x="1406366" y="3819479"/>
                </a:lnTo>
                <a:lnTo>
                  <a:pt x="904644" y="3819479"/>
                </a:lnTo>
                <a:lnTo>
                  <a:pt x="858875" y="3636403"/>
                </a:lnTo>
                <a:lnTo>
                  <a:pt x="677901" y="3636403"/>
                </a:lnTo>
                <a:close/>
                <a:moveTo>
                  <a:pt x="1210563" y="214813"/>
                </a:moveTo>
                <a:cubicBezTo>
                  <a:pt x="739590" y="200611"/>
                  <a:pt x="328256" y="616042"/>
                  <a:pt x="234135" y="1200968"/>
                </a:cubicBezTo>
                <a:cubicBezTo>
                  <a:pt x="165163" y="1629602"/>
                  <a:pt x="280924" y="2067284"/>
                  <a:pt x="530439" y="2356594"/>
                </a:cubicBezTo>
                <a:lnTo>
                  <a:pt x="629422" y="2455121"/>
                </a:lnTo>
                <a:lnTo>
                  <a:pt x="632955" y="2454082"/>
                </a:lnTo>
                <a:lnTo>
                  <a:pt x="634850" y="2460524"/>
                </a:lnTo>
                <a:lnTo>
                  <a:pt x="645415" y="2471041"/>
                </a:lnTo>
                <a:lnTo>
                  <a:pt x="640611" y="2480115"/>
                </a:lnTo>
                <a:lnTo>
                  <a:pt x="825141" y="3107541"/>
                </a:lnTo>
                <a:lnTo>
                  <a:pt x="1520487" y="3107541"/>
                </a:lnTo>
                <a:lnTo>
                  <a:pt x="1697625" y="2505248"/>
                </a:lnTo>
                <a:lnTo>
                  <a:pt x="1694714" y="2499211"/>
                </a:lnTo>
                <a:lnTo>
                  <a:pt x="1701121" y="2493362"/>
                </a:lnTo>
                <a:lnTo>
                  <a:pt x="1703057" y="2486779"/>
                </a:lnTo>
                <a:lnTo>
                  <a:pt x="1707047" y="2487952"/>
                </a:lnTo>
                <a:lnTo>
                  <a:pt x="1814604" y="2389768"/>
                </a:lnTo>
                <a:cubicBezTo>
                  <a:pt x="2075917" y="2110708"/>
                  <a:pt x="2205489" y="1673395"/>
                  <a:pt x="2146142" y="1237621"/>
                </a:cubicBezTo>
                <a:cubicBezTo>
                  <a:pt x="2067107" y="657287"/>
                  <a:pt x="1675186" y="228824"/>
                  <a:pt x="1210563" y="214813"/>
                </a:cubicBezTo>
                <a:close/>
                <a:moveTo>
                  <a:pt x="1214591" y="383"/>
                </a:moveTo>
                <a:cubicBezTo>
                  <a:pt x="1779092" y="16134"/>
                  <a:pt x="2256408" y="514273"/>
                  <a:pt x="2356115" y="1191705"/>
                </a:cubicBezTo>
                <a:cubicBezTo>
                  <a:pt x="2432917" y="1713508"/>
                  <a:pt x="2269282" y="2238010"/>
                  <a:pt x="1940101" y="2566662"/>
                </a:cubicBezTo>
                <a:lnTo>
                  <a:pt x="1858280" y="2636176"/>
                </a:lnTo>
                <a:lnTo>
                  <a:pt x="1662374" y="3302282"/>
                </a:lnTo>
                <a:lnTo>
                  <a:pt x="1642818" y="3296530"/>
                </a:lnTo>
                <a:lnTo>
                  <a:pt x="1642365" y="3298341"/>
                </a:lnTo>
                <a:lnTo>
                  <a:pt x="668645" y="3298341"/>
                </a:lnTo>
                <a:lnTo>
                  <a:pt x="620945" y="3107541"/>
                </a:lnTo>
                <a:lnTo>
                  <a:pt x="625980" y="3107541"/>
                </a:lnTo>
                <a:lnTo>
                  <a:pt x="477257" y="2601865"/>
                </a:lnTo>
                <a:lnTo>
                  <a:pt x="398351" y="2528795"/>
                </a:lnTo>
                <a:cubicBezTo>
                  <a:pt x="83040" y="2187205"/>
                  <a:pt x="-63507" y="1661104"/>
                  <a:pt x="25870" y="1147159"/>
                </a:cubicBezTo>
                <a:cubicBezTo>
                  <a:pt x="144292" y="466195"/>
                  <a:pt x="643655" y="-15547"/>
                  <a:pt x="1214591" y="38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latin typeface="+mn-ea"/>
            </a:endParaRPr>
          </a:p>
        </p:txBody>
      </p:sp>
      <p:sp>
        <p:nvSpPr>
          <p:cNvPr id="23" name="任意多边形 22"/>
          <p:cNvSpPr/>
          <p:nvPr/>
        </p:nvSpPr>
        <p:spPr>
          <a:xfrm>
            <a:off x="3717091" y="6114794"/>
            <a:ext cx="193058" cy="173752"/>
          </a:xfrm>
          <a:custGeom>
            <a:avLst/>
            <a:gdLst>
              <a:gd name="connsiteX0" fmla="*/ 233325 w 327309"/>
              <a:gd name="connsiteY0" fmla="*/ 56528 h 327309"/>
              <a:gd name="connsiteX1" fmla="*/ 50285 w 327309"/>
              <a:gd name="connsiteY1" fmla="*/ 239568 h 327309"/>
              <a:gd name="connsiteX2" fmla="*/ 87741 w 327309"/>
              <a:gd name="connsiteY2" fmla="*/ 277025 h 327309"/>
              <a:gd name="connsiteX3" fmla="*/ 270781 w 327309"/>
              <a:gd name="connsiteY3" fmla="*/ 93985 h 327309"/>
              <a:gd name="connsiteX4" fmla="*/ 239171 w 327309"/>
              <a:gd name="connsiteY4" fmla="*/ 31038 h 327309"/>
              <a:gd name="connsiteX5" fmla="*/ 296272 w 327309"/>
              <a:gd name="connsiteY5" fmla="*/ 88139 h 327309"/>
              <a:gd name="connsiteX6" fmla="*/ 80982 w 327309"/>
              <a:gd name="connsiteY6" fmla="*/ 303429 h 327309"/>
              <a:gd name="connsiteX7" fmla="*/ 59606 w 327309"/>
              <a:gd name="connsiteY7" fmla="*/ 282053 h 327309"/>
              <a:gd name="connsiteX8" fmla="*/ 59606 w 327309"/>
              <a:gd name="connsiteY8" fmla="*/ 282053 h 327309"/>
              <a:gd name="connsiteX9" fmla="*/ 80982 w 327309"/>
              <a:gd name="connsiteY9" fmla="*/ 303429 h 327309"/>
              <a:gd name="connsiteX10" fmla="*/ 0 w 327309"/>
              <a:gd name="connsiteY10" fmla="*/ 327309 h 327309"/>
              <a:gd name="connsiteX11" fmla="*/ 23881 w 327309"/>
              <a:gd name="connsiteY11" fmla="*/ 246328 h 327309"/>
              <a:gd name="connsiteX12" fmla="*/ 38193 w 327309"/>
              <a:gd name="connsiteY12" fmla="*/ 260640 h 327309"/>
              <a:gd name="connsiteX13" fmla="*/ 38193 w 327309"/>
              <a:gd name="connsiteY13" fmla="*/ 260640 h 327309"/>
              <a:gd name="connsiteX14" fmla="*/ 23881 w 327309"/>
              <a:gd name="connsiteY14" fmla="*/ 246328 h 327309"/>
              <a:gd name="connsiteX15" fmla="*/ 278071 w 327309"/>
              <a:gd name="connsiteY15" fmla="*/ 63 h 327309"/>
              <a:gd name="connsiteX16" fmla="*/ 292270 w 327309"/>
              <a:gd name="connsiteY16" fmla="*/ 4998 h 327309"/>
              <a:gd name="connsiteX17" fmla="*/ 322311 w 327309"/>
              <a:gd name="connsiteY17" fmla="*/ 35039 h 327309"/>
              <a:gd name="connsiteX18" fmla="*/ 320026 w 327309"/>
              <a:gd name="connsiteY18" fmla="*/ 64385 h 327309"/>
              <a:gd name="connsiteX19" fmla="*/ 304210 w 327309"/>
              <a:gd name="connsiteY19" fmla="*/ 80200 h 327309"/>
              <a:gd name="connsiteX20" fmla="*/ 247109 w 327309"/>
              <a:gd name="connsiteY20" fmla="*/ 23099 h 327309"/>
              <a:gd name="connsiteX21" fmla="*/ 262925 w 327309"/>
              <a:gd name="connsiteY21" fmla="*/ 7284 h 327309"/>
              <a:gd name="connsiteX22" fmla="*/ 278071 w 327309"/>
              <a:gd name="connsiteY22" fmla="*/ 63 h 32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7309" h="327309">
                <a:moveTo>
                  <a:pt x="233325" y="56528"/>
                </a:moveTo>
                <a:lnTo>
                  <a:pt x="50285" y="239568"/>
                </a:lnTo>
                <a:lnTo>
                  <a:pt x="87741" y="277025"/>
                </a:lnTo>
                <a:lnTo>
                  <a:pt x="270781" y="93985"/>
                </a:lnTo>
                <a:close/>
                <a:moveTo>
                  <a:pt x="239171" y="31038"/>
                </a:moveTo>
                <a:lnTo>
                  <a:pt x="296272" y="88139"/>
                </a:lnTo>
                <a:lnTo>
                  <a:pt x="80982" y="303429"/>
                </a:lnTo>
                <a:lnTo>
                  <a:pt x="59606" y="282053"/>
                </a:lnTo>
                <a:lnTo>
                  <a:pt x="59606" y="282053"/>
                </a:lnTo>
                <a:lnTo>
                  <a:pt x="80982" y="303429"/>
                </a:lnTo>
                <a:lnTo>
                  <a:pt x="0" y="327309"/>
                </a:lnTo>
                <a:lnTo>
                  <a:pt x="23881" y="246328"/>
                </a:lnTo>
                <a:lnTo>
                  <a:pt x="38193" y="260640"/>
                </a:lnTo>
                <a:lnTo>
                  <a:pt x="38193" y="260640"/>
                </a:lnTo>
                <a:lnTo>
                  <a:pt x="23881" y="246328"/>
                </a:lnTo>
                <a:close/>
                <a:moveTo>
                  <a:pt x="278071" y="63"/>
                </a:moveTo>
                <a:cubicBezTo>
                  <a:pt x="283381" y="-350"/>
                  <a:pt x="288534" y="1262"/>
                  <a:pt x="292270" y="4998"/>
                </a:cubicBezTo>
                <a:lnTo>
                  <a:pt x="322311" y="35039"/>
                </a:lnTo>
                <a:cubicBezTo>
                  <a:pt x="329784" y="42512"/>
                  <a:pt x="328760" y="55650"/>
                  <a:pt x="320026" y="64385"/>
                </a:cubicBezTo>
                <a:cubicBezTo>
                  <a:pt x="314754" y="69657"/>
                  <a:pt x="309482" y="74928"/>
                  <a:pt x="304210" y="80200"/>
                </a:cubicBezTo>
                <a:lnTo>
                  <a:pt x="247109" y="23099"/>
                </a:lnTo>
                <a:lnTo>
                  <a:pt x="262925" y="7284"/>
                </a:lnTo>
                <a:cubicBezTo>
                  <a:pt x="267292" y="2917"/>
                  <a:pt x="272760" y="477"/>
                  <a:pt x="278071" y="6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latin typeface="+mn-ea"/>
            </a:endParaRPr>
          </a:p>
        </p:txBody>
      </p:sp>
      <p:sp>
        <p:nvSpPr>
          <p:cNvPr id="24" name="任意多边形 23"/>
          <p:cNvSpPr>
            <a:spLocks noChangeAspect="1"/>
          </p:cNvSpPr>
          <p:nvPr/>
        </p:nvSpPr>
        <p:spPr>
          <a:xfrm>
            <a:off x="8299130" y="6114795"/>
            <a:ext cx="158500" cy="173750"/>
          </a:xfrm>
          <a:custGeom>
            <a:avLst/>
            <a:gdLst>
              <a:gd name="connsiteX0" fmla="*/ 1864628 w 4326339"/>
              <a:gd name="connsiteY0" fmla="*/ 3283995 h 4742597"/>
              <a:gd name="connsiteX1" fmla="*/ 1864628 w 4326339"/>
              <a:gd name="connsiteY1" fmla="*/ 4461109 h 4742597"/>
              <a:gd name="connsiteX2" fmla="*/ 2461711 w 4326339"/>
              <a:gd name="connsiteY2" fmla="*/ 4461109 h 4742597"/>
              <a:gd name="connsiteX3" fmla="*/ 2461711 w 4326339"/>
              <a:gd name="connsiteY3" fmla="*/ 3283995 h 4742597"/>
              <a:gd name="connsiteX4" fmla="*/ 1583140 w 4326339"/>
              <a:gd name="connsiteY4" fmla="*/ 3002507 h 4742597"/>
              <a:gd name="connsiteX5" fmla="*/ 2743199 w 4326339"/>
              <a:gd name="connsiteY5" fmla="*/ 3002507 h 4742597"/>
              <a:gd name="connsiteX6" fmla="*/ 2743199 w 4326339"/>
              <a:gd name="connsiteY6" fmla="*/ 4742597 h 4742597"/>
              <a:gd name="connsiteX7" fmla="*/ 1583140 w 4326339"/>
              <a:gd name="connsiteY7" fmla="*/ 4742597 h 4742597"/>
              <a:gd name="connsiteX8" fmla="*/ 281488 w 4326339"/>
              <a:gd name="connsiteY8" fmla="*/ 1850981 h 4742597"/>
              <a:gd name="connsiteX9" fmla="*/ 281488 w 4326339"/>
              <a:gd name="connsiteY9" fmla="*/ 4461109 h 4742597"/>
              <a:gd name="connsiteX10" fmla="*/ 878571 w 4326339"/>
              <a:gd name="connsiteY10" fmla="*/ 4461109 h 4742597"/>
              <a:gd name="connsiteX11" fmla="*/ 878571 w 4326339"/>
              <a:gd name="connsiteY11" fmla="*/ 1850981 h 4742597"/>
              <a:gd name="connsiteX12" fmla="*/ 0 w 4326339"/>
              <a:gd name="connsiteY12" fmla="*/ 1569493 h 4742597"/>
              <a:gd name="connsiteX13" fmla="*/ 1160059 w 4326339"/>
              <a:gd name="connsiteY13" fmla="*/ 1569493 h 4742597"/>
              <a:gd name="connsiteX14" fmla="*/ 1160059 w 4326339"/>
              <a:gd name="connsiteY14" fmla="*/ 4742597 h 4742597"/>
              <a:gd name="connsiteX15" fmla="*/ 0 w 4326339"/>
              <a:gd name="connsiteY15" fmla="*/ 4742597 h 4742597"/>
              <a:gd name="connsiteX16" fmla="*/ 3447768 w 4326339"/>
              <a:gd name="connsiteY16" fmla="*/ 281488 h 4742597"/>
              <a:gd name="connsiteX17" fmla="*/ 3447768 w 4326339"/>
              <a:gd name="connsiteY17" fmla="*/ 4461109 h 4742597"/>
              <a:gd name="connsiteX18" fmla="*/ 4044851 w 4326339"/>
              <a:gd name="connsiteY18" fmla="*/ 4461109 h 4742597"/>
              <a:gd name="connsiteX19" fmla="*/ 4044851 w 4326339"/>
              <a:gd name="connsiteY19" fmla="*/ 281488 h 4742597"/>
              <a:gd name="connsiteX20" fmla="*/ 3166280 w 4326339"/>
              <a:gd name="connsiteY20" fmla="*/ 0 h 4742597"/>
              <a:gd name="connsiteX21" fmla="*/ 4326339 w 4326339"/>
              <a:gd name="connsiteY21" fmla="*/ 0 h 4742597"/>
              <a:gd name="connsiteX22" fmla="*/ 4326339 w 4326339"/>
              <a:gd name="connsiteY22" fmla="*/ 4742597 h 4742597"/>
              <a:gd name="connsiteX23" fmla="*/ 3166280 w 4326339"/>
              <a:gd name="connsiteY23" fmla="*/ 4742597 h 4742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26339" h="4742597">
                <a:moveTo>
                  <a:pt x="1864628" y="3283995"/>
                </a:moveTo>
                <a:lnTo>
                  <a:pt x="1864628" y="4461109"/>
                </a:lnTo>
                <a:lnTo>
                  <a:pt x="2461711" y="4461109"/>
                </a:lnTo>
                <a:lnTo>
                  <a:pt x="2461711" y="3283995"/>
                </a:lnTo>
                <a:close/>
                <a:moveTo>
                  <a:pt x="1583140" y="3002507"/>
                </a:moveTo>
                <a:lnTo>
                  <a:pt x="2743199" y="3002507"/>
                </a:lnTo>
                <a:lnTo>
                  <a:pt x="2743199" y="4742597"/>
                </a:lnTo>
                <a:lnTo>
                  <a:pt x="1583140" y="4742597"/>
                </a:lnTo>
                <a:close/>
                <a:moveTo>
                  <a:pt x="281488" y="1850981"/>
                </a:moveTo>
                <a:lnTo>
                  <a:pt x="281488" y="4461109"/>
                </a:lnTo>
                <a:lnTo>
                  <a:pt x="878571" y="4461109"/>
                </a:lnTo>
                <a:lnTo>
                  <a:pt x="878571" y="1850981"/>
                </a:lnTo>
                <a:close/>
                <a:moveTo>
                  <a:pt x="0" y="1569493"/>
                </a:moveTo>
                <a:lnTo>
                  <a:pt x="1160059" y="1569493"/>
                </a:lnTo>
                <a:lnTo>
                  <a:pt x="1160059" y="4742597"/>
                </a:lnTo>
                <a:lnTo>
                  <a:pt x="0" y="4742597"/>
                </a:lnTo>
                <a:close/>
                <a:moveTo>
                  <a:pt x="3447768" y="281488"/>
                </a:moveTo>
                <a:lnTo>
                  <a:pt x="3447768" y="4461109"/>
                </a:lnTo>
                <a:lnTo>
                  <a:pt x="4044851" y="4461109"/>
                </a:lnTo>
                <a:lnTo>
                  <a:pt x="4044851" y="281488"/>
                </a:lnTo>
                <a:close/>
                <a:moveTo>
                  <a:pt x="3166280" y="0"/>
                </a:moveTo>
                <a:lnTo>
                  <a:pt x="4326339" y="0"/>
                </a:lnTo>
                <a:lnTo>
                  <a:pt x="4326339" y="4742597"/>
                </a:lnTo>
                <a:lnTo>
                  <a:pt x="3166280" y="47425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chemeClr val="tx1"/>
              </a:solidFill>
              <a:latin typeface="+mn-ea"/>
            </a:endParaRPr>
          </a:p>
        </p:txBody>
      </p:sp>
      <p:sp>
        <p:nvSpPr>
          <p:cNvPr id="25" name="任意多边形 24"/>
          <p:cNvSpPr>
            <a:spLocks noChangeAspect="1"/>
          </p:cNvSpPr>
          <p:nvPr/>
        </p:nvSpPr>
        <p:spPr>
          <a:xfrm>
            <a:off x="6022828" y="6114794"/>
            <a:ext cx="143940" cy="173752"/>
          </a:xfrm>
          <a:custGeom>
            <a:avLst/>
            <a:gdLst>
              <a:gd name="connsiteX0" fmla="*/ 2540739 w 5081480"/>
              <a:gd name="connsiteY0" fmla="*/ 1728231 h 6133889"/>
              <a:gd name="connsiteX1" fmla="*/ 1728230 w 5081480"/>
              <a:gd name="connsiteY1" fmla="*/ 2540740 h 6133889"/>
              <a:gd name="connsiteX2" fmla="*/ 2540739 w 5081480"/>
              <a:gd name="connsiteY2" fmla="*/ 3353249 h 6133889"/>
              <a:gd name="connsiteX3" fmla="*/ 3353248 w 5081480"/>
              <a:gd name="connsiteY3" fmla="*/ 2540740 h 6133889"/>
              <a:gd name="connsiteX4" fmla="*/ 2540739 w 5081480"/>
              <a:gd name="connsiteY4" fmla="*/ 1728231 h 6133889"/>
              <a:gd name="connsiteX5" fmla="*/ 2540740 w 5081480"/>
              <a:gd name="connsiteY5" fmla="*/ 1407975 h 6133889"/>
              <a:gd name="connsiteX6" fmla="*/ 3673505 w 5081480"/>
              <a:gd name="connsiteY6" fmla="*/ 2540740 h 6133889"/>
              <a:gd name="connsiteX7" fmla="*/ 2540740 w 5081480"/>
              <a:gd name="connsiteY7" fmla="*/ 3673505 h 6133889"/>
              <a:gd name="connsiteX8" fmla="*/ 1407975 w 5081480"/>
              <a:gd name="connsiteY8" fmla="*/ 2540740 h 6133889"/>
              <a:gd name="connsiteX9" fmla="*/ 2540740 w 5081480"/>
              <a:gd name="connsiteY9" fmla="*/ 1407975 h 6133889"/>
              <a:gd name="connsiteX10" fmla="*/ 2540740 w 5081480"/>
              <a:gd name="connsiteY10" fmla="*/ 305592 h 6133889"/>
              <a:gd name="connsiteX11" fmla="*/ 960252 w 5081480"/>
              <a:gd name="connsiteY11" fmla="*/ 960252 h 6133889"/>
              <a:gd name="connsiteX12" fmla="*/ 960252 w 5081480"/>
              <a:gd name="connsiteY12" fmla="*/ 4121228 h 6133889"/>
              <a:gd name="connsiteX13" fmla="*/ 2540740 w 5081480"/>
              <a:gd name="connsiteY13" fmla="*/ 5701715 h 6133889"/>
              <a:gd name="connsiteX14" fmla="*/ 4121228 w 5081480"/>
              <a:gd name="connsiteY14" fmla="*/ 4121228 h 6133889"/>
              <a:gd name="connsiteX15" fmla="*/ 4121228 w 5081480"/>
              <a:gd name="connsiteY15" fmla="*/ 960252 h 6133889"/>
              <a:gd name="connsiteX16" fmla="*/ 2540740 w 5081480"/>
              <a:gd name="connsiteY16" fmla="*/ 305592 h 6133889"/>
              <a:gd name="connsiteX17" fmla="*/ 2540741 w 5081480"/>
              <a:gd name="connsiteY17" fmla="*/ 0 h 6133889"/>
              <a:gd name="connsiteX18" fmla="*/ 4337315 w 5081480"/>
              <a:gd name="connsiteY18" fmla="*/ 744165 h 6133889"/>
              <a:gd name="connsiteX19" fmla="*/ 4337315 w 5081480"/>
              <a:gd name="connsiteY19" fmla="*/ 4337315 h 6133889"/>
              <a:gd name="connsiteX20" fmla="*/ 2540740 w 5081480"/>
              <a:gd name="connsiteY20" fmla="*/ 6133889 h 6133889"/>
              <a:gd name="connsiteX21" fmla="*/ 744165 w 5081480"/>
              <a:gd name="connsiteY21" fmla="*/ 4337315 h 6133889"/>
              <a:gd name="connsiteX22" fmla="*/ 744165 w 5081480"/>
              <a:gd name="connsiteY22" fmla="*/ 744165 h 6133889"/>
              <a:gd name="connsiteX23" fmla="*/ 2540741 w 5081480"/>
              <a:gd name="connsiteY23" fmla="*/ 0 h 613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81480" h="6133889">
                <a:moveTo>
                  <a:pt x="2540739" y="1728231"/>
                </a:moveTo>
                <a:cubicBezTo>
                  <a:pt x="2092003" y="1728231"/>
                  <a:pt x="1728230" y="2092004"/>
                  <a:pt x="1728230" y="2540740"/>
                </a:cubicBezTo>
                <a:cubicBezTo>
                  <a:pt x="1728230" y="2989476"/>
                  <a:pt x="2092003" y="3353249"/>
                  <a:pt x="2540739" y="3353249"/>
                </a:cubicBezTo>
                <a:cubicBezTo>
                  <a:pt x="2989475" y="3353249"/>
                  <a:pt x="3353248" y="2989476"/>
                  <a:pt x="3353248" y="2540740"/>
                </a:cubicBezTo>
                <a:cubicBezTo>
                  <a:pt x="3353248" y="2092004"/>
                  <a:pt x="2989475" y="1728231"/>
                  <a:pt x="2540739" y="1728231"/>
                </a:cubicBezTo>
                <a:close/>
                <a:moveTo>
                  <a:pt x="2540740" y="1407975"/>
                </a:moveTo>
                <a:cubicBezTo>
                  <a:pt x="3166349" y="1407975"/>
                  <a:pt x="3673505" y="1915131"/>
                  <a:pt x="3673505" y="2540740"/>
                </a:cubicBezTo>
                <a:cubicBezTo>
                  <a:pt x="3673505" y="3166349"/>
                  <a:pt x="3166349" y="3673505"/>
                  <a:pt x="2540740" y="3673505"/>
                </a:cubicBezTo>
                <a:cubicBezTo>
                  <a:pt x="1915131" y="3673505"/>
                  <a:pt x="1407975" y="3166349"/>
                  <a:pt x="1407975" y="2540740"/>
                </a:cubicBezTo>
                <a:cubicBezTo>
                  <a:pt x="1407975" y="1915131"/>
                  <a:pt x="1915131" y="1407975"/>
                  <a:pt x="2540740" y="1407975"/>
                </a:cubicBezTo>
                <a:close/>
                <a:moveTo>
                  <a:pt x="2540740" y="305592"/>
                </a:moveTo>
                <a:cubicBezTo>
                  <a:pt x="1968716" y="305592"/>
                  <a:pt x="1396692" y="523813"/>
                  <a:pt x="960252" y="960252"/>
                </a:cubicBezTo>
                <a:cubicBezTo>
                  <a:pt x="87373" y="1833132"/>
                  <a:pt x="87373" y="3248348"/>
                  <a:pt x="960252" y="4121228"/>
                </a:cubicBezTo>
                <a:lnTo>
                  <a:pt x="2540740" y="5701715"/>
                </a:lnTo>
                <a:lnTo>
                  <a:pt x="4121228" y="4121228"/>
                </a:lnTo>
                <a:cubicBezTo>
                  <a:pt x="4994107" y="3248348"/>
                  <a:pt x="4994107" y="1833132"/>
                  <a:pt x="4121228" y="960252"/>
                </a:cubicBezTo>
                <a:cubicBezTo>
                  <a:pt x="3684788" y="523813"/>
                  <a:pt x="3112764" y="305592"/>
                  <a:pt x="2540740" y="305592"/>
                </a:cubicBezTo>
                <a:close/>
                <a:moveTo>
                  <a:pt x="2540741" y="0"/>
                </a:moveTo>
                <a:cubicBezTo>
                  <a:pt x="3190972" y="0"/>
                  <a:pt x="3841205" y="248054"/>
                  <a:pt x="4337315" y="744165"/>
                </a:cubicBezTo>
                <a:cubicBezTo>
                  <a:pt x="5329535" y="1736387"/>
                  <a:pt x="5329535" y="3345095"/>
                  <a:pt x="4337315" y="4337315"/>
                </a:cubicBezTo>
                <a:lnTo>
                  <a:pt x="2540740" y="6133889"/>
                </a:lnTo>
                <a:lnTo>
                  <a:pt x="744165" y="4337315"/>
                </a:lnTo>
                <a:cubicBezTo>
                  <a:pt x="-248055" y="3345094"/>
                  <a:pt x="-248055" y="1736387"/>
                  <a:pt x="744165" y="744165"/>
                </a:cubicBezTo>
                <a:cubicBezTo>
                  <a:pt x="1240276" y="248055"/>
                  <a:pt x="1890508" y="0"/>
                  <a:pt x="254074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chemeClr val="tx1"/>
              </a:solidFill>
              <a:latin typeface="+mn-ea"/>
            </a:endParaRPr>
          </a:p>
        </p:txBody>
      </p:sp>
      <p:sp>
        <p:nvSpPr>
          <p:cNvPr id="26" name="文本框 25"/>
          <p:cNvSpPr txBox="1"/>
          <p:nvPr/>
        </p:nvSpPr>
        <p:spPr>
          <a:xfrm>
            <a:off x="696000" y="4156597"/>
            <a:ext cx="1670480" cy="400110"/>
          </a:xfrm>
          <a:prstGeom prst="rect">
            <a:avLst/>
          </a:prstGeom>
          <a:noFill/>
        </p:spPr>
        <p:txBody>
          <a:bodyPr wrap="square" lIns="0" rIns="0" rtlCol="0">
            <a:spAutoFit/>
          </a:bodyPr>
          <a:lstStyle/>
          <a:p>
            <a:pPr algn="ctr"/>
            <a:r>
              <a:rPr lang="en-US" altLang="zh-CN" sz="2000" b="1" dirty="0" smtClean="0">
                <a:solidFill>
                  <a:schemeClr val="accent1"/>
                </a:solidFill>
                <a:latin typeface="+mn-ea"/>
                <a:cs typeface="+mn-ea"/>
                <a:sym typeface="+mn-lt"/>
              </a:rPr>
              <a:t>PART 01</a:t>
            </a:r>
            <a:endParaRPr lang="zh-CN" altLang="en-US" sz="2000" b="1" dirty="0">
              <a:solidFill>
                <a:schemeClr val="accent1"/>
              </a:solidFill>
              <a:latin typeface="+mn-ea"/>
              <a:cs typeface="+mn-ea"/>
              <a:sym typeface="+mn-lt"/>
            </a:endParaRPr>
          </a:p>
        </p:txBody>
      </p:sp>
      <p:sp>
        <p:nvSpPr>
          <p:cNvPr id="27" name="文本框 26"/>
          <p:cNvSpPr txBox="1"/>
          <p:nvPr/>
        </p:nvSpPr>
        <p:spPr>
          <a:xfrm>
            <a:off x="2978380" y="4156597"/>
            <a:ext cx="1670480" cy="400110"/>
          </a:xfrm>
          <a:prstGeom prst="rect">
            <a:avLst/>
          </a:prstGeom>
          <a:noFill/>
        </p:spPr>
        <p:txBody>
          <a:bodyPr wrap="square" lIns="0" rIns="0" rtlCol="0">
            <a:spAutoFit/>
          </a:bodyPr>
          <a:lstStyle/>
          <a:p>
            <a:pPr algn="ctr"/>
            <a:r>
              <a:rPr lang="en-US" altLang="zh-CN" sz="2000" b="1" dirty="0">
                <a:solidFill>
                  <a:schemeClr val="accent1"/>
                </a:solidFill>
                <a:latin typeface="+mn-ea"/>
                <a:cs typeface="+mn-ea"/>
                <a:sym typeface="+mn-lt"/>
              </a:rPr>
              <a:t>PART 02</a:t>
            </a:r>
            <a:endParaRPr lang="zh-CN" altLang="en-US" sz="2000" b="1" dirty="0">
              <a:solidFill>
                <a:schemeClr val="accent1"/>
              </a:solidFill>
              <a:latin typeface="+mn-ea"/>
              <a:cs typeface="+mn-ea"/>
              <a:sym typeface="+mn-lt"/>
            </a:endParaRPr>
          </a:p>
        </p:txBody>
      </p:sp>
      <p:sp>
        <p:nvSpPr>
          <p:cNvPr id="28" name="文本框 27"/>
          <p:cNvSpPr txBox="1"/>
          <p:nvPr/>
        </p:nvSpPr>
        <p:spPr>
          <a:xfrm>
            <a:off x="5260760" y="4156597"/>
            <a:ext cx="1670480" cy="400110"/>
          </a:xfrm>
          <a:prstGeom prst="rect">
            <a:avLst/>
          </a:prstGeom>
          <a:noFill/>
        </p:spPr>
        <p:txBody>
          <a:bodyPr wrap="square" lIns="0" rIns="0" rtlCol="0">
            <a:spAutoFit/>
          </a:bodyPr>
          <a:lstStyle/>
          <a:p>
            <a:pPr algn="ctr"/>
            <a:r>
              <a:rPr lang="en-US" altLang="zh-CN" sz="2000" b="1" dirty="0">
                <a:solidFill>
                  <a:schemeClr val="accent1"/>
                </a:solidFill>
                <a:latin typeface="+mn-ea"/>
                <a:cs typeface="+mn-ea"/>
                <a:sym typeface="+mn-lt"/>
              </a:rPr>
              <a:t>PART 03</a:t>
            </a:r>
            <a:endParaRPr lang="zh-CN" altLang="en-US" sz="2000" b="1" dirty="0">
              <a:solidFill>
                <a:schemeClr val="accent1"/>
              </a:solidFill>
              <a:latin typeface="+mn-ea"/>
              <a:cs typeface="+mn-ea"/>
              <a:sym typeface="+mn-lt"/>
            </a:endParaRPr>
          </a:p>
        </p:txBody>
      </p:sp>
      <p:sp>
        <p:nvSpPr>
          <p:cNvPr id="29" name="文本框 28"/>
          <p:cNvSpPr txBox="1"/>
          <p:nvPr/>
        </p:nvSpPr>
        <p:spPr>
          <a:xfrm>
            <a:off x="7543140" y="4156597"/>
            <a:ext cx="1670480" cy="400110"/>
          </a:xfrm>
          <a:prstGeom prst="rect">
            <a:avLst/>
          </a:prstGeom>
          <a:noFill/>
        </p:spPr>
        <p:txBody>
          <a:bodyPr wrap="square" lIns="0" rIns="0" rtlCol="0">
            <a:spAutoFit/>
          </a:bodyPr>
          <a:lstStyle/>
          <a:p>
            <a:pPr algn="ctr"/>
            <a:r>
              <a:rPr lang="en-US" altLang="zh-CN" sz="2000" b="1" dirty="0">
                <a:solidFill>
                  <a:schemeClr val="accent1"/>
                </a:solidFill>
                <a:latin typeface="+mn-ea"/>
                <a:cs typeface="+mn-ea"/>
                <a:sym typeface="+mn-lt"/>
              </a:rPr>
              <a:t>PART 04</a:t>
            </a:r>
            <a:endParaRPr lang="zh-CN" altLang="en-US" sz="2000" b="1" dirty="0">
              <a:solidFill>
                <a:schemeClr val="accent1"/>
              </a:solidFill>
              <a:latin typeface="+mn-ea"/>
              <a:cs typeface="+mn-ea"/>
              <a:sym typeface="+mn-lt"/>
            </a:endParaRPr>
          </a:p>
        </p:txBody>
      </p:sp>
      <p:sp>
        <p:nvSpPr>
          <p:cNvPr id="30" name="文本框 29"/>
          <p:cNvSpPr txBox="1"/>
          <p:nvPr/>
        </p:nvSpPr>
        <p:spPr>
          <a:xfrm>
            <a:off x="9825520" y="4156597"/>
            <a:ext cx="1670480" cy="400110"/>
          </a:xfrm>
          <a:prstGeom prst="rect">
            <a:avLst/>
          </a:prstGeom>
          <a:noFill/>
        </p:spPr>
        <p:txBody>
          <a:bodyPr wrap="square" lIns="0" rIns="0" rtlCol="0">
            <a:spAutoFit/>
          </a:bodyPr>
          <a:lstStyle/>
          <a:p>
            <a:pPr algn="ctr"/>
            <a:r>
              <a:rPr lang="en-US" altLang="zh-CN" sz="2000" b="1" dirty="0">
                <a:solidFill>
                  <a:schemeClr val="accent1"/>
                </a:solidFill>
                <a:latin typeface="+mn-ea"/>
                <a:cs typeface="+mn-ea"/>
                <a:sym typeface="+mn-lt"/>
              </a:rPr>
              <a:t>PART 05</a:t>
            </a:r>
            <a:endParaRPr lang="zh-CN" altLang="en-US" sz="2000" b="1" dirty="0">
              <a:solidFill>
                <a:schemeClr val="accent1"/>
              </a:solidFill>
              <a:latin typeface="+mn-ea"/>
              <a:cs typeface="+mn-ea"/>
              <a:sym typeface="+mn-lt"/>
            </a:endParaRPr>
          </a:p>
        </p:txBody>
      </p:sp>
    </p:spTree>
    <p:extLst>
      <p:ext uri="{BB962C8B-B14F-4D97-AF65-F5344CB8AC3E}">
        <p14:creationId xmlns:p14="http://schemas.microsoft.com/office/powerpoint/2010/main" val="1931118309"/>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37" presetClass="entr" presetSubtype="0" fill="hold" grpId="0" nodeType="after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1000"/>
                                        <p:tgtEl>
                                          <p:spTgt spid="26"/>
                                        </p:tgtEl>
                                      </p:cBhvr>
                                    </p:animEffect>
                                    <p:anim calcmode="lin" valueType="num">
                                      <p:cBhvr>
                                        <p:cTn id="19" dur="1000" fill="hold"/>
                                        <p:tgtEl>
                                          <p:spTgt spid="26"/>
                                        </p:tgtEl>
                                        <p:attrNameLst>
                                          <p:attrName>ppt_x</p:attrName>
                                        </p:attrNameLst>
                                      </p:cBhvr>
                                      <p:tavLst>
                                        <p:tav tm="0">
                                          <p:val>
                                            <p:strVal val="#ppt_x"/>
                                          </p:val>
                                        </p:tav>
                                        <p:tav tm="100000">
                                          <p:val>
                                            <p:strVal val="#ppt_x"/>
                                          </p:val>
                                        </p:tav>
                                      </p:tavLst>
                                    </p:anim>
                                    <p:anim calcmode="lin" valueType="num">
                                      <p:cBhvr>
                                        <p:cTn id="20" dur="900" decel="100000" fill="hold"/>
                                        <p:tgtEl>
                                          <p:spTgt spid="26"/>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26"/>
                                        </p:tgtEl>
                                        <p:attrNameLst>
                                          <p:attrName>ppt_y</p:attrName>
                                        </p:attrNameLst>
                                      </p:cBhvr>
                                      <p:tavLst>
                                        <p:tav tm="0">
                                          <p:val>
                                            <p:strVal val="#ppt_y-.03"/>
                                          </p:val>
                                        </p:tav>
                                        <p:tav tm="100000">
                                          <p:val>
                                            <p:strVal val="#ppt_y"/>
                                          </p:val>
                                        </p:tav>
                                      </p:tavLst>
                                    </p:anim>
                                  </p:childTnLst>
                                </p:cTn>
                              </p:par>
                              <p:par>
                                <p:cTn id="22" presetID="37"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1000"/>
                                        <p:tgtEl>
                                          <p:spTgt spid="27"/>
                                        </p:tgtEl>
                                      </p:cBhvr>
                                    </p:animEffect>
                                    <p:anim calcmode="lin" valueType="num">
                                      <p:cBhvr>
                                        <p:cTn id="25" dur="1000" fill="hold"/>
                                        <p:tgtEl>
                                          <p:spTgt spid="27"/>
                                        </p:tgtEl>
                                        <p:attrNameLst>
                                          <p:attrName>ppt_x</p:attrName>
                                        </p:attrNameLst>
                                      </p:cBhvr>
                                      <p:tavLst>
                                        <p:tav tm="0">
                                          <p:val>
                                            <p:strVal val="#ppt_x"/>
                                          </p:val>
                                        </p:tav>
                                        <p:tav tm="100000">
                                          <p:val>
                                            <p:strVal val="#ppt_x"/>
                                          </p:val>
                                        </p:tav>
                                      </p:tavLst>
                                    </p:anim>
                                    <p:anim calcmode="lin" valueType="num">
                                      <p:cBhvr>
                                        <p:cTn id="26" dur="900" decel="100000" fill="hold"/>
                                        <p:tgtEl>
                                          <p:spTgt spid="27"/>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27"/>
                                        </p:tgtEl>
                                        <p:attrNameLst>
                                          <p:attrName>ppt_y</p:attrName>
                                        </p:attrNameLst>
                                      </p:cBhvr>
                                      <p:tavLst>
                                        <p:tav tm="0">
                                          <p:val>
                                            <p:strVal val="#ppt_y-.03"/>
                                          </p:val>
                                        </p:tav>
                                        <p:tav tm="100000">
                                          <p:val>
                                            <p:strVal val="#ppt_y"/>
                                          </p:val>
                                        </p:tav>
                                      </p:tavLst>
                                    </p:anim>
                                  </p:childTnLst>
                                </p:cTn>
                              </p:par>
                              <p:par>
                                <p:cTn id="28" presetID="37"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1000"/>
                                        <p:tgtEl>
                                          <p:spTgt spid="28"/>
                                        </p:tgtEl>
                                      </p:cBhvr>
                                    </p:animEffect>
                                    <p:anim calcmode="lin" valueType="num">
                                      <p:cBhvr>
                                        <p:cTn id="31" dur="1000" fill="hold"/>
                                        <p:tgtEl>
                                          <p:spTgt spid="28"/>
                                        </p:tgtEl>
                                        <p:attrNameLst>
                                          <p:attrName>ppt_x</p:attrName>
                                        </p:attrNameLst>
                                      </p:cBhvr>
                                      <p:tavLst>
                                        <p:tav tm="0">
                                          <p:val>
                                            <p:strVal val="#ppt_x"/>
                                          </p:val>
                                        </p:tav>
                                        <p:tav tm="100000">
                                          <p:val>
                                            <p:strVal val="#ppt_x"/>
                                          </p:val>
                                        </p:tav>
                                      </p:tavLst>
                                    </p:anim>
                                    <p:anim calcmode="lin" valueType="num">
                                      <p:cBhvr>
                                        <p:cTn id="32" dur="900" decel="100000" fill="hold"/>
                                        <p:tgtEl>
                                          <p:spTgt spid="28"/>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par>
                                <p:cTn id="34" presetID="37"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1000"/>
                                        <p:tgtEl>
                                          <p:spTgt spid="29"/>
                                        </p:tgtEl>
                                      </p:cBhvr>
                                    </p:animEffect>
                                    <p:anim calcmode="lin" valueType="num">
                                      <p:cBhvr>
                                        <p:cTn id="37" dur="1000" fill="hold"/>
                                        <p:tgtEl>
                                          <p:spTgt spid="29"/>
                                        </p:tgtEl>
                                        <p:attrNameLst>
                                          <p:attrName>ppt_x</p:attrName>
                                        </p:attrNameLst>
                                      </p:cBhvr>
                                      <p:tavLst>
                                        <p:tav tm="0">
                                          <p:val>
                                            <p:strVal val="#ppt_x"/>
                                          </p:val>
                                        </p:tav>
                                        <p:tav tm="100000">
                                          <p:val>
                                            <p:strVal val="#ppt_x"/>
                                          </p:val>
                                        </p:tav>
                                      </p:tavLst>
                                    </p:anim>
                                    <p:anim calcmode="lin" valueType="num">
                                      <p:cBhvr>
                                        <p:cTn id="38" dur="900" decel="100000" fill="hold"/>
                                        <p:tgtEl>
                                          <p:spTgt spid="29"/>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29"/>
                                        </p:tgtEl>
                                        <p:attrNameLst>
                                          <p:attrName>ppt_y</p:attrName>
                                        </p:attrNameLst>
                                      </p:cBhvr>
                                      <p:tavLst>
                                        <p:tav tm="0">
                                          <p:val>
                                            <p:strVal val="#ppt_y-.03"/>
                                          </p:val>
                                        </p:tav>
                                        <p:tav tm="100000">
                                          <p:val>
                                            <p:strVal val="#ppt_y"/>
                                          </p:val>
                                        </p:tav>
                                      </p:tavLst>
                                    </p:anim>
                                  </p:childTnLst>
                                </p:cTn>
                              </p:par>
                              <p:par>
                                <p:cTn id="40" presetID="37"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1000"/>
                                        <p:tgtEl>
                                          <p:spTgt spid="30"/>
                                        </p:tgtEl>
                                      </p:cBhvr>
                                    </p:animEffect>
                                    <p:anim calcmode="lin" valueType="num">
                                      <p:cBhvr>
                                        <p:cTn id="43" dur="1000" fill="hold"/>
                                        <p:tgtEl>
                                          <p:spTgt spid="30"/>
                                        </p:tgtEl>
                                        <p:attrNameLst>
                                          <p:attrName>ppt_x</p:attrName>
                                        </p:attrNameLst>
                                      </p:cBhvr>
                                      <p:tavLst>
                                        <p:tav tm="0">
                                          <p:val>
                                            <p:strVal val="#ppt_x"/>
                                          </p:val>
                                        </p:tav>
                                        <p:tav tm="100000">
                                          <p:val>
                                            <p:strVal val="#ppt_x"/>
                                          </p:val>
                                        </p:tav>
                                      </p:tavLst>
                                    </p:anim>
                                    <p:anim calcmode="lin" valueType="num">
                                      <p:cBhvr>
                                        <p:cTn id="44" dur="900" decel="100000" fill="hold"/>
                                        <p:tgtEl>
                                          <p:spTgt spid="30"/>
                                        </p:tgtEl>
                                        <p:attrNameLst>
                                          <p:attrName>ppt_y</p:attrName>
                                        </p:attrNameLst>
                                      </p:cBhvr>
                                      <p:tavLst>
                                        <p:tav tm="0">
                                          <p:val>
                                            <p:strVal val="#ppt_y+1"/>
                                          </p:val>
                                        </p:tav>
                                        <p:tav tm="100000">
                                          <p:val>
                                            <p:strVal val="#ppt_y-.03"/>
                                          </p:val>
                                        </p:tav>
                                      </p:tavLst>
                                    </p:anim>
                                    <p:anim calcmode="lin" valueType="num">
                                      <p:cBhvr>
                                        <p:cTn id="45" dur="100" accel="100000" fill="hold">
                                          <p:stCondLst>
                                            <p:cond delay="900"/>
                                          </p:stCondLst>
                                        </p:cTn>
                                        <p:tgtEl>
                                          <p:spTgt spid="30"/>
                                        </p:tgtEl>
                                        <p:attrNameLst>
                                          <p:attrName>ppt_y</p:attrName>
                                        </p:attrNameLst>
                                      </p:cBhvr>
                                      <p:tavLst>
                                        <p:tav tm="0">
                                          <p:val>
                                            <p:strVal val="#ppt_y-.03"/>
                                          </p:val>
                                        </p:tav>
                                        <p:tav tm="100000">
                                          <p:val>
                                            <p:strVal val="#ppt_y"/>
                                          </p:val>
                                        </p:tav>
                                      </p:tavLst>
                                    </p:anim>
                                  </p:childTnLst>
                                </p:cTn>
                              </p:par>
                              <p:par>
                                <p:cTn id="46" presetID="53" presetClass="entr" presetSubtype="16" fill="hold" grpId="0" nodeType="withEffect">
                                  <p:stCondLst>
                                    <p:cond delay="50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animEffect transition="in" filter="fade">
                                      <p:cBhvr>
                                        <p:cTn id="50" dur="500"/>
                                        <p:tgtEl>
                                          <p:spTgt spid="11"/>
                                        </p:tgtEl>
                                      </p:cBhvr>
                                    </p:animEffect>
                                  </p:childTnLst>
                                </p:cTn>
                              </p:par>
                              <p:par>
                                <p:cTn id="51" presetID="10" presetClass="entr" presetSubtype="0" fill="hold" grpId="0" nodeType="withEffect">
                                  <p:stCondLst>
                                    <p:cond delay="5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par>
                                <p:cTn id="54" presetID="53" presetClass="entr" presetSubtype="16" fill="hold" grpId="0" nodeType="withEffect">
                                  <p:stCondLst>
                                    <p:cond delay="500"/>
                                  </p:stCondLst>
                                  <p:childTnLst>
                                    <p:set>
                                      <p:cBhvr>
                                        <p:cTn id="55" dur="1" fill="hold">
                                          <p:stCondLst>
                                            <p:cond delay="0"/>
                                          </p:stCondLst>
                                        </p:cTn>
                                        <p:tgtEl>
                                          <p:spTgt spid="13"/>
                                        </p:tgtEl>
                                        <p:attrNameLst>
                                          <p:attrName>style.visibility</p:attrName>
                                        </p:attrNameLst>
                                      </p:cBhvr>
                                      <p:to>
                                        <p:strVal val="visible"/>
                                      </p:to>
                                    </p:set>
                                    <p:anim calcmode="lin" valueType="num">
                                      <p:cBhvr>
                                        <p:cTn id="56" dur="500" fill="hold"/>
                                        <p:tgtEl>
                                          <p:spTgt spid="13"/>
                                        </p:tgtEl>
                                        <p:attrNameLst>
                                          <p:attrName>ppt_w</p:attrName>
                                        </p:attrNameLst>
                                      </p:cBhvr>
                                      <p:tavLst>
                                        <p:tav tm="0">
                                          <p:val>
                                            <p:fltVal val="0"/>
                                          </p:val>
                                        </p:tav>
                                        <p:tav tm="100000">
                                          <p:val>
                                            <p:strVal val="#ppt_w"/>
                                          </p:val>
                                        </p:tav>
                                      </p:tavLst>
                                    </p:anim>
                                    <p:anim calcmode="lin" valueType="num">
                                      <p:cBhvr>
                                        <p:cTn id="57" dur="500" fill="hold"/>
                                        <p:tgtEl>
                                          <p:spTgt spid="13"/>
                                        </p:tgtEl>
                                        <p:attrNameLst>
                                          <p:attrName>ppt_h</p:attrName>
                                        </p:attrNameLst>
                                      </p:cBhvr>
                                      <p:tavLst>
                                        <p:tav tm="0">
                                          <p:val>
                                            <p:fltVal val="0"/>
                                          </p:val>
                                        </p:tav>
                                        <p:tav tm="100000">
                                          <p:val>
                                            <p:strVal val="#ppt_h"/>
                                          </p:val>
                                        </p:tav>
                                      </p:tavLst>
                                    </p:anim>
                                    <p:animEffect transition="in" filter="fade">
                                      <p:cBhvr>
                                        <p:cTn id="58" dur="500"/>
                                        <p:tgtEl>
                                          <p:spTgt spid="13"/>
                                        </p:tgtEl>
                                      </p:cBhvr>
                                    </p:animEffect>
                                  </p:childTnLst>
                                </p:cTn>
                              </p:par>
                              <p:par>
                                <p:cTn id="59" presetID="10" presetClass="entr" presetSubtype="0" fill="hold" grpId="0" nodeType="withEffect">
                                  <p:stCondLst>
                                    <p:cond delay="50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par>
                                <p:cTn id="62" presetID="53" presetClass="entr" presetSubtype="16" fill="hold" grpId="0" nodeType="withEffect">
                                  <p:stCondLst>
                                    <p:cond delay="500"/>
                                  </p:stCondLst>
                                  <p:childTnLst>
                                    <p:set>
                                      <p:cBhvr>
                                        <p:cTn id="63" dur="1" fill="hold">
                                          <p:stCondLst>
                                            <p:cond delay="0"/>
                                          </p:stCondLst>
                                        </p:cTn>
                                        <p:tgtEl>
                                          <p:spTgt spid="15"/>
                                        </p:tgtEl>
                                        <p:attrNameLst>
                                          <p:attrName>style.visibility</p:attrName>
                                        </p:attrNameLst>
                                      </p:cBhvr>
                                      <p:to>
                                        <p:strVal val="visible"/>
                                      </p:to>
                                    </p:set>
                                    <p:anim calcmode="lin" valueType="num">
                                      <p:cBhvr>
                                        <p:cTn id="64" dur="500" fill="hold"/>
                                        <p:tgtEl>
                                          <p:spTgt spid="15"/>
                                        </p:tgtEl>
                                        <p:attrNameLst>
                                          <p:attrName>ppt_w</p:attrName>
                                        </p:attrNameLst>
                                      </p:cBhvr>
                                      <p:tavLst>
                                        <p:tav tm="0">
                                          <p:val>
                                            <p:fltVal val="0"/>
                                          </p:val>
                                        </p:tav>
                                        <p:tav tm="100000">
                                          <p:val>
                                            <p:strVal val="#ppt_w"/>
                                          </p:val>
                                        </p:tav>
                                      </p:tavLst>
                                    </p:anim>
                                    <p:anim calcmode="lin" valueType="num">
                                      <p:cBhvr>
                                        <p:cTn id="65" dur="500" fill="hold"/>
                                        <p:tgtEl>
                                          <p:spTgt spid="15"/>
                                        </p:tgtEl>
                                        <p:attrNameLst>
                                          <p:attrName>ppt_h</p:attrName>
                                        </p:attrNameLst>
                                      </p:cBhvr>
                                      <p:tavLst>
                                        <p:tav tm="0">
                                          <p:val>
                                            <p:fltVal val="0"/>
                                          </p:val>
                                        </p:tav>
                                        <p:tav tm="100000">
                                          <p:val>
                                            <p:strVal val="#ppt_h"/>
                                          </p:val>
                                        </p:tav>
                                      </p:tavLst>
                                    </p:anim>
                                    <p:animEffect transition="in" filter="fade">
                                      <p:cBhvr>
                                        <p:cTn id="66" dur="500"/>
                                        <p:tgtEl>
                                          <p:spTgt spid="15"/>
                                        </p:tgtEl>
                                      </p:cBhvr>
                                    </p:animEffect>
                                  </p:childTnLst>
                                </p:cTn>
                              </p:par>
                              <p:par>
                                <p:cTn id="67" presetID="10" presetClass="entr" presetSubtype="0" fill="hold" grpId="0" nodeType="withEffect">
                                  <p:stCondLst>
                                    <p:cond delay="50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childTnLst>
                                </p:cTn>
                              </p:par>
                              <p:par>
                                <p:cTn id="70" presetID="53" presetClass="entr" presetSubtype="16" fill="hold" grpId="0" nodeType="withEffect">
                                  <p:stCondLst>
                                    <p:cond delay="50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par>
                                <p:cTn id="75" presetID="10" presetClass="entr" presetSubtype="0" fill="hold" grpId="0" nodeType="withEffect">
                                  <p:stCondLst>
                                    <p:cond delay="50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par>
                                <p:cTn id="78" presetID="53" presetClass="entr" presetSubtype="16" fill="hold" grpId="0" nodeType="withEffect">
                                  <p:stCondLst>
                                    <p:cond delay="500"/>
                                  </p:stCondLst>
                                  <p:childTnLst>
                                    <p:set>
                                      <p:cBhvr>
                                        <p:cTn id="79" dur="1" fill="hold">
                                          <p:stCondLst>
                                            <p:cond delay="0"/>
                                          </p:stCondLst>
                                        </p:cTn>
                                        <p:tgtEl>
                                          <p:spTgt spid="19"/>
                                        </p:tgtEl>
                                        <p:attrNameLst>
                                          <p:attrName>style.visibility</p:attrName>
                                        </p:attrNameLst>
                                      </p:cBhvr>
                                      <p:to>
                                        <p:strVal val="visible"/>
                                      </p:to>
                                    </p:set>
                                    <p:anim calcmode="lin" valueType="num">
                                      <p:cBhvr>
                                        <p:cTn id="80" dur="500" fill="hold"/>
                                        <p:tgtEl>
                                          <p:spTgt spid="19"/>
                                        </p:tgtEl>
                                        <p:attrNameLst>
                                          <p:attrName>ppt_w</p:attrName>
                                        </p:attrNameLst>
                                      </p:cBhvr>
                                      <p:tavLst>
                                        <p:tav tm="0">
                                          <p:val>
                                            <p:fltVal val="0"/>
                                          </p:val>
                                        </p:tav>
                                        <p:tav tm="100000">
                                          <p:val>
                                            <p:strVal val="#ppt_w"/>
                                          </p:val>
                                        </p:tav>
                                      </p:tavLst>
                                    </p:anim>
                                    <p:anim calcmode="lin" valueType="num">
                                      <p:cBhvr>
                                        <p:cTn id="81" dur="500" fill="hold"/>
                                        <p:tgtEl>
                                          <p:spTgt spid="19"/>
                                        </p:tgtEl>
                                        <p:attrNameLst>
                                          <p:attrName>ppt_h</p:attrName>
                                        </p:attrNameLst>
                                      </p:cBhvr>
                                      <p:tavLst>
                                        <p:tav tm="0">
                                          <p:val>
                                            <p:fltVal val="0"/>
                                          </p:val>
                                        </p:tav>
                                        <p:tav tm="100000">
                                          <p:val>
                                            <p:strVal val="#ppt_h"/>
                                          </p:val>
                                        </p:tav>
                                      </p:tavLst>
                                    </p:anim>
                                    <p:animEffect transition="in" filter="fade">
                                      <p:cBhvr>
                                        <p:cTn id="82" dur="500"/>
                                        <p:tgtEl>
                                          <p:spTgt spid="19"/>
                                        </p:tgtEl>
                                      </p:cBhvr>
                                    </p:animEffect>
                                  </p:childTnLst>
                                </p:cTn>
                              </p:par>
                              <p:par>
                                <p:cTn id="83" presetID="10" presetClass="entr" presetSubtype="0" fill="hold" grpId="0" nodeType="withEffect">
                                  <p:stCondLst>
                                    <p:cond delay="50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childTnLst>
                                </p:cTn>
                              </p:par>
                            </p:childTnLst>
                          </p:cTn>
                        </p:par>
                        <p:par>
                          <p:cTn id="86" fill="hold">
                            <p:stCondLst>
                              <p:cond delay="1500"/>
                            </p:stCondLst>
                            <p:childTnLst>
                              <p:par>
                                <p:cTn id="87" presetID="53" presetClass="entr" presetSubtype="16" fill="hold" grpId="0" nodeType="afterEffect">
                                  <p:stCondLst>
                                    <p:cond delay="0"/>
                                  </p:stCondLst>
                                  <p:childTnLst>
                                    <p:set>
                                      <p:cBhvr>
                                        <p:cTn id="88" dur="1" fill="hold">
                                          <p:stCondLst>
                                            <p:cond delay="0"/>
                                          </p:stCondLst>
                                        </p:cTn>
                                        <p:tgtEl>
                                          <p:spTgt spid="21"/>
                                        </p:tgtEl>
                                        <p:attrNameLst>
                                          <p:attrName>style.visibility</p:attrName>
                                        </p:attrNameLst>
                                      </p:cBhvr>
                                      <p:to>
                                        <p:strVal val="visible"/>
                                      </p:to>
                                    </p:set>
                                    <p:anim calcmode="lin" valueType="num">
                                      <p:cBhvr>
                                        <p:cTn id="89" dur="500" fill="hold"/>
                                        <p:tgtEl>
                                          <p:spTgt spid="21"/>
                                        </p:tgtEl>
                                        <p:attrNameLst>
                                          <p:attrName>ppt_w</p:attrName>
                                        </p:attrNameLst>
                                      </p:cBhvr>
                                      <p:tavLst>
                                        <p:tav tm="0">
                                          <p:val>
                                            <p:fltVal val="0"/>
                                          </p:val>
                                        </p:tav>
                                        <p:tav tm="100000">
                                          <p:val>
                                            <p:strVal val="#ppt_w"/>
                                          </p:val>
                                        </p:tav>
                                      </p:tavLst>
                                    </p:anim>
                                    <p:anim calcmode="lin" valueType="num">
                                      <p:cBhvr>
                                        <p:cTn id="90" dur="500" fill="hold"/>
                                        <p:tgtEl>
                                          <p:spTgt spid="21"/>
                                        </p:tgtEl>
                                        <p:attrNameLst>
                                          <p:attrName>ppt_h</p:attrName>
                                        </p:attrNameLst>
                                      </p:cBhvr>
                                      <p:tavLst>
                                        <p:tav tm="0">
                                          <p:val>
                                            <p:fltVal val="0"/>
                                          </p:val>
                                        </p:tav>
                                        <p:tav tm="100000">
                                          <p:val>
                                            <p:strVal val="#ppt_h"/>
                                          </p:val>
                                        </p:tav>
                                      </p:tavLst>
                                    </p:anim>
                                    <p:animEffect transition="in" filter="fade">
                                      <p:cBhvr>
                                        <p:cTn id="91" dur="500"/>
                                        <p:tgtEl>
                                          <p:spTgt spid="21"/>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 calcmode="lin" valueType="num">
                                      <p:cBhvr>
                                        <p:cTn id="94" dur="500" fill="hold"/>
                                        <p:tgtEl>
                                          <p:spTgt spid="22"/>
                                        </p:tgtEl>
                                        <p:attrNameLst>
                                          <p:attrName>ppt_w</p:attrName>
                                        </p:attrNameLst>
                                      </p:cBhvr>
                                      <p:tavLst>
                                        <p:tav tm="0">
                                          <p:val>
                                            <p:fltVal val="0"/>
                                          </p:val>
                                        </p:tav>
                                        <p:tav tm="100000">
                                          <p:val>
                                            <p:strVal val="#ppt_w"/>
                                          </p:val>
                                        </p:tav>
                                      </p:tavLst>
                                    </p:anim>
                                    <p:anim calcmode="lin" valueType="num">
                                      <p:cBhvr>
                                        <p:cTn id="95" dur="500" fill="hold"/>
                                        <p:tgtEl>
                                          <p:spTgt spid="22"/>
                                        </p:tgtEl>
                                        <p:attrNameLst>
                                          <p:attrName>ppt_h</p:attrName>
                                        </p:attrNameLst>
                                      </p:cBhvr>
                                      <p:tavLst>
                                        <p:tav tm="0">
                                          <p:val>
                                            <p:fltVal val="0"/>
                                          </p:val>
                                        </p:tav>
                                        <p:tav tm="100000">
                                          <p:val>
                                            <p:strVal val="#ppt_h"/>
                                          </p:val>
                                        </p:tav>
                                      </p:tavLst>
                                    </p:anim>
                                    <p:animEffect transition="in" filter="fade">
                                      <p:cBhvr>
                                        <p:cTn id="96" dur="500"/>
                                        <p:tgtEl>
                                          <p:spTgt spid="22"/>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anim calcmode="lin" valueType="num">
                                      <p:cBhvr>
                                        <p:cTn id="99" dur="500" fill="hold"/>
                                        <p:tgtEl>
                                          <p:spTgt spid="23"/>
                                        </p:tgtEl>
                                        <p:attrNameLst>
                                          <p:attrName>ppt_w</p:attrName>
                                        </p:attrNameLst>
                                      </p:cBhvr>
                                      <p:tavLst>
                                        <p:tav tm="0">
                                          <p:val>
                                            <p:fltVal val="0"/>
                                          </p:val>
                                        </p:tav>
                                        <p:tav tm="100000">
                                          <p:val>
                                            <p:strVal val="#ppt_w"/>
                                          </p:val>
                                        </p:tav>
                                      </p:tavLst>
                                    </p:anim>
                                    <p:anim calcmode="lin" valueType="num">
                                      <p:cBhvr>
                                        <p:cTn id="100" dur="500" fill="hold"/>
                                        <p:tgtEl>
                                          <p:spTgt spid="23"/>
                                        </p:tgtEl>
                                        <p:attrNameLst>
                                          <p:attrName>ppt_h</p:attrName>
                                        </p:attrNameLst>
                                      </p:cBhvr>
                                      <p:tavLst>
                                        <p:tav tm="0">
                                          <p:val>
                                            <p:fltVal val="0"/>
                                          </p:val>
                                        </p:tav>
                                        <p:tav tm="100000">
                                          <p:val>
                                            <p:strVal val="#ppt_h"/>
                                          </p:val>
                                        </p:tav>
                                      </p:tavLst>
                                    </p:anim>
                                    <p:animEffect transition="in" filter="fade">
                                      <p:cBhvr>
                                        <p:cTn id="101" dur="500"/>
                                        <p:tgtEl>
                                          <p:spTgt spid="23"/>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 calcmode="lin" valueType="num">
                                      <p:cBhvr>
                                        <p:cTn id="104" dur="500" fill="hold"/>
                                        <p:tgtEl>
                                          <p:spTgt spid="24"/>
                                        </p:tgtEl>
                                        <p:attrNameLst>
                                          <p:attrName>ppt_w</p:attrName>
                                        </p:attrNameLst>
                                      </p:cBhvr>
                                      <p:tavLst>
                                        <p:tav tm="0">
                                          <p:val>
                                            <p:fltVal val="0"/>
                                          </p:val>
                                        </p:tav>
                                        <p:tav tm="100000">
                                          <p:val>
                                            <p:strVal val="#ppt_w"/>
                                          </p:val>
                                        </p:tav>
                                      </p:tavLst>
                                    </p:anim>
                                    <p:anim calcmode="lin" valueType="num">
                                      <p:cBhvr>
                                        <p:cTn id="105" dur="500" fill="hold"/>
                                        <p:tgtEl>
                                          <p:spTgt spid="24"/>
                                        </p:tgtEl>
                                        <p:attrNameLst>
                                          <p:attrName>ppt_h</p:attrName>
                                        </p:attrNameLst>
                                      </p:cBhvr>
                                      <p:tavLst>
                                        <p:tav tm="0">
                                          <p:val>
                                            <p:fltVal val="0"/>
                                          </p:val>
                                        </p:tav>
                                        <p:tav tm="100000">
                                          <p:val>
                                            <p:strVal val="#ppt_h"/>
                                          </p:val>
                                        </p:tav>
                                      </p:tavLst>
                                    </p:anim>
                                    <p:animEffect transition="in" filter="fade">
                                      <p:cBhvr>
                                        <p:cTn id="106" dur="500"/>
                                        <p:tgtEl>
                                          <p:spTgt spid="24"/>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25"/>
                                        </p:tgtEl>
                                        <p:attrNameLst>
                                          <p:attrName>style.visibility</p:attrName>
                                        </p:attrNameLst>
                                      </p:cBhvr>
                                      <p:to>
                                        <p:strVal val="visible"/>
                                      </p:to>
                                    </p:set>
                                    <p:anim calcmode="lin" valueType="num">
                                      <p:cBhvr>
                                        <p:cTn id="109" dur="500" fill="hold"/>
                                        <p:tgtEl>
                                          <p:spTgt spid="25"/>
                                        </p:tgtEl>
                                        <p:attrNameLst>
                                          <p:attrName>ppt_w</p:attrName>
                                        </p:attrNameLst>
                                      </p:cBhvr>
                                      <p:tavLst>
                                        <p:tav tm="0">
                                          <p:val>
                                            <p:fltVal val="0"/>
                                          </p:val>
                                        </p:tav>
                                        <p:tav tm="100000">
                                          <p:val>
                                            <p:strVal val="#ppt_w"/>
                                          </p:val>
                                        </p:tav>
                                      </p:tavLst>
                                    </p:anim>
                                    <p:anim calcmode="lin" valueType="num">
                                      <p:cBhvr>
                                        <p:cTn id="110" dur="500" fill="hold"/>
                                        <p:tgtEl>
                                          <p:spTgt spid="25"/>
                                        </p:tgtEl>
                                        <p:attrNameLst>
                                          <p:attrName>ppt_h</p:attrName>
                                        </p:attrNameLst>
                                      </p:cBhvr>
                                      <p:tavLst>
                                        <p:tav tm="0">
                                          <p:val>
                                            <p:fltVal val="0"/>
                                          </p:val>
                                        </p:tav>
                                        <p:tav tm="100000">
                                          <p:val>
                                            <p:strVal val="#ppt_h"/>
                                          </p:val>
                                        </p:tav>
                                      </p:tavLst>
                                    </p:anim>
                                    <p:animEffect transition="in" filter="fade">
                                      <p:cBhvr>
                                        <p:cTn id="111" dur="500"/>
                                        <p:tgtEl>
                                          <p:spTgt spid="25"/>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6"/>
                                        </p:tgtEl>
                                        <p:attrNameLst>
                                          <p:attrName>style.visibility</p:attrName>
                                        </p:attrNameLst>
                                      </p:cBhvr>
                                      <p:to>
                                        <p:strVal val="visible"/>
                                      </p:to>
                                    </p:set>
                                    <p:anim calcmode="lin" valueType="num">
                                      <p:cBhvr>
                                        <p:cTn id="114" dur="500" fill="hold"/>
                                        <p:tgtEl>
                                          <p:spTgt spid="6"/>
                                        </p:tgtEl>
                                        <p:attrNameLst>
                                          <p:attrName>ppt_w</p:attrName>
                                        </p:attrNameLst>
                                      </p:cBhvr>
                                      <p:tavLst>
                                        <p:tav tm="0">
                                          <p:val>
                                            <p:fltVal val="0"/>
                                          </p:val>
                                        </p:tav>
                                        <p:tav tm="100000">
                                          <p:val>
                                            <p:strVal val="#ppt_w"/>
                                          </p:val>
                                        </p:tav>
                                      </p:tavLst>
                                    </p:anim>
                                    <p:anim calcmode="lin" valueType="num">
                                      <p:cBhvr>
                                        <p:cTn id="115" dur="500" fill="hold"/>
                                        <p:tgtEl>
                                          <p:spTgt spid="6"/>
                                        </p:tgtEl>
                                        <p:attrNameLst>
                                          <p:attrName>ppt_h</p:attrName>
                                        </p:attrNameLst>
                                      </p:cBhvr>
                                      <p:tavLst>
                                        <p:tav tm="0">
                                          <p:val>
                                            <p:fltVal val="0"/>
                                          </p:val>
                                        </p:tav>
                                        <p:tav tm="100000">
                                          <p:val>
                                            <p:strVal val="#ppt_h"/>
                                          </p:val>
                                        </p:tav>
                                      </p:tavLst>
                                    </p:anim>
                                    <p:animEffect transition="in" filter="fade">
                                      <p:cBhvr>
                                        <p:cTn id="116" dur="500"/>
                                        <p:tgtEl>
                                          <p:spTgt spid="6"/>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7"/>
                                        </p:tgtEl>
                                        <p:attrNameLst>
                                          <p:attrName>style.visibility</p:attrName>
                                        </p:attrNameLst>
                                      </p:cBhvr>
                                      <p:to>
                                        <p:strVal val="visible"/>
                                      </p:to>
                                    </p:set>
                                    <p:anim calcmode="lin" valueType="num">
                                      <p:cBhvr>
                                        <p:cTn id="119" dur="500" fill="hold"/>
                                        <p:tgtEl>
                                          <p:spTgt spid="7"/>
                                        </p:tgtEl>
                                        <p:attrNameLst>
                                          <p:attrName>ppt_w</p:attrName>
                                        </p:attrNameLst>
                                      </p:cBhvr>
                                      <p:tavLst>
                                        <p:tav tm="0">
                                          <p:val>
                                            <p:fltVal val="0"/>
                                          </p:val>
                                        </p:tav>
                                        <p:tav tm="100000">
                                          <p:val>
                                            <p:strVal val="#ppt_w"/>
                                          </p:val>
                                        </p:tav>
                                      </p:tavLst>
                                    </p:anim>
                                    <p:anim calcmode="lin" valueType="num">
                                      <p:cBhvr>
                                        <p:cTn id="120" dur="500" fill="hold"/>
                                        <p:tgtEl>
                                          <p:spTgt spid="7"/>
                                        </p:tgtEl>
                                        <p:attrNameLst>
                                          <p:attrName>ppt_h</p:attrName>
                                        </p:attrNameLst>
                                      </p:cBhvr>
                                      <p:tavLst>
                                        <p:tav tm="0">
                                          <p:val>
                                            <p:fltVal val="0"/>
                                          </p:val>
                                        </p:tav>
                                        <p:tav tm="100000">
                                          <p:val>
                                            <p:strVal val="#ppt_h"/>
                                          </p:val>
                                        </p:tav>
                                      </p:tavLst>
                                    </p:anim>
                                    <p:animEffect transition="in" filter="fade">
                                      <p:cBhvr>
                                        <p:cTn id="121" dur="500"/>
                                        <p:tgtEl>
                                          <p:spTgt spid="7"/>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8"/>
                                        </p:tgtEl>
                                        <p:attrNameLst>
                                          <p:attrName>style.visibility</p:attrName>
                                        </p:attrNameLst>
                                      </p:cBhvr>
                                      <p:to>
                                        <p:strVal val="visible"/>
                                      </p:to>
                                    </p:set>
                                    <p:anim calcmode="lin" valueType="num">
                                      <p:cBhvr>
                                        <p:cTn id="124" dur="500" fill="hold"/>
                                        <p:tgtEl>
                                          <p:spTgt spid="8"/>
                                        </p:tgtEl>
                                        <p:attrNameLst>
                                          <p:attrName>ppt_w</p:attrName>
                                        </p:attrNameLst>
                                      </p:cBhvr>
                                      <p:tavLst>
                                        <p:tav tm="0">
                                          <p:val>
                                            <p:fltVal val="0"/>
                                          </p:val>
                                        </p:tav>
                                        <p:tav tm="100000">
                                          <p:val>
                                            <p:strVal val="#ppt_w"/>
                                          </p:val>
                                        </p:tav>
                                      </p:tavLst>
                                    </p:anim>
                                    <p:anim calcmode="lin" valueType="num">
                                      <p:cBhvr>
                                        <p:cTn id="125" dur="500" fill="hold"/>
                                        <p:tgtEl>
                                          <p:spTgt spid="8"/>
                                        </p:tgtEl>
                                        <p:attrNameLst>
                                          <p:attrName>ppt_h</p:attrName>
                                        </p:attrNameLst>
                                      </p:cBhvr>
                                      <p:tavLst>
                                        <p:tav tm="0">
                                          <p:val>
                                            <p:fltVal val="0"/>
                                          </p:val>
                                        </p:tav>
                                        <p:tav tm="100000">
                                          <p:val>
                                            <p:strVal val="#ppt_h"/>
                                          </p:val>
                                        </p:tav>
                                      </p:tavLst>
                                    </p:anim>
                                    <p:animEffect transition="in" filter="fade">
                                      <p:cBhvr>
                                        <p:cTn id="126" dur="500"/>
                                        <p:tgtEl>
                                          <p:spTgt spid="8"/>
                                        </p:tgtEl>
                                      </p:cBhvr>
                                    </p:animEffect>
                                  </p:childTnLst>
                                </p:cTn>
                              </p:par>
                              <p:par>
                                <p:cTn id="127" presetID="53" presetClass="entr" presetSubtype="16" fill="hold" grpId="0" nodeType="withEffect">
                                  <p:stCondLst>
                                    <p:cond delay="0"/>
                                  </p:stCondLst>
                                  <p:childTnLst>
                                    <p:set>
                                      <p:cBhvr>
                                        <p:cTn id="128" dur="1" fill="hold">
                                          <p:stCondLst>
                                            <p:cond delay="0"/>
                                          </p:stCondLst>
                                        </p:cTn>
                                        <p:tgtEl>
                                          <p:spTgt spid="9"/>
                                        </p:tgtEl>
                                        <p:attrNameLst>
                                          <p:attrName>style.visibility</p:attrName>
                                        </p:attrNameLst>
                                      </p:cBhvr>
                                      <p:to>
                                        <p:strVal val="visible"/>
                                      </p:to>
                                    </p:set>
                                    <p:anim calcmode="lin" valueType="num">
                                      <p:cBhvr>
                                        <p:cTn id="129" dur="500" fill="hold"/>
                                        <p:tgtEl>
                                          <p:spTgt spid="9"/>
                                        </p:tgtEl>
                                        <p:attrNameLst>
                                          <p:attrName>ppt_w</p:attrName>
                                        </p:attrNameLst>
                                      </p:cBhvr>
                                      <p:tavLst>
                                        <p:tav tm="0">
                                          <p:val>
                                            <p:fltVal val="0"/>
                                          </p:val>
                                        </p:tav>
                                        <p:tav tm="100000">
                                          <p:val>
                                            <p:strVal val="#ppt_w"/>
                                          </p:val>
                                        </p:tav>
                                      </p:tavLst>
                                    </p:anim>
                                    <p:anim calcmode="lin" valueType="num">
                                      <p:cBhvr>
                                        <p:cTn id="130" dur="500" fill="hold"/>
                                        <p:tgtEl>
                                          <p:spTgt spid="9"/>
                                        </p:tgtEl>
                                        <p:attrNameLst>
                                          <p:attrName>ppt_h</p:attrName>
                                        </p:attrNameLst>
                                      </p:cBhvr>
                                      <p:tavLst>
                                        <p:tav tm="0">
                                          <p:val>
                                            <p:fltVal val="0"/>
                                          </p:val>
                                        </p:tav>
                                        <p:tav tm="100000">
                                          <p:val>
                                            <p:strVal val="#ppt_h"/>
                                          </p:val>
                                        </p:tav>
                                      </p:tavLst>
                                    </p:anim>
                                    <p:animEffect transition="in" filter="fade">
                                      <p:cBhvr>
                                        <p:cTn id="131" dur="500"/>
                                        <p:tgtEl>
                                          <p:spTgt spid="9"/>
                                        </p:tgtEl>
                                      </p:cBhvr>
                                    </p:animEffect>
                                  </p:childTnLst>
                                </p:cTn>
                              </p:par>
                              <p:par>
                                <p:cTn id="132" presetID="53" presetClass="entr" presetSubtype="16" fill="hold" grpId="0" nodeType="withEffect">
                                  <p:stCondLst>
                                    <p:cond delay="0"/>
                                  </p:stCondLst>
                                  <p:childTnLst>
                                    <p:set>
                                      <p:cBhvr>
                                        <p:cTn id="133" dur="1" fill="hold">
                                          <p:stCondLst>
                                            <p:cond delay="0"/>
                                          </p:stCondLst>
                                        </p:cTn>
                                        <p:tgtEl>
                                          <p:spTgt spid="10"/>
                                        </p:tgtEl>
                                        <p:attrNameLst>
                                          <p:attrName>style.visibility</p:attrName>
                                        </p:attrNameLst>
                                      </p:cBhvr>
                                      <p:to>
                                        <p:strVal val="visible"/>
                                      </p:to>
                                    </p:set>
                                    <p:anim calcmode="lin" valueType="num">
                                      <p:cBhvr>
                                        <p:cTn id="134" dur="500" fill="hold"/>
                                        <p:tgtEl>
                                          <p:spTgt spid="10"/>
                                        </p:tgtEl>
                                        <p:attrNameLst>
                                          <p:attrName>ppt_w</p:attrName>
                                        </p:attrNameLst>
                                      </p:cBhvr>
                                      <p:tavLst>
                                        <p:tav tm="0">
                                          <p:val>
                                            <p:fltVal val="0"/>
                                          </p:val>
                                        </p:tav>
                                        <p:tav tm="100000">
                                          <p:val>
                                            <p:strVal val="#ppt_w"/>
                                          </p:val>
                                        </p:tav>
                                      </p:tavLst>
                                    </p:anim>
                                    <p:anim calcmode="lin" valueType="num">
                                      <p:cBhvr>
                                        <p:cTn id="135" dur="500" fill="hold"/>
                                        <p:tgtEl>
                                          <p:spTgt spid="10"/>
                                        </p:tgtEl>
                                        <p:attrNameLst>
                                          <p:attrName>ppt_h</p:attrName>
                                        </p:attrNameLst>
                                      </p:cBhvr>
                                      <p:tavLst>
                                        <p:tav tm="0">
                                          <p:val>
                                            <p:fltVal val="0"/>
                                          </p:val>
                                        </p:tav>
                                        <p:tav tm="100000">
                                          <p:val>
                                            <p:strVal val="#ppt_h"/>
                                          </p:val>
                                        </p:tav>
                                      </p:tavLst>
                                    </p:anim>
                                    <p:animEffect transition="in" filter="fade">
                                      <p:cBhvr>
                                        <p:cTn id="1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P spid="7" grpId="0" animBg="1"/>
      <p:bldP spid="8" grpId="0" animBg="1"/>
      <p:bldP spid="9" grpId="0" animBg="1"/>
      <p:bldP spid="10" grpId="0" animBg="1"/>
      <p:bldP spid="11" grpId="0"/>
      <p:bldP spid="12" grpId="0"/>
      <p:bldP spid="13" grpId="0"/>
      <p:bldP spid="14" grpId="0"/>
      <p:bldP spid="15" grpId="0"/>
      <p:bldP spid="16" grpId="0"/>
      <p:bldP spid="17" grpId="0"/>
      <p:bldP spid="18" grpId="0"/>
      <p:bldP spid="19" grpId="0"/>
      <p:bldP spid="20" grpId="0"/>
      <p:bldP spid="21" grpId="0" animBg="1"/>
      <p:bldP spid="22" grpId="0" animBg="1"/>
      <p:bldP spid="23" grpId="0" animBg="1"/>
      <p:bldP spid="24" grpId="0" animBg="1"/>
      <p:bldP spid="25" grpId="0" animBg="1"/>
      <p:bldP spid="26" grpId="0"/>
      <p:bldP spid="27" grpId="0"/>
      <p:bldP spid="28" grpId="0"/>
      <p:bldP spid="29" grpId="0"/>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占位符 12"/>
          <p:cNvSpPr>
            <a:spLocks noGrp="1"/>
          </p:cNvSpPr>
          <p:nvPr>
            <p:ph type="body" sz="quarter" idx="10"/>
          </p:nvPr>
        </p:nvSpPr>
        <p:spPr/>
        <p:txBody>
          <a:bodyPr/>
          <a:lstStyle/>
          <a:p>
            <a:r>
              <a:rPr lang="en-US" altLang="zh-CN" dirty="0" smtClean="0"/>
              <a:t>1.</a:t>
            </a:r>
            <a:r>
              <a:rPr lang="zh-CN" altLang="en-US" dirty="0" smtClean="0"/>
              <a:t>企业整体概述</a:t>
            </a:r>
            <a:endParaRPr lang="zh-CN" altLang="en-US" dirty="0"/>
          </a:p>
        </p:txBody>
      </p:sp>
      <p:sp>
        <p:nvSpPr>
          <p:cNvPr id="17" name="文本占位符 16"/>
          <p:cNvSpPr>
            <a:spLocks noGrp="1"/>
          </p:cNvSpPr>
          <p:nvPr>
            <p:ph type="body" sz="quarter" idx="14"/>
          </p:nvPr>
        </p:nvSpPr>
        <p:spPr/>
        <p:txBody>
          <a:bodyPr/>
          <a:lstStyle/>
          <a:p>
            <a:r>
              <a:rPr lang="zh-CN" altLang="en-US" dirty="0">
                <a:cs typeface="+mn-ea"/>
                <a:sym typeface="+mn-lt"/>
              </a:rPr>
              <a:t>企业情况简介</a:t>
            </a:r>
          </a:p>
        </p:txBody>
      </p:sp>
      <p:sp>
        <p:nvSpPr>
          <p:cNvPr id="18" name="文本占位符 17"/>
          <p:cNvSpPr>
            <a:spLocks noGrp="1"/>
          </p:cNvSpPr>
          <p:nvPr>
            <p:ph type="body" sz="quarter" idx="15"/>
          </p:nvPr>
        </p:nvSpPr>
        <p:spPr/>
        <p:txBody>
          <a:bodyPr/>
          <a:lstStyle/>
          <a:p>
            <a:r>
              <a:rPr lang="en-US" altLang="zh-CN" dirty="0">
                <a:latin typeface="+mn-ea"/>
                <a:cs typeface="+mn-ea"/>
                <a:sym typeface="+mn-lt"/>
              </a:rPr>
              <a:t>COMPANY PROFILE</a:t>
            </a:r>
            <a:endParaRPr lang="zh-CN" altLang="en-US" dirty="0">
              <a:latin typeface="+mn-ea"/>
              <a:cs typeface="+mn-ea"/>
              <a:sym typeface="+mn-lt"/>
            </a:endParaRPr>
          </a:p>
        </p:txBody>
      </p:sp>
      <p:sp>
        <p:nvSpPr>
          <p:cNvPr id="2" name="文本占位符 1"/>
          <p:cNvSpPr>
            <a:spLocks noGrp="1"/>
          </p:cNvSpPr>
          <p:nvPr>
            <p:ph type="body" sz="quarter" idx="16"/>
          </p:nvPr>
        </p:nvSpPr>
        <p:spPr/>
        <p:txBody>
          <a:bodyPr/>
          <a:lstStyle/>
          <a:p>
            <a:r>
              <a:rPr lang="en-US" altLang="zh-CN" dirty="0"/>
              <a:t>PART </a:t>
            </a:r>
            <a:r>
              <a:rPr lang="en-US" altLang="zh-CN" dirty="0" smtClean="0"/>
              <a:t>01</a:t>
            </a:r>
            <a:endParaRPr lang="zh-CN" altLang="en-US" dirty="0"/>
          </a:p>
        </p:txBody>
      </p:sp>
    </p:spTree>
    <p:extLst>
      <p:ext uri="{BB962C8B-B14F-4D97-AF65-F5344CB8AC3E}">
        <p14:creationId xmlns:p14="http://schemas.microsoft.com/office/powerpoint/2010/main" val="34059543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企业整体概述</a:t>
            </a:r>
            <a:endParaRPr lang="zh-CN" altLang="en-US" dirty="0"/>
          </a:p>
        </p:txBody>
      </p:sp>
      <p:sp>
        <p:nvSpPr>
          <p:cNvPr id="3" name="文本占位符 2"/>
          <p:cNvSpPr>
            <a:spLocks noGrp="1"/>
          </p:cNvSpPr>
          <p:nvPr>
            <p:ph type="body" sz="quarter" idx="10"/>
          </p:nvPr>
        </p:nvSpPr>
        <p:spPr/>
        <p:txBody>
          <a:bodyPr/>
          <a:lstStyle/>
          <a:p>
            <a:r>
              <a:rPr lang="en-US" altLang="zh-CN" dirty="0" smtClean="0"/>
              <a:t>COMPANY OVERVIEW</a:t>
            </a:r>
            <a:endParaRPr lang="zh-CN" altLang="en-US" dirty="0"/>
          </a:p>
        </p:txBody>
      </p:sp>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t="39993" b="3909"/>
          <a:stretch/>
        </p:blipFill>
        <p:spPr>
          <a:xfrm>
            <a:off x="696000" y="1401111"/>
            <a:ext cx="10800000" cy="3122499"/>
          </a:xfrm>
          <a:prstGeom prst="rect">
            <a:avLst/>
          </a:prstGeom>
        </p:spPr>
      </p:pic>
      <p:sp>
        <p:nvSpPr>
          <p:cNvPr id="6" name="矩形 36"/>
          <p:cNvSpPr>
            <a:spLocks noChangeArrowheads="1"/>
          </p:cNvSpPr>
          <p:nvPr/>
        </p:nvSpPr>
        <p:spPr bwMode="auto">
          <a:xfrm>
            <a:off x="6096001" y="4951720"/>
            <a:ext cx="5400000" cy="1258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defRPr>
            </a:lvl9pPr>
          </a:lstStyle>
          <a:p>
            <a:pPr>
              <a:lnSpc>
                <a:spcPct val="150000"/>
              </a:lnSpc>
              <a:spcBef>
                <a:spcPct val="0"/>
              </a:spcBef>
              <a:buNone/>
            </a:pPr>
            <a:r>
              <a:rPr lang="zh-CN" altLang="en-US" sz="1400" dirty="0">
                <a:cs typeface="+mn-ea"/>
                <a:sym typeface="+mn-lt"/>
              </a:rPr>
              <a:t>点击此处输入与此小标题或图形相关的文字描述内容或数据分析。点击此处输入与此小标题或者与此图形相关的内容介绍、数据统计、事件分析、总结概述等文字描述内容</a:t>
            </a:r>
            <a:r>
              <a:rPr lang="zh-CN" altLang="en-US" sz="1400" dirty="0" smtClean="0">
                <a:cs typeface="+mn-ea"/>
                <a:sym typeface="+mn-lt"/>
              </a:rPr>
              <a:t>。</a:t>
            </a:r>
            <a:endParaRPr lang="en-US" altLang="zh-CN" sz="1400" dirty="0" smtClean="0">
              <a:cs typeface="+mn-ea"/>
              <a:sym typeface="+mn-lt"/>
            </a:endParaRPr>
          </a:p>
          <a:p>
            <a:pPr>
              <a:lnSpc>
                <a:spcPct val="150000"/>
              </a:lnSpc>
              <a:spcBef>
                <a:spcPct val="0"/>
              </a:spcBef>
              <a:buNone/>
            </a:pPr>
            <a:r>
              <a:rPr lang="zh-CN" altLang="en-US" sz="1400" dirty="0">
                <a:cs typeface="+mn-ea"/>
                <a:sym typeface="+mn-lt"/>
              </a:rPr>
              <a:t>点击此处输入与此小标题或图形相关的文字描述</a:t>
            </a:r>
            <a:r>
              <a:rPr lang="zh-CN" altLang="en-US" sz="1400" dirty="0" smtClean="0">
                <a:cs typeface="+mn-ea"/>
                <a:sym typeface="+mn-lt"/>
              </a:rPr>
              <a:t>内容。</a:t>
            </a:r>
            <a:endParaRPr lang="zh-CN" altLang="en-US" sz="1400" dirty="0">
              <a:cs typeface="+mn-ea"/>
              <a:sym typeface="+mn-lt"/>
            </a:endParaRPr>
          </a:p>
        </p:txBody>
      </p:sp>
      <p:sp>
        <p:nvSpPr>
          <p:cNvPr id="7" name="矩形 6"/>
          <p:cNvSpPr/>
          <p:nvPr/>
        </p:nvSpPr>
        <p:spPr>
          <a:xfrm>
            <a:off x="6096000" y="1401111"/>
            <a:ext cx="5400000" cy="3122499"/>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flipH="1">
            <a:off x="6772760" y="2930408"/>
            <a:ext cx="4046481" cy="430887"/>
          </a:xfrm>
          <a:prstGeom prst="rect">
            <a:avLst/>
          </a:prstGeom>
        </p:spPr>
        <p:txBody>
          <a:bodyPr wrap="square" lIns="0" tIns="0" rIns="0" bIns="0">
            <a:spAutoFit/>
          </a:bodyPr>
          <a:lstStyle/>
          <a:p>
            <a:r>
              <a:rPr lang="zh-CN" altLang="en-US" sz="2800" dirty="0">
                <a:solidFill>
                  <a:schemeClr val="bg1"/>
                </a:solidFill>
              </a:rPr>
              <a:t>企业整体概述</a:t>
            </a:r>
          </a:p>
        </p:txBody>
      </p:sp>
      <p:sp>
        <p:nvSpPr>
          <p:cNvPr id="9" name="矩形 8"/>
          <p:cNvSpPr/>
          <p:nvPr/>
        </p:nvSpPr>
        <p:spPr>
          <a:xfrm flipH="1">
            <a:off x="6772760" y="2376410"/>
            <a:ext cx="4046481" cy="553998"/>
          </a:xfrm>
          <a:prstGeom prst="rect">
            <a:avLst/>
          </a:prstGeom>
        </p:spPr>
        <p:txBody>
          <a:bodyPr wrap="square" lIns="0" tIns="0" rIns="0" bIns="0">
            <a:spAutoFit/>
          </a:bodyPr>
          <a:lstStyle/>
          <a:p>
            <a:r>
              <a:rPr lang="en-US" altLang="zh-CN" sz="3600" b="1" dirty="0" smtClean="0">
                <a:solidFill>
                  <a:schemeClr val="bg1"/>
                </a:solidFill>
              </a:rPr>
              <a:t>INTRODUCTION</a:t>
            </a:r>
            <a:endParaRPr lang="zh-CN" altLang="en-US" sz="3600" b="1" dirty="0">
              <a:solidFill>
                <a:schemeClr val="bg1"/>
              </a:solidFill>
            </a:endParaRPr>
          </a:p>
        </p:txBody>
      </p:sp>
      <p:sp>
        <p:nvSpPr>
          <p:cNvPr id="10" name="椭圆 9"/>
          <p:cNvSpPr/>
          <p:nvPr/>
        </p:nvSpPr>
        <p:spPr>
          <a:xfrm>
            <a:off x="6772760" y="3672442"/>
            <a:ext cx="466530" cy="4665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iconfont-1039-872568">
            <a:extLst>
              <a:ext uri="{FF2B5EF4-FFF2-40B4-BE49-F238E27FC236}">
                <a16:creationId xmlns:a16="http://schemas.microsoft.com/office/drawing/2014/main" xmlns:p14="http://schemas.microsoft.com/office/powerpoint/2010/main" xmlns="" id="{54405246-CCE2-4201-BBB1-D3F3EB6E740D}"/>
              </a:ext>
            </a:extLst>
          </p:cNvPr>
          <p:cNvSpPr/>
          <p:nvPr/>
        </p:nvSpPr>
        <p:spPr>
          <a:xfrm>
            <a:off x="6911902" y="3801403"/>
            <a:ext cx="188245" cy="204442"/>
          </a:xfrm>
          <a:custGeom>
            <a:avLst/>
            <a:gdLst>
              <a:gd name="T0" fmla="*/ 7952 w 8836"/>
              <a:gd name="T1" fmla="*/ 8998 h 9598"/>
              <a:gd name="T2" fmla="*/ 7952 w 8836"/>
              <a:gd name="T3" fmla="*/ 1080 h 9598"/>
              <a:gd name="T4" fmla="*/ 6707 w 8836"/>
              <a:gd name="T5" fmla="*/ 0 h 9598"/>
              <a:gd name="T6" fmla="*/ 2530 w 8836"/>
              <a:gd name="T7" fmla="*/ 1560 h 9598"/>
              <a:gd name="T8" fmla="*/ 2530 w 8836"/>
              <a:gd name="T9" fmla="*/ 1960 h 9598"/>
              <a:gd name="T10" fmla="*/ 6306 w 8836"/>
              <a:gd name="T11" fmla="*/ 680 h 9598"/>
              <a:gd name="T12" fmla="*/ 6306 w 8836"/>
              <a:gd name="T13" fmla="*/ 9558 h 9598"/>
              <a:gd name="T14" fmla="*/ 8836 w 8836"/>
              <a:gd name="T15" fmla="*/ 9558 h 9598"/>
              <a:gd name="T16" fmla="*/ 8836 w 8836"/>
              <a:gd name="T17" fmla="*/ 8998 h 9598"/>
              <a:gd name="T18" fmla="*/ 7952 w 8836"/>
              <a:gd name="T19" fmla="*/ 8998 h 9598"/>
              <a:gd name="T20" fmla="*/ 1165 w 8836"/>
              <a:gd name="T21" fmla="*/ 6559 h 9598"/>
              <a:gd name="T22" fmla="*/ 3173 w 8836"/>
              <a:gd name="T23" fmla="*/ 6159 h 9598"/>
              <a:gd name="T24" fmla="*/ 3173 w 8836"/>
              <a:gd name="T25" fmla="*/ 5159 h 9598"/>
              <a:gd name="T26" fmla="*/ 1165 w 8836"/>
              <a:gd name="T27" fmla="*/ 5679 h 9598"/>
              <a:gd name="T28" fmla="*/ 1165 w 8836"/>
              <a:gd name="T29" fmla="*/ 6559 h 9598"/>
              <a:gd name="T30" fmla="*/ 1165 w 8836"/>
              <a:gd name="T31" fmla="*/ 9558 h 9598"/>
              <a:gd name="T32" fmla="*/ 3173 w 8836"/>
              <a:gd name="T33" fmla="*/ 9558 h 9598"/>
              <a:gd name="T34" fmla="*/ 3173 w 8836"/>
              <a:gd name="T35" fmla="*/ 8518 h 9598"/>
              <a:gd name="T36" fmla="*/ 1165 w 8836"/>
              <a:gd name="T37" fmla="*/ 8678 h 9598"/>
              <a:gd name="T38" fmla="*/ 1165 w 8836"/>
              <a:gd name="T39" fmla="*/ 9558 h 9598"/>
              <a:gd name="T40" fmla="*/ 1165 w 8836"/>
              <a:gd name="T41" fmla="*/ 8078 h 9598"/>
              <a:gd name="T42" fmla="*/ 3173 w 8836"/>
              <a:gd name="T43" fmla="*/ 7878 h 9598"/>
              <a:gd name="T44" fmla="*/ 3173 w 8836"/>
              <a:gd name="T45" fmla="*/ 6879 h 9598"/>
              <a:gd name="T46" fmla="*/ 1165 w 8836"/>
              <a:gd name="T47" fmla="*/ 7198 h 9598"/>
              <a:gd name="T48" fmla="*/ 1165 w 8836"/>
              <a:gd name="T49" fmla="*/ 8078 h 9598"/>
              <a:gd name="T50" fmla="*/ 1165 w 8836"/>
              <a:gd name="T51" fmla="*/ 5039 h 9598"/>
              <a:gd name="T52" fmla="*/ 3173 w 8836"/>
              <a:gd name="T53" fmla="*/ 4479 h 9598"/>
              <a:gd name="T54" fmla="*/ 3173 w 8836"/>
              <a:gd name="T55" fmla="*/ 3439 h 9598"/>
              <a:gd name="T56" fmla="*/ 1165 w 8836"/>
              <a:gd name="T57" fmla="*/ 4119 h 9598"/>
              <a:gd name="T58" fmla="*/ 1165 w 8836"/>
              <a:gd name="T59" fmla="*/ 5039 h 9598"/>
              <a:gd name="T60" fmla="*/ 5342 w 8836"/>
              <a:gd name="T61" fmla="*/ 2440 h 9598"/>
              <a:gd name="T62" fmla="*/ 4217 w 8836"/>
              <a:gd name="T63" fmla="*/ 1760 h 9598"/>
              <a:gd name="T64" fmla="*/ 0 w 8836"/>
              <a:gd name="T65" fmla="*/ 3279 h 9598"/>
              <a:gd name="T66" fmla="*/ 0 w 8836"/>
              <a:gd name="T67" fmla="*/ 9598 h 9598"/>
              <a:gd name="T68" fmla="*/ 562 w 8836"/>
              <a:gd name="T69" fmla="*/ 9598 h 9598"/>
              <a:gd name="T70" fmla="*/ 562 w 8836"/>
              <a:gd name="T71" fmla="*/ 3559 h 9598"/>
              <a:gd name="T72" fmla="*/ 3735 w 8836"/>
              <a:gd name="T73" fmla="*/ 2519 h 9598"/>
              <a:gd name="T74" fmla="*/ 3735 w 8836"/>
              <a:gd name="T75" fmla="*/ 9558 h 9598"/>
              <a:gd name="T76" fmla="*/ 5382 w 8836"/>
              <a:gd name="T77" fmla="*/ 9558 h 9598"/>
              <a:gd name="T78" fmla="*/ 5342 w 8836"/>
              <a:gd name="T79" fmla="*/ 2440 h 9598"/>
              <a:gd name="T80" fmla="*/ 5342 w 8836"/>
              <a:gd name="T81" fmla="*/ 2440 h 95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36" h="9598">
                <a:moveTo>
                  <a:pt x="7952" y="8998"/>
                </a:moveTo>
                <a:lnTo>
                  <a:pt x="7952" y="1080"/>
                </a:lnTo>
                <a:lnTo>
                  <a:pt x="6707" y="0"/>
                </a:lnTo>
                <a:lnTo>
                  <a:pt x="2530" y="1560"/>
                </a:lnTo>
                <a:lnTo>
                  <a:pt x="2530" y="1960"/>
                </a:lnTo>
                <a:lnTo>
                  <a:pt x="6306" y="680"/>
                </a:lnTo>
                <a:lnTo>
                  <a:pt x="6306" y="9558"/>
                </a:lnTo>
                <a:lnTo>
                  <a:pt x="8836" y="9558"/>
                </a:lnTo>
                <a:lnTo>
                  <a:pt x="8836" y="8998"/>
                </a:lnTo>
                <a:lnTo>
                  <a:pt x="7952" y="8998"/>
                </a:lnTo>
                <a:close/>
                <a:moveTo>
                  <a:pt x="1165" y="6559"/>
                </a:moveTo>
                <a:lnTo>
                  <a:pt x="3173" y="6159"/>
                </a:lnTo>
                <a:lnTo>
                  <a:pt x="3173" y="5159"/>
                </a:lnTo>
                <a:lnTo>
                  <a:pt x="1165" y="5679"/>
                </a:lnTo>
                <a:lnTo>
                  <a:pt x="1165" y="6559"/>
                </a:lnTo>
                <a:close/>
                <a:moveTo>
                  <a:pt x="1165" y="9558"/>
                </a:moveTo>
                <a:lnTo>
                  <a:pt x="3173" y="9558"/>
                </a:lnTo>
                <a:lnTo>
                  <a:pt x="3173" y="8518"/>
                </a:lnTo>
                <a:lnTo>
                  <a:pt x="1165" y="8678"/>
                </a:lnTo>
                <a:lnTo>
                  <a:pt x="1165" y="9558"/>
                </a:lnTo>
                <a:close/>
                <a:moveTo>
                  <a:pt x="1165" y="8078"/>
                </a:moveTo>
                <a:lnTo>
                  <a:pt x="3173" y="7878"/>
                </a:lnTo>
                <a:lnTo>
                  <a:pt x="3173" y="6879"/>
                </a:lnTo>
                <a:lnTo>
                  <a:pt x="1165" y="7198"/>
                </a:lnTo>
                <a:lnTo>
                  <a:pt x="1165" y="8078"/>
                </a:lnTo>
                <a:close/>
                <a:moveTo>
                  <a:pt x="1165" y="5039"/>
                </a:moveTo>
                <a:lnTo>
                  <a:pt x="3173" y="4479"/>
                </a:lnTo>
                <a:lnTo>
                  <a:pt x="3173" y="3439"/>
                </a:lnTo>
                <a:lnTo>
                  <a:pt x="1165" y="4119"/>
                </a:lnTo>
                <a:lnTo>
                  <a:pt x="1165" y="5039"/>
                </a:lnTo>
                <a:close/>
                <a:moveTo>
                  <a:pt x="5342" y="2440"/>
                </a:moveTo>
                <a:lnTo>
                  <a:pt x="4217" y="1760"/>
                </a:lnTo>
                <a:lnTo>
                  <a:pt x="0" y="3279"/>
                </a:lnTo>
                <a:lnTo>
                  <a:pt x="0" y="9598"/>
                </a:lnTo>
                <a:lnTo>
                  <a:pt x="562" y="9598"/>
                </a:lnTo>
                <a:lnTo>
                  <a:pt x="562" y="3559"/>
                </a:lnTo>
                <a:lnTo>
                  <a:pt x="3735" y="2519"/>
                </a:lnTo>
                <a:lnTo>
                  <a:pt x="3735" y="9558"/>
                </a:lnTo>
                <a:lnTo>
                  <a:pt x="5382" y="9558"/>
                </a:lnTo>
                <a:lnTo>
                  <a:pt x="5342" y="2440"/>
                </a:lnTo>
                <a:close/>
                <a:moveTo>
                  <a:pt x="5342" y="2440"/>
                </a:move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utoShape 13"/>
          <p:cNvSpPr>
            <a:spLocks/>
          </p:cNvSpPr>
          <p:nvPr/>
        </p:nvSpPr>
        <p:spPr bwMode="auto">
          <a:xfrm>
            <a:off x="696002" y="4951720"/>
            <a:ext cx="1721528" cy="40729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spAutoFit/>
          </a:bodyPr>
          <a:lstStyle/>
          <a:p>
            <a:pPr defTabSz="323850">
              <a:lnSpc>
                <a:spcPct val="150000"/>
              </a:lnSpc>
              <a:defRPr/>
            </a:pPr>
            <a:r>
              <a:rPr lang="en-US" altLang="zh-CN" sz="2000" b="1" dirty="0">
                <a:solidFill>
                  <a:schemeClr val="accent1"/>
                </a:solidFill>
                <a:cs typeface="+mn-ea"/>
                <a:sym typeface="+mn-lt"/>
              </a:rPr>
              <a:t>KEY WORD</a:t>
            </a:r>
            <a:endParaRPr lang="es-ES" sz="2000" b="1" dirty="0">
              <a:solidFill>
                <a:schemeClr val="accent1"/>
              </a:solidFill>
              <a:cs typeface="+mn-ea"/>
              <a:sym typeface="+mn-lt"/>
            </a:endParaRPr>
          </a:p>
        </p:txBody>
      </p:sp>
      <p:sp>
        <p:nvSpPr>
          <p:cNvPr id="13" name="AutoShape 32"/>
          <p:cNvSpPr>
            <a:spLocks/>
          </p:cNvSpPr>
          <p:nvPr/>
        </p:nvSpPr>
        <p:spPr bwMode="auto">
          <a:xfrm>
            <a:off x="696000" y="5422625"/>
            <a:ext cx="1721528" cy="6985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spAutoFit/>
          </a:bodyPr>
          <a:lstStyle/>
          <a:p>
            <a:pPr defTabSz="323850">
              <a:lnSpc>
                <a:spcPct val="150000"/>
              </a:lnSpc>
              <a:defRPr/>
            </a:pPr>
            <a:r>
              <a:rPr lang="zh-CN" altLang="en-US" sz="1050" dirty="0">
                <a:solidFill>
                  <a:schemeClr val="tx1">
                    <a:lumMod val="50000"/>
                    <a:lumOff val="50000"/>
                  </a:schemeClr>
                </a:solidFill>
                <a:cs typeface="+mn-ea"/>
                <a:sym typeface="+mn-lt"/>
              </a:rPr>
              <a:t>点击此处输入与此小标题或图形相关的文字描述内容或数据分析。</a:t>
            </a:r>
            <a:endParaRPr lang="es-ES" sz="1050" dirty="0">
              <a:solidFill>
                <a:schemeClr val="tx1">
                  <a:lumMod val="50000"/>
                  <a:lumOff val="50000"/>
                </a:schemeClr>
              </a:solidFill>
              <a:cs typeface="+mn-ea"/>
              <a:sym typeface="+mn-lt"/>
            </a:endParaRPr>
          </a:p>
        </p:txBody>
      </p:sp>
      <p:cxnSp>
        <p:nvCxnSpPr>
          <p:cNvPr id="14" name="直接连接符 13"/>
          <p:cNvCxnSpPr/>
          <p:nvPr/>
        </p:nvCxnSpPr>
        <p:spPr>
          <a:xfrm>
            <a:off x="2567596" y="5079146"/>
            <a:ext cx="0" cy="1044000"/>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5" name="AutoShape 13"/>
          <p:cNvSpPr>
            <a:spLocks/>
          </p:cNvSpPr>
          <p:nvPr/>
        </p:nvSpPr>
        <p:spPr bwMode="auto">
          <a:xfrm>
            <a:off x="2972672" y="4951720"/>
            <a:ext cx="1721528" cy="40729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spAutoFit/>
          </a:bodyPr>
          <a:lstStyle/>
          <a:p>
            <a:pPr defTabSz="323850">
              <a:lnSpc>
                <a:spcPct val="150000"/>
              </a:lnSpc>
              <a:defRPr/>
            </a:pPr>
            <a:r>
              <a:rPr lang="en-US" altLang="zh-CN" sz="2000" b="1" dirty="0">
                <a:solidFill>
                  <a:schemeClr val="accent1"/>
                </a:solidFill>
                <a:cs typeface="+mn-ea"/>
                <a:sym typeface="+mn-lt"/>
              </a:rPr>
              <a:t>KEY WORD</a:t>
            </a:r>
            <a:endParaRPr lang="es-ES" sz="2000" b="1" dirty="0">
              <a:solidFill>
                <a:schemeClr val="accent1"/>
              </a:solidFill>
              <a:cs typeface="+mn-ea"/>
              <a:sym typeface="+mn-lt"/>
            </a:endParaRPr>
          </a:p>
        </p:txBody>
      </p:sp>
      <p:sp>
        <p:nvSpPr>
          <p:cNvPr id="16" name="AutoShape 32"/>
          <p:cNvSpPr>
            <a:spLocks/>
          </p:cNvSpPr>
          <p:nvPr/>
        </p:nvSpPr>
        <p:spPr bwMode="auto">
          <a:xfrm>
            <a:off x="2972670" y="5422625"/>
            <a:ext cx="1721528" cy="6985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spAutoFit/>
          </a:bodyPr>
          <a:lstStyle/>
          <a:p>
            <a:pPr defTabSz="323850">
              <a:lnSpc>
                <a:spcPct val="150000"/>
              </a:lnSpc>
              <a:defRPr/>
            </a:pPr>
            <a:r>
              <a:rPr lang="zh-CN" altLang="en-US" sz="1050" dirty="0">
                <a:solidFill>
                  <a:schemeClr val="tx1">
                    <a:lumMod val="50000"/>
                    <a:lumOff val="50000"/>
                  </a:schemeClr>
                </a:solidFill>
                <a:cs typeface="+mn-ea"/>
                <a:sym typeface="+mn-lt"/>
              </a:rPr>
              <a:t>点击此处输入与此小标题或图形相关的文字描述内容或数据分析。</a:t>
            </a:r>
            <a:endParaRPr lang="es-ES" sz="1050" dirty="0">
              <a:solidFill>
                <a:schemeClr val="tx1">
                  <a:lumMod val="50000"/>
                  <a:lumOff val="50000"/>
                </a:schemeClr>
              </a:solidFill>
              <a:cs typeface="+mn-ea"/>
              <a:sym typeface="+mn-lt"/>
            </a:endParaRPr>
          </a:p>
        </p:txBody>
      </p:sp>
      <p:cxnSp>
        <p:nvCxnSpPr>
          <p:cNvPr id="17" name="直接连接符 16"/>
          <p:cNvCxnSpPr/>
          <p:nvPr/>
        </p:nvCxnSpPr>
        <p:spPr>
          <a:xfrm>
            <a:off x="4844266" y="5079146"/>
            <a:ext cx="0" cy="1044000"/>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90968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anim calcmode="lin" valueType="num">
                                      <p:cBhvr>
                                        <p:cTn id="17" dur="500" fill="hold"/>
                                        <p:tgtEl>
                                          <p:spTgt spid="8"/>
                                        </p:tgtEl>
                                        <p:attrNameLst>
                                          <p:attrName>ppt_x</p:attrName>
                                        </p:attrNameLst>
                                      </p:cBhvr>
                                      <p:tavLst>
                                        <p:tav tm="0">
                                          <p:val>
                                            <p:strVal val="#ppt_x"/>
                                          </p:val>
                                        </p:tav>
                                        <p:tav tm="100000">
                                          <p:val>
                                            <p:strVal val="#ppt_x"/>
                                          </p:val>
                                        </p:tav>
                                      </p:tavLst>
                                    </p:anim>
                                    <p:anim calcmode="lin" valueType="num">
                                      <p:cBhvr>
                                        <p:cTn id="18" dur="500" fill="hold"/>
                                        <p:tgtEl>
                                          <p:spTgt spid="8"/>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anim calcmode="lin" valueType="num">
                                      <p:cBhvr>
                                        <p:cTn id="22" dur="500" fill="hold"/>
                                        <p:tgtEl>
                                          <p:spTgt spid="9"/>
                                        </p:tgtEl>
                                        <p:attrNameLst>
                                          <p:attrName>ppt_x</p:attrName>
                                        </p:attrNameLst>
                                      </p:cBhvr>
                                      <p:tavLst>
                                        <p:tav tm="0">
                                          <p:val>
                                            <p:strVal val="#ppt_x"/>
                                          </p:val>
                                        </p:tav>
                                        <p:tav tm="100000">
                                          <p:val>
                                            <p:strVal val="#ppt_x"/>
                                          </p:val>
                                        </p:tav>
                                      </p:tavLst>
                                    </p:anim>
                                    <p:anim calcmode="lin" valueType="num">
                                      <p:cBhvr>
                                        <p:cTn id="23" dur="500" fill="hold"/>
                                        <p:tgtEl>
                                          <p:spTgt spid="9"/>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childTnLst>
                          </p:cTn>
                        </p:par>
                        <p:par>
                          <p:cTn id="35" fill="hold">
                            <p:stCondLst>
                              <p:cond delay="2000"/>
                            </p:stCondLst>
                            <p:childTnLst>
                              <p:par>
                                <p:cTn id="36" presetID="2" presetClass="entr" presetSubtype="4"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ppt_x"/>
                                          </p:val>
                                        </p:tav>
                                        <p:tav tm="100000">
                                          <p:val>
                                            <p:strVal val="#ppt_x"/>
                                          </p:val>
                                        </p:tav>
                                      </p:tavLst>
                                    </p:anim>
                                    <p:anim calcmode="lin" valueType="num">
                                      <p:cBhvr additive="base">
                                        <p:cTn id="39" dur="500" fill="hold"/>
                                        <p:tgtEl>
                                          <p:spTgt spid="14"/>
                                        </p:tgtEl>
                                        <p:attrNameLst>
                                          <p:attrName>ppt_y</p:attrName>
                                        </p:attrNameLst>
                                      </p:cBhvr>
                                      <p:tavLst>
                                        <p:tav tm="0">
                                          <p:val>
                                            <p:strVal val="1+#ppt_h/2"/>
                                          </p:val>
                                        </p:tav>
                                        <p:tav tm="100000">
                                          <p:val>
                                            <p:strVal val="#ppt_y"/>
                                          </p:val>
                                        </p:tav>
                                      </p:tavLst>
                                    </p:anim>
                                  </p:childTnLst>
                                </p:cTn>
                              </p:par>
                              <p:par>
                                <p:cTn id="40" presetID="22" presetClass="entr" presetSubtype="8"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par>
                                <p:cTn id="43" presetID="2" presetClass="entr" presetSubtype="2"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1+#ppt_w/2"/>
                                          </p:val>
                                        </p:tav>
                                        <p:tav tm="100000">
                                          <p:val>
                                            <p:strVal val="#ppt_x"/>
                                          </p:val>
                                        </p:tav>
                                      </p:tavLst>
                                    </p:anim>
                                    <p:anim calcmode="lin" valueType="num">
                                      <p:cBhvr additive="base">
                                        <p:cTn id="46" dur="500" fill="hold"/>
                                        <p:tgtEl>
                                          <p:spTgt spid="13"/>
                                        </p:tgtEl>
                                        <p:attrNameLst>
                                          <p:attrName>ppt_y</p:attrName>
                                        </p:attrNameLst>
                                      </p:cBhvr>
                                      <p:tavLst>
                                        <p:tav tm="0">
                                          <p:val>
                                            <p:strVal val="#ppt_y"/>
                                          </p:val>
                                        </p:tav>
                                        <p:tav tm="100000">
                                          <p:val>
                                            <p:strVal val="#ppt_y"/>
                                          </p:val>
                                        </p:tav>
                                      </p:tavLst>
                                    </p:anim>
                                  </p:childTnLst>
                                </p:cTn>
                              </p:par>
                            </p:childTnLst>
                          </p:cTn>
                        </p:par>
                        <p:par>
                          <p:cTn id="47" fill="hold">
                            <p:stCondLst>
                              <p:cond delay="2500"/>
                            </p:stCondLst>
                            <p:childTnLst>
                              <p:par>
                                <p:cTn id="48" presetID="2" presetClass="entr" presetSubtype="4"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ppt_x"/>
                                          </p:val>
                                        </p:tav>
                                        <p:tav tm="100000">
                                          <p:val>
                                            <p:strVal val="#ppt_x"/>
                                          </p:val>
                                        </p:tav>
                                      </p:tavLst>
                                    </p:anim>
                                    <p:anim calcmode="lin" valueType="num">
                                      <p:cBhvr additive="base">
                                        <p:cTn id="51" dur="500" fill="hold"/>
                                        <p:tgtEl>
                                          <p:spTgt spid="17"/>
                                        </p:tgtEl>
                                        <p:attrNameLst>
                                          <p:attrName>ppt_y</p:attrName>
                                        </p:attrNameLst>
                                      </p:cBhvr>
                                      <p:tavLst>
                                        <p:tav tm="0">
                                          <p:val>
                                            <p:strVal val="1+#ppt_h/2"/>
                                          </p:val>
                                        </p:tav>
                                        <p:tav tm="100000">
                                          <p:val>
                                            <p:strVal val="#ppt_y"/>
                                          </p:val>
                                        </p:tav>
                                      </p:tavLst>
                                    </p:anim>
                                  </p:childTnLst>
                                </p:cTn>
                              </p:par>
                              <p:par>
                                <p:cTn id="52" presetID="22" presetClass="entr" presetSubtype="8"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par>
                                <p:cTn id="55" presetID="2" presetClass="entr" presetSubtype="2"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1+#ppt_w/2"/>
                                          </p:val>
                                        </p:tav>
                                        <p:tav tm="100000">
                                          <p:val>
                                            <p:strVal val="#ppt_x"/>
                                          </p:val>
                                        </p:tav>
                                      </p:tavLst>
                                    </p:anim>
                                    <p:anim calcmode="lin" valueType="num">
                                      <p:cBhvr additive="base">
                                        <p:cTn id="58" dur="500" fill="hold"/>
                                        <p:tgtEl>
                                          <p:spTgt spid="16"/>
                                        </p:tgtEl>
                                        <p:attrNameLst>
                                          <p:attrName>ppt_y</p:attrName>
                                        </p:attrNameLst>
                                      </p:cBhvr>
                                      <p:tavLst>
                                        <p:tav tm="0">
                                          <p:val>
                                            <p:strVal val="#ppt_y"/>
                                          </p:val>
                                        </p:tav>
                                        <p:tav tm="100000">
                                          <p:val>
                                            <p:strVal val="#ppt_y"/>
                                          </p:val>
                                        </p:tav>
                                      </p:tavLst>
                                    </p:anim>
                                  </p:childTnLst>
                                </p:cTn>
                              </p:par>
                            </p:childTnLst>
                          </p:cTn>
                        </p:par>
                        <p:par>
                          <p:cTn id="59" fill="hold">
                            <p:stCondLst>
                              <p:cond delay="3000"/>
                            </p:stCondLst>
                            <p:childTnLst>
                              <p:par>
                                <p:cTn id="60" presetID="53" presetClass="entr" presetSubtype="16" fill="hold" grpId="0" nodeType="afterEffect">
                                  <p:stCondLst>
                                    <p:cond delay="0"/>
                                  </p:stCondLst>
                                  <p:iterate type="lt">
                                    <p:tmPct val="2000"/>
                                  </p:iterate>
                                  <p:childTnLst>
                                    <p:set>
                                      <p:cBhvr>
                                        <p:cTn id="61" dur="1" fill="hold">
                                          <p:stCondLst>
                                            <p:cond delay="0"/>
                                          </p:stCondLst>
                                        </p:cTn>
                                        <p:tgtEl>
                                          <p:spTgt spid="6"/>
                                        </p:tgtEl>
                                        <p:attrNameLst>
                                          <p:attrName>style.visibility</p:attrName>
                                        </p:attrNameLst>
                                      </p:cBhvr>
                                      <p:to>
                                        <p:strVal val="visible"/>
                                      </p:to>
                                    </p:set>
                                    <p:anim calcmode="lin" valueType="num">
                                      <p:cBhvr>
                                        <p:cTn id="62" dur="500" fill="hold"/>
                                        <p:tgtEl>
                                          <p:spTgt spid="6"/>
                                        </p:tgtEl>
                                        <p:attrNameLst>
                                          <p:attrName>ppt_w</p:attrName>
                                        </p:attrNameLst>
                                      </p:cBhvr>
                                      <p:tavLst>
                                        <p:tav tm="0">
                                          <p:val>
                                            <p:fltVal val="0"/>
                                          </p:val>
                                        </p:tav>
                                        <p:tav tm="100000">
                                          <p:val>
                                            <p:strVal val="#ppt_w"/>
                                          </p:val>
                                        </p:tav>
                                      </p:tavLst>
                                    </p:anim>
                                    <p:anim calcmode="lin" valueType="num">
                                      <p:cBhvr>
                                        <p:cTn id="63" dur="500" fill="hold"/>
                                        <p:tgtEl>
                                          <p:spTgt spid="6"/>
                                        </p:tgtEl>
                                        <p:attrNameLst>
                                          <p:attrName>ppt_h</p:attrName>
                                        </p:attrNameLst>
                                      </p:cBhvr>
                                      <p:tavLst>
                                        <p:tav tm="0">
                                          <p:val>
                                            <p:fltVal val="0"/>
                                          </p:val>
                                        </p:tav>
                                        <p:tav tm="100000">
                                          <p:val>
                                            <p:strVal val="#ppt_h"/>
                                          </p:val>
                                        </p:tav>
                                      </p:tavLst>
                                    </p:anim>
                                    <p:animEffect transition="in" filter="fade">
                                      <p:cBhvr>
                                        <p:cTn id="6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p:bldP spid="10" grpId="0" animBg="1"/>
      <p:bldP spid="11" grpId="0" animBg="1"/>
      <p:bldP spid="12" grpId="0"/>
      <p:bldP spid="13"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企业经营范围</a:t>
            </a:r>
          </a:p>
        </p:txBody>
      </p:sp>
      <p:sp>
        <p:nvSpPr>
          <p:cNvPr id="3" name="文本占位符 2"/>
          <p:cNvSpPr>
            <a:spLocks noGrp="1"/>
          </p:cNvSpPr>
          <p:nvPr>
            <p:ph type="body" sz="quarter" idx="10"/>
          </p:nvPr>
        </p:nvSpPr>
        <p:spPr/>
        <p:txBody>
          <a:bodyPr/>
          <a:lstStyle/>
          <a:p>
            <a:r>
              <a:rPr lang="en-US" altLang="zh-CN" dirty="0" smtClean="0"/>
              <a:t>BUSINESS SCOPE</a:t>
            </a:r>
            <a:endParaRPr lang="zh-CN" altLang="en-US" dirty="0"/>
          </a:p>
        </p:txBody>
      </p:sp>
      <p:pic>
        <p:nvPicPr>
          <p:cNvPr id="5" name="图片 4"/>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7582029" y="1456715"/>
            <a:ext cx="3913971" cy="4938188"/>
          </a:xfrm>
          <a:prstGeom prst="rect">
            <a:avLst/>
          </a:prstGeom>
        </p:spPr>
      </p:pic>
      <p:sp>
        <p:nvSpPr>
          <p:cNvPr id="6" name="椭圆 5"/>
          <p:cNvSpPr/>
          <p:nvPr/>
        </p:nvSpPr>
        <p:spPr>
          <a:xfrm>
            <a:off x="2987709" y="1764402"/>
            <a:ext cx="382472" cy="3824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smtClean="0">
                <a:cs typeface="+mn-ea"/>
                <a:sym typeface="+mn-lt"/>
              </a:rPr>
              <a:t>1</a:t>
            </a:r>
            <a:endParaRPr lang="zh-CN" altLang="en-US" sz="1200" b="1" dirty="0">
              <a:cs typeface="+mn-ea"/>
              <a:sym typeface="+mn-lt"/>
            </a:endParaRPr>
          </a:p>
        </p:txBody>
      </p:sp>
      <p:sp>
        <p:nvSpPr>
          <p:cNvPr id="7" name="椭圆 6"/>
          <p:cNvSpPr/>
          <p:nvPr/>
        </p:nvSpPr>
        <p:spPr>
          <a:xfrm>
            <a:off x="3132554" y="2634396"/>
            <a:ext cx="92782" cy="9278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cs typeface="+mn-ea"/>
              <a:sym typeface="+mn-lt"/>
            </a:endParaRPr>
          </a:p>
        </p:txBody>
      </p:sp>
      <p:sp>
        <p:nvSpPr>
          <p:cNvPr id="8" name="椭圆 7"/>
          <p:cNvSpPr/>
          <p:nvPr/>
        </p:nvSpPr>
        <p:spPr>
          <a:xfrm>
            <a:off x="2987709" y="3114039"/>
            <a:ext cx="382472" cy="3824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smtClean="0">
                <a:cs typeface="+mn-ea"/>
                <a:sym typeface="+mn-lt"/>
              </a:rPr>
              <a:t>2</a:t>
            </a:r>
            <a:endParaRPr lang="zh-CN" altLang="en-US" sz="1200" b="1" dirty="0">
              <a:cs typeface="+mn-ea"/>
              <a:sym typeface="+mn-lt"/>
            </a:endParaRPr>
          </a:p>
        </p:txBody>
      </p:sp>
      <p:sp>
        <p:nvSpPr>
          <p:cNvPr id="9" name="椭圆 8"/>
          <p:cNvSpPr/>
          <p:nvPr/>
        </p:nvSpPr>
        <p:spPr>
          <a:xfrm>
            <a:off x="3132554" y="3883372"/>
            <a:ext cx="92782" cy="9278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cs typeface="+mn-ea"/>
              <a:sym typeface="+mn-lt"/>
            </a:endParaRPr>
          </a:p>
        </p:txBody>
      </p:sp>
      <p:cxnSp>
        <p:nvCxnSpPr>
          <p:cNvPr id="10" name="直接连接符 9"/>
          <p:cNvCxnSpPr>
            <a:stCxn id="6" idx="4"/>
            <a:endCxn id="7" idx="0"/>
          </p:cNvCxnSpPr>
          <p:nvPr/>
        </p:nvCxnSpPr>
        <p:spPr>
          <a:xfrm>
            <a:off x="3178945" y="2146874"/>
            <a:ext cx="0" cy="487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7" idx="4"/>
            <a:endCxn id="8" idx="0"/>
          </p:cNvCxnSpPr>
          <p:nvPr/>
        </p:nvCxnSpPr>
        <p:spPr>
          <a:xfrm>
            <a:off x="3178945" y="2727178"/>
            <a:ext cx="0" cy="3868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8" idx="4"/>
            <a:endCxn id="9" idx="0"/>
          </p:cNvCxnSpPr>
          <p:nvPr/>
        </p:nvCxnSpPr>
        <p:spPr>
          <a:xfrm>
            <a:off x="3178945" y="3496511"/>
            <a:ext cx="0" cy="3868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4"/>
            <a:endCxn id="14" idx="0"/>
          </p:cNvCxnSpPr>
          <p:nvPr/>
        </p:nvCxnSpPr>
        <p:spPr>
          <a:xfrm>
            <a:off x="3178945" y="3976154"/>
            <a:ext cx="0" cy="3824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2987709" y="4358626"/>
            <a:ext cx="382472" cy="3824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smtClean="0">
                <a:cs typeface="+mn-ea"/>
                <a:sym typeface="+mn-lt"/>
              </a:rPr>
              <a:t>3</a:t>
            </a:r>
            <a:endParaRPr lang="zh-CN" altLang="en-US" sz="1200" b="1" dirty="0">
              <a:cs typeface="+mn-ea"/>
              <a:sym typeface="+mn-lt"/>
            </a:endParaRPr>
          </a:p>
        </p:txBody>
      </p:sp>
      <p:sp>
        <p:nvSpPr>
          <p:cNvPr id="15" name="椭圆 14"/>
          <p:cNvSpPr/>
          <p:nvPr/>
        </p:nvSpPr>
        <p:spPr>
          <a:xfrm>
            <a:off x="3132554" y="5126657"/>
            <a:ext cx="92782" cy="9278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cs typeface="+mn-ea"/>
              <a:sym typeface="+mn-lt"/>
            </a:endParaRPr>
          </a:p>
        </p:txBody>
      </p:sp>
      <p:sp>
        <p:nvSpPr>
          <p:cNvPr id="16" name="椭圆 15"/>
          <p:cNvSpPr/>
          <p:nvPr/>
        </p:nvSpPr>
        <p:spPr>
          <a:xfrm>
            <a:off x="2987709" y="5604998"/>
            <a:ext cx="382472" cy="3824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smtClean="0">
                <a:cs typeface="+mn-ea"/>
                <a:sym typeface="+mn-lt"/>
              </a:rPr>
              <a:t>4</a:t>
            </a:r>
            <a:endParaRPr lang="zh-CN" altLang="en-US" sz="1200" b="1" dirty="0">
              <a:cs typeface="+mn-ea"/>
              <a:sym typeface="+mn-lt"/>
            </a:endParaRPr>
          </a:p>
        </p:txBody>
      </p:sp>
      <p:cxnSp>
        <p:nvCxnSpPr>
          <p:cNvPr id="17" name="直接连接符 16"/>
          <p:cNvCxnSpPr>
            <a:stCxn id="14" idx="4"/>
            <a:endCxn id="15" idx="0"/>
          </p:cNvCxnSpPr>
          <p:nvPr/>
        </p:nvCxnSpPr>
        <p:spPr>
          <a:xfrm>
            <a:off x="3178945" y="4741098"/>
            <a:ext cx="0" cy="3855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5" idx="4"/>
            <a:endCxn id="16" idx="0"/>
          </p:cNvCxnSpPr>
          <p:nvPr/>
        </p:nvCxnSpPr>
        <p:spPr>
          <a:xfrm>
            <a:off x="3178945" y="5219439"/>
            <a:ext cx="0" cy="3855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6" idx="4"/>
          </p:cNvCxnSpPr>
          <p:nvPr/>
        </p:nvCxnSpPr>
        <p:spPr>
          <a:xfrm>
            <a:off x="3178945" y="5987470"/>
            <a:ext cx="0" cy="40743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endCxn id="6" idx="0"/>
          </p:cNvCxnSpPr>
          <p:nvPr/>
        </p:nvCxnSpPr>
        <p:spPr>
          <a:xfrm>
            <a:off x="3178945" y="1459010"/>
            <a:ext cx="0" cy="3053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561418" y="1604422"/>
            <a:ext cx="3583301" cy="923330"/>
          </a:xfrm>
          <a:prstGeom prst="rect">
            <a:avLst/>
          </a:prstGeom>
          <a:noFill/>
        </p:spPr>
        <p:txBody>
          <a:bodyPr wrap="square" lIns="0" rIns="0" rtlCol="0">
            <a:spAutoFit/>
          </a:bodyPr>
          <a:lstStyle/>
          <a:p>
            <a:pPr>
              <a:lnSpc>
                <a:spcPct val="150000"/>
              </a:lnSpc>
            </a:pPr>
            <a:r>
              <a:rPr lang="zh-CN" altLang="en-US" sz="1200" dirty="0">
                <a:cs typeface="+mn-ea"/>
                <a:sym typeface="+mn-lt"/>
              </a:rPr>
              <a:t>点击此处输入与此小标题或者与此图形相关的内容介绍、数据统计、事件分析、总结概述等文字描述内容。点击此处输入相关的文字描述内容。</a:t>
            </a:r>
          </a:p>
        </p:txBody>
      </p:sp>
      <p:sp>
        <p:nvSpPr>
          <p:cNvPr id="22" name="文本框 21"/>
          <p:cNvSpPr txBox="1"/>
          <p:nvPr/>
        </p:nvSpPr>
        <p:spPr>
          <a:xfrm>
            <a:off x="3561418" y="2856385"/>
            <a:ext cx="3583301" cy="923330"/>
          </a:xfrm>
          <a:prstGeom prst="rect">
            <a:avLst/>
          </a:prstGeom>
          <a:noFill/>
        </p:spPr>
        <p:txBody>
          <a:bodyPr wrap="square" lIns="0" rIns="0" rtlCol="0">
            <a:spAutoFit/>
          </a:bodyPr>
          <a:lstStyle/>
          <a:p>
            <a:pPr>
              <a:lnSpc>
                <a:spcPct val="150000"/>
              </a:lnSpc>
            </a:pPr>
            <a:r>
              <a:rPr lang="zh-CN" altLang="en-US" sz="1200" dirty="0">
                <a:cs typeface="+mn-ea"/>
                <a:sym typeface="+mn-lt"/>
              </a:rPr>
              <a:t>点击此处输入与此小标题或者与此图形相关的内容介绍、数据统计、事件分析、总结概述等文字描述内容。点击此处输入相关的文字描述内容。</a:t>
            </a:r>
          </a:p>
        </p:txBody>
      </p:sp>
      <p:sp>
        <p:nvSpPr>
          <p:cNvPr id="23" name="文本框 22"/>
          <p:cNvSpPr txBox="1"/>
          <p:nvPr/>
        </p:nvSpPr>
        <p:spPr>
          <a:xfrm>
            <a:off x="3561418" y="4108348"/>
            <a:ext cx="3583301" cy="923330"/>
          </a:xfrm>
          <a:prstGeom prst="rect">
            <a:avLst/>
          </a:prstGeom>
          <a:noFill/>
        </p:spPr>
        <p:txBody>
          <a:bodyPr wrap="square" lIns="0" rIns="0" rtlCol="0">
            <a:spAutoFit/>
          </a:bodyPr>
          <a:lstStyle/>
          <a:p>
            <a:pPr>
              <a:lnSpc>
                <a:spcPct val="150000"/>
              </a:lnSpc>
            </a:pPr>
            <a:r>
              <a:rPr lang="zh-CN" altLang="en-US" sz="1200" dirty="0">
                <a:cs typeface="+mn-ea"/>
                <a:sym typeface="+mn-lt"/>
              </a:rPr>
              <a:t>点击此处输入与此小标题或者与此图形相关的内容介绍、数据统计、事件分析、总结概述等文字描述内容。点击此处输入相关的文字描述内容。</a:t>
            </a:r>
          </a:p>
        </p:txBody>
      </p:sp>
      <p:sp>
        <p:nvSpPr>
          <p:cNvPr id="24" name="文本框 23"/>
          <p:cNvSpPr txBox="1"/>
          <p:nvPr/>
        </p:nvSpPr>
        <p:spPr>
          <a:xfrm>
            <a:off x="3561418" y="5360311"/>
            <a:ext cx="3583301" cy="923330"/>
          </a:xfrm>
          <a:prstGeom prst="rect">
            <a:avLst/>
          </a:prstGeom>
          <a:noFill/>
        </p:spPr>
        <p:txBody>
          <a:bodyPr wrap="square" lIns="0" rIns="0" rtlCol="0">
            <a:spAutoFit/>
          </a:bodyPr>
          <a:lstStyle/>
          <a:p>
            <a:pPr>
              <a:lnSpc>
                <a:spcPct val="150000"/>
              </a:lnSpc>
            </a:pPr>
            <a:r>
              <a:rPr lang="zh-CN" altLang="en-US" sz="1200" dirty="0">
                <a:cs typeface="+mn-ea"/>
                <a:sym typeface="+mn-lt"/>
              </a:rPr>
              <a:t>点击此处输入与此小标题或者与此图形相关的内容介绍、数据统计、事件分析、总结概述等文字描述内容。点击此处输入相关的文字描述内容。</a:t>
            </a:r>
          </a:p>
        </p:txBody>
      </p:sp>
      <p:sp>
        <p:nvSpPr>
          <p:cNvPr id="25" name="矩形 24"/>
          <p:cNvSpPr/>
          <p:nvPr/>
        </p:nvSpPr>
        <p:spPr>
          <a:xfrm>
            <a:off x="696000" y="1463473"/>
            <a:ext cx="2100472" cy="1170923"/>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b="1" dirty="0">
                <a:solidFill>
                  <a:schemeClr val="accent1"/>
                </a:solidFill>
              </a:rPr>
              <a:t>KEY </a:t>
            </a:r>
            <a:r>
              <a:rPr lang="en-US" altLang="zh-CN" b="1" dirty="0" smtClean="0">
                <a:solidFill>
                  <a:schemeClr val="accent1"/>
                </a:solidFill>
              </a:rPr>
              <a:t>WORD</a:t>
            </a:r>
          </a:p>
          <a:p>
            <a:pPr algn="ctr">
              <a:lnSpc>
                <a:spcPct val="150000"/>
              </a:lnSpc>
            </a:pPr>
            <a:r>
              <a:rPr lang="zh-CN" altLang="en-US" sz="800" dirty="0">
                <a:solidFill>
                  <a:schemeClr val="tx1"/>
                </a:solidFill>
              </a:rPr>
              <a:t>在此处输入简要的相关文字描述内容</a:t>
            </a:r>
          </a:p>
        </p:txBody>
      </p:sp>
      <p:sp>
        <p:nvSpPr>
          <p:cNvPr id="26" name="矩形 25"/>
          <p:cNvSpPr/>
          <p:nvPr/>
        </p:nvSpPr>
        <p:spPr>
          <a:xfrm>
            <a:off x="696000" y="2714927"/>
            <a:ext cx="2100472" cy="1170923"/>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b="1" dirty="0">
                <a:solidFill>
                  <a:schemeClr val="accent1"/>
                </a:solidFill>
              </a:rPr>
              <a:t>KEY </a:t>
            </a:r>
            <a:r>
              <a:rPr lang="en-US" altLang="zh-CN" b="1" dirty="0" smtClean="0">
                <a:solidFill>
                  <a:schemeClr val="accent1"/>
                </a:solidFill>
              </a:rPr>
              <a:t>WORD</a:t>
            </a:r>
          </a:p>
          <a:p>
            <a:pPr algn="ctr">
              <a:lnSpc>
                <a:spcPct val="150000"/>
              </a:lnSpc>
            </a:pPr>
            <a:r>
              <a:rPr lang="zh-CN" altLang="en-US" sz="800" dirty="0">
                <a:solidFill>
                  <a:schemeClr val="tx1"/>
                </a:solidFill>
              </a:rPr>
              <a:t>在此处输入简要的相关文字描述内容</a:t>
            </a:r>
          </a:p>
        </p:txBody>
      </p:sp>
      <p:sp>
        <p:nvSpPr>
          <p:cNvPr id="27" name="矩形 26"/>
          <p:cNvSpPr/>
          <p:nvPr/>
        </p:nvSpPr>
        <p:spPr>
          <a:xfrm>
            <a:off x="696000" y="3966381"/>
            <a:ext cx="2100472" cy="1170923"/>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b="1" dirty="0">
                <a:solidFill>
                  <a:schemeClr val="accent1"/>
                </a:solidFill>
              </a:rPr>
              <a:t>KEY </a:t>
            </a:r>
            <a:r>
              <a:rPr lang="en-US" altLang="zh-CN" b="1" dirty="0" smtClean="0">
                <a:solidFill>
                  <a:schemeClr val="accent1"/>
                </a:solidFill>
              </a:rPr>
              <a:t>WORD</a:t>
            </a:r>
          </a:p>
          <a:p>
            <a:pPr algn="ctr">
              <a:lnSpc>
                <a:spcPct val="150000"/>
              </a:lnSpc>
            </a:pPr>
            <a:r>
              <a:rPr lang="zh-CN" altLang="en-US" sz="800" dirty="0">
                <a:solidFill>
                  <a:schemeClr val="tx1"/>
                </a:solidFill>
              </a:rPr>
              <a:t>在此处输入简要的相关文字描述内容</a:t>
            </a:r>
          </a:p>
        </p:txBody>
      </p:sp>
      <p:sp>
        <p:nvSpPr>
          <p:cNvPr id="28" name="矩形 27"/>
          <p:cNvSpPr/>
          <p:nvPr/>
        </p:nvSpPr>
        <p:spPr>
          <a:xfrm>
            <a:off x="696000" y="5217836"/>
            <a:ext cx="2100472" cy="1170923"/>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b="1" dirty="0">
                <a:solidFill>
                  <a:schemeClr val="accent1"/>
                </a:solidFill>
              </a:rPr>
              <a:t>KEY </a:t>
            </a:r>
            <a:r>
              <a:rPr lang="en-US" altLang="zh-CN" b="1" dirty="0" smtClean="0">
                <a:solidFill>
                  <a:schemeClr val="accent1"/>
                </a:solidFill>
              </a:rPr>
              <a:t>WORD</a:t>
            </a:r>
          </a:p>
          <a:p>
            <a:pPr algn="ctr">
              <a:lnSpc>
                <a:spcPct val="150000"/>
              </a:lnSpc>
            </a:pPr>
            <a:r>
              <a:rPr lang="zh-CN" altLang="en-US" sz="800" dirty="0">
                <a:solidFill>
                  <a:schemeClr val="tx1"/>
                </a:solidFill>
              </a:rPr>
              <a:t>在此处输入简要的相关文字描述内容</a:t>
            </a:r>
          </a:p>
        </p:txBody>
      </p:sp>
    </p:spTree>
    <p:extLst>
      <p:ext uri="{BB962C8B-B14F-4D97-AF65-F5344CB8AC3E}">
        <p14:creationId xmlns:p14="http://schemas.microsoft.com/office/powerpoint/2010/main" val="1373583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250"/>
                                        <p:tgtEl>
                                          <p:spTgt spid="20"/>
                                        </p:tgtEl>
                                      </p:cBhvr>
                                    </p:animEffect>
                                  </p:childTnLst>
                                </p:cTn>
                              </p:par>
                            </p:childTnLst>
                          </p:cTn>
                        </p:par>
                        <p:par>
                          <p:cTn id="8" fill="hold">
                            <p:stCondLst>
                              <p:cond delay="25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2" presetClass="entr" presetSubtype="8"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additive="base">
                                        <p:cTn id="16" dur="500" fill="hold"/>
                                        <p:tgtEl>
                                          <p:spTgt spid="25"/>
                                        </p:tgtEl>
                                        <p:attrNameLst>
                                          <p:attrName>ppt_x</p:attrName>
                                        </p:attrNameLst>
                                      </p:cBhvr>
                                      <p:tavLst>
                                        <p:tav tm="0">
                                          <p:val>
                                            <p:strVal val="0-#ppt_w/2"/>
                                          </p:val>
                                        </p:tav>
                                        <p:tav tm="100000">
                                          <p:val>
                                            <p:strVal val="#ppt_x"/>
                                          </p:val>
                                        </p:tav>
                                      </p:tavLst>
                                    </p:anim>
                                    <p:anim calcmode="lin" valueType="num">
                                      <p:cBhvr additive="base">
                                        <p:cTn id="17" dur="500" fill="hold"/>
                                        <p:tgtEl>
                                          <p:spTgt spid="25"/>
                                        </p:tgtEl>
                                        <p:attrNameLst>
                                          <p:attrName>ppt_y</p:attrName>
                                        </p:attrNameLst>
                                      </p:cBhvr>
                                      <p:tavLst>
                                        <p:tav tm="0">
                                          <p:val>
                                            <p:strVal val="#ppt_y"/>
                                          </p:val>
                                        </p:tav>
                                        <p:tav tm="100000">
                                          <p:val>
                                            <p:strVal val="#ppt_y"/>
                                          </p:val>
                                        </p:tav>
                                      </p:tavLst>
                                    </p:anim>
                                  </p:childTnLst>
                                </p:cTn>
                              </p:par>
                              <p:par>
                                <p:cTn id="18" presetID="2" presetClass="entr" presetSubtype="2"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 calcmode="lin" valueType="num">
                                      <p:cBhvr additive="base">
                                        <p:cTn id="20" dur="500" fill="hold"/>
                                        <p:tgtEl>
                                          <p:spTgt spid="21"/>
                                        </p:tgtEl>
                                        <p:attrNameLst>
                                          <p:attrName>ppt_x</p:attrName>
                                        </p:attrNameLst>
                                      </p:cBhvr>
                                      <p:tavLst>
                                        <p:tav tm="0">
                                          <p:val>
                                            <p:strVal val="1+#ppt_w/2"/>
                                          </p:val>
                                        </p:tav>
                                        <p:tav tm="100000">
                                          <p:val>
                                            <p:strVal val="#ppt_x"/>
                                          </p:val>
                                        </p:tav>
                                      </p:tavLst>
                                    </p:anim>
                                    <p:anim calcmode="lin" valueType="num">
                                      <p:cBhvr additive="base">
                                        <p:cTn id="21" dur="500" fill="hold"/>
                                        <p:tgtEl>
                                          <p:spTgt spid="21"/>
                                        </p:tgtEl>
                                        <p:attrNameLst>
                                          <p:attrName>ppt_y</p:attrName>
                                        </p:attrNameLst>
                                      </p:cBhvr>
                                      <p:tavLst>
                                        <p:tav tm="0">
                                          <p:val>
                                            <p:strVal val="#ppt_y"/>
                                          </p:val>
                                        </p:tav>
                                        <p:tav tm="100000">
                                          <p:val>
                                            <p:strVal val="#ppt_y"/>
                                          </p:val>
                                        </p:tav>
                                      </p:tavLst>
                                    </p:anim>
                                  </p:childTnLst>
                                </p:cTn>
                              </p:par>
                              <p:par>
                                <p:cTn id="22" presetID="22" presetClass="entr" presetSubtype="1" fill="hold" nodeType="withEffect">
                                  <p:stCondLst>
                                    <p:cond delay="25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250"/>
                                        <p:tgtEl>
                                          <p:spTgt spid="10"/>
                                        </p:tgtEl>
                                      </p:cBhvr>
                                    </p:animEffect>
                                  </p:childTnLst>
                                </p:cTn>
                              </p:par>
                              <p:par>
                                <p:cTn id="25" presetID="53" presetClass="entr" presetSubtype="16" fill="hold" grpId="0" nodeType="withEffect">
                                  <p:stCondLst>
                                    <p:cond delay="250"/>
                                  </p:stCondLst>
                                  <p:childTnLst>
                                    <p:set>
                                      <p:cBhvr>
                                        <p:cTn id="26" dur="1" fill="hold">
                                          <p:stCondLst>
                                            <p:cond delay="0"/>
                                          </p:stCondLst>
                                        </p:cTn>
                                        <p:tgtEl>
                                          <p:spTgt spid="7"/>
                                        </p:tgtEl>
                                        <p:attrNameLst>
                                          <p:attrName>style.visibility</p:attrName>
                                        </p:attrNameLst>
                                      </p:cBhvr>
                                      <p:to>
                                        <p:strVal val="visible"/>
                                      </p:to>
                                    </p:set>
                                    <p:anim calcmode="lin" valueType="num">
                                      <p:cBhvr>
                                        <p:cTn id="27" dur="250" fill="hold"/>
                                        <p:tgtEl>
                                          <p:spTgt spid="7"/>
                                        </p:tgtEl>
                                        <p:attrNameLst>
                                          <p:attrName>ppt_w</p:attrName>
                                        </p:attrNameLst>
                                      </p:cBhvr>
                                      <p:tavLst>
                                        <p:tav tm="0">
                                          <p:val>
                                            <p:fltVal val="0"/>
                                          </p:val>
                                        </p:tav>
                                        <p:tav tm="100000">
                                          <p:val>
                                            <p:strVal val="#ppt_w"/>
                                          </p:val>
                                        </p:tav>
                                      </p:tavLst>
                                    </p:anim>
                                    <p:anim calcmode="lin" valueType="num">
                                      <p:cBhvr>
                                        <p:cTn id="28" dur="250" fill="hold"/>
                                        <p:tgtEl>
                                          <p:spTgt spid="7"/>
                                        </p:tgtEl>
                                        <p:attrNameLst>
                                          <p:attrName>ppt_h</p:attrName>
                                        </p:attrNameLst>
                                      </p:cBhvr>
                                      <p:tavLst>
                                        <p:tav tm="0">
                                          <p:val>
                                            <p:fltVal val="0"/>
                                          </p:val>
                                        </p:tav>
                                        <p:tav tm="100000">
                                          <p:val>
                                            <p:strVal val="#ppt_h"/>
                                          </p:val>
                                        </p:tav>
                                      </p:tavLst>
                                    </p:anim>
                                    <p:animEffect transition="in" filter="fade">
                                      <p:cBhvr>
                                        <p:cTn id="29" dur="250"/>
                                        <p:tgtEl>
                                          <p:spTgt spid="7"/>
                                        </p:tgtEl>
                                      </p:cBhvr>
                                    </p:animEffect>
                                  </p:childTnLst>
                                </p:cTn>
                              </p:par>
                              <p:par>
                                <p:cTn id="30" presetID="22" presetClass="entr" presetSubtype="1" fill="hold" nodeType="withEffect">
                                  <p:stCondLst>
                                    <p:cond delay="25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250"/>
                                        <p:tgtEl>
                                          <p:spTgt spid="11"/>
                                        </p:tgtEl>
                                      </p:cBhvr>
                                    </p:animEffect>
                                  </p:childTnLst>
                                </p:cTn>
                              </p:par>
                            </p:childTnLst>
                          </p:cTn>
                        </p:par>
                        <p:par>
                          <p:cTn id="33" fill="hold">
                            <p:stCondLst>
                              <p:cond delay="750"/>
                            </p:stCondLst>
                            <p:childTnLst>
                              <p:par>
                                <p:cTn id="34" presetID="53" presetClass="entr" presetSubtype="16"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2" presetClass="entr" presetSubtype="8"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additive="base">
                                        <p:cTn id="41" dur="500" fill="hold"/>
                                        <p:tgtEl>
                                          <p:spTgt spid="26"/>
                                        </p:tgtEl>
                                        <p:attrNameLst>
                                          <p:attrName>ppt_x</p:attrName>
                                        </p:attrNameLst>
                                      </p:cBhvr>
                                      <p:tavLst>
                                        <p:tav tm="0">
                                          <p:val>
                                            <p:strVal val="0-#ppt_w/2"/>
                                          </p:val>
                                        </p:tav>
                                        <p:tav tm="100000">
                                          <p:val>
                                            <p:strVal val="#ppt_x"/>
                                          </p:val>
                                        </p:tav>
                                      </p:tavLst>
                                    </p:anim>
                                    <p:anim calcmode="lin" valueType="num">
                                      <p:cBhvr additive="base">
                                        <p:cTn id="42" dur="500" fill="hold"/>
                                        <p:tgtEl>
                                          <p:spTgt spid="26"/>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additive="base">
                                        <p:cTn id="45" dur="500" fill="hold"/>
                                        <p:tgtEl>
                                          <p:spTgt spid="22"/>
                                        </p:tgtEl>
                                        <p:attrNameLst>
                                          <p:attrName>ppt_x</p:attrName>
                                        </p:attrNameLst>
                                      </p:cBhvr>
                                      <p:tavLst>
                                        <p:tav tm="0">
                                          <p:val>
                                            <p:strVal val="1+#ppt_w/2"/>
                                          </p:val>
                                        </p:tav>
                                        <p:tav tm="100000">
                                          <p:val>
                                            <p:strVal val="#ppt_x"/>
                                          </p:val>
                                        </p:tav>
                                      </p:tavLst>
                                    </p:anim>
                                    <p:anim calcmode="lin" valueType="num">
                                      <p:cBhvr additive="base">
                                        <p:cTn id="46" dur="500" fill="hold"/>
                                        <p:tgtEl>
                                          <p:spTgt spid="22"/>
                                        </p:tgtEl>
                                        <p:attrNameLst>
                                          <p:attrName>ppt_y</p:attrName>
                                        </p:attrNameLst>
                                      </p:cBhvr>
                                      <p:tavLst>
                                        <p:tav tm="0">
                                          <p:val>
                                            <p:strVal val="#ppt_y"/>
                                          </p:val>
                                        </p:tav>
                                        <p:tav tm="100000">
                                          <p:val>
                                            <p:strVal val="#ppt_y"/>
                                          </p:val>
                                        </p:tav>
                                      </p:tavLst>
                                    </p:anim>
                                  </p:childTnLst>
                                </p:cTn>
                              </p:par>
                              <p:par>
                                <p:cTn id="47" presetID="22" presetClass="entr" presetSubtype="1" fill="hold" nodeType="withEffect">
                                  <p:stCondLst>
                                    <p:cond delay="250"/>
                                  </p:stCondLst>
                                  <p:childTnLst>
                                    <p:set>
                                      <p:cBhvr>
                                        <p:cTn id="48" dur="1" fill="hold">
                                          <p:stCondLst>
                                            <p:cond delay="0"/>
                                          </p:stCondLst>
                                        </p:cTn>
                                        <p:tgtEl>
                                          <p:spTgt spid="12"/>
                                        </p:tgtEl>
                                        <p:attrNameLst>
                                          <p:attrName>style.visibility</p:attrName>
                                        </p:attrNameLst>
                                      </p:cBhvr>
                                      <p:to>
                                        <p:strVal val="visible"/>
                                      </p:to>
                                    </p:set>
                                    <p:animEffect transition="in" filter="wipe(up)">
                                      <p:cBhvr>
                                        <p:cTn id="49" dur="250"/>
                                        <p:tgtEl>
                                          <p:spTgt spid="12"/>
                                        </p:tgtEl>
                                      </p:cBhvr>
                                    </p:animEffect>
                                  </p:childTnLst>
                                </p:cTn>
                              </p:par>
                              <p:par>
                                <p:cTn id="50" presetID="53" presetClass="entr" presetSubtype="16" fill="hold" grpId="0" nodeType="withEffect">
                                  <p:stCondLst>
                                    <p:cond delay="250"/>
                                  </p:stCondLst>
                                  <p:childTnLst>
                                    <p:set>
                                      <p:cBhvr>
                                        <p:cTn id="51" dur="1" fill="hold">
                                          <p:stCondLst>
                                            <p:cond delay="0"/>
                                          </p:stCondLst>
                                        </p:cTn>
                                        <p:tgtEl>
                                          <p:spTgt spid="9"/>
                                        </p:tgtEl>
                                        <p:attrNameLst>
                                          <p:attrName>style.visibility</p:attrName>
                                        </p:attrNameLst>
                                      </p:cBhvr>
                                      <p:to>
                                        <p:strVal val="visible"/>
                                      </p:to>
                                    </p:set>
                                    <p:anim calcmode="lin" valueType="num">
                                      <p:cBhvr>
                                        <p:cTn id="52" dur="250" fill="hold"/>
                                        <p:tgtEl>
                                          <p:spTgt spid="9"/>
                                        </p:tgtEl>
                                        <p:attrNameLst>
                                          <p:attrName>ppt_w</p:attrName>
                                        </p:attrNameLst>
                                      </p:cBhvr>
                                      <p:tavLst>
                                        <p:tav tm="0">
                                          <p:val>
                                            <p:fltVal val="0"/>
                                          </p:val>
                                        </p:tav>
                                        <p:tav tm="100000">
                                          <p:val>
                                            <p:strVal val="#ppt_w"/>
                                          </p:val>
                                        </p:tav>
                                      </p:tavLst>
                                    </p:anim>
                                    <p:anim calcmode="lin" valueType="num">
                                      <p:cBhvr>
                                        <p:cTn id="53" dur="250" fill="hold"/>
                                        <p:tgtEl>
                                          <p:spTgt spid="9"/>
                                        </p:tgtEl>
                                        <p:attrNameLst>
                                          <p:attrName>ppt_h</p:attrName>
                                        </p:attrNameLst>
                                      </p:cBhvr>
                                      <p:tavLst>
                                        <p:tav tm="0">
                                          <p:val>
                                            <p:fltVal val="0"/>
                                          </p:val>
                                        </p:tav>
                                        <p:tav tm="100000">
                                          <p:val>
                                            <p:strVal val="#ppt_h"/>
                                          </p:val>
                                        </p:tav>
                                      </p:tavLst>
                                    </p:anim>
                                    <p:animEffect transition="in" filter="fade">
                                      <p:cBhvr>
                                        <p:cTn id="54" dur="250"/>
                                        <p:tgtEl>
                                          <p:spTgt spid="9"/>
                                        </p:tgtEl>
                                      </p:cBhvr>
                                    </p:animEffect>
                                  </p:childTnLst>
                                </p:cTn>
                              </p:par>
                              <p:par>
                                <p:cTn id="55" presetID="22" presetClass="entr" presetSubtype="1" fill="hold" nodeType="withEffect">
                                  <p:stCondLst>
                                    <p:cond delay="250"/>
                                  </p:stCondLst>
                                  <p:childTnLst>
                                    <p:set>
                                      <p:cBhvr>
                                        <p:cTn id="56" dur="1" fill="hold">
                                          <p:stCondLst>
                                            <p:cond delay="0"/>
                                          </p:stCondLst>
                                        </p:cTn>
                                        <p:tgtEl>
                                          <p:spTgt spid="13"/>
                                        </p:tgtEl>
                                        <p:attrNameLst>
                                          <p:attrName>style.visibility</p:attrName>
                                        </p:attrNameLst>
                                      </p:cBhvr>
                                      <p:to>
                                        <p:strVal val="visible"/>
                                      </p:to>
                                    </p:set>
                                    <p:animEffect transition="in" filter="wipe(up)">
                                      <p:cBhvr>
                                        <p:cTn id="57" dur="250"/>
                                        <p:tgtEl>
                                          <p:spTgt spid="13"/>
                                        </p:tgtEl>
                                      </p:cBhvr>
                                    </p:animEffect>
                                  </p:childTnLst>
                                </p:cTn>
                              </p:par>
                            </p:childTnLst>
                          </p:cTn>
                        </p:par>
                        <p:par>
                          <p:cTn id="58" fill="hold">
                            <p:stCondLst>
                              <p:cond delay="1250"/>
                            </p:stCondLst>
                            <p:childTnLst>
                              <p:par>
                                <p:cTn id="59" presetID="53" presetClass="entr" presetSubtype="16"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p:cTn id="61" dur="500" fill="hold"/>
                                        <p:tgtEl>
                                          <p:spTgt spid="14"/>
                                        </p:tgtEl>
                                        <p:attrNameLst>
                                          <p:attrName>ppt_w</p:attrName>
                                        </p:attrNameLst>
                                      </p:cBhvr>
                                      <p:tavLst>
                                        <p:tav tm="0">
                                          <p:val>
                                            <p:fltVal val="0"/>
                                          </p:val>
                                        </p:tav>
                                        <p:tav tm="100000">
                                          <p:val>
                                            <p:strVal val="#ppt_w"/>
                                          </p:val>
                                        </p:tav>
                                      </p:tavLst>
                                    </p:anim>
                                    <p:anim calcmode="lin" valueType="num">
                                      <p:cBhvr>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par>
                                <p:cTn id="64" presetID="2" presetClass="entr" presetSubtype="8"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 calcmode="lin" valueType="num">
                                      <p:cBhvr additive="base">
                                        <p:cTn id="66" dur="500" fill="hold"/>
                                        <p:tgtEl>
                                          <p:spTgt spid="27"/>
                                        </p:tgtEl>
                                        <p:attrNameLst>
                                          <p:attrName>ppt_x</p:attrName>
                                        </p:attrNameLst>
                                      </p:cBhvr>
                                      <p:tavLst>
                                        <p:tav tm="0">
                                          <p:val>
                                            <p:strVal val="0-#ppt_w/2"/>
                                          </p:val>
                                        </p:tav>
                                        <p:tav tm="100000">
                                          <p:val>
                                            <p:strVal val="#ppt_x"/>
                                          </p:val>
                                        </p:tav>
                                      </p:tavLst>
                                    </p:anim>
                                    <p:anim calcmode="lin" valueType="num">
                                      <p:cBhvr additive="base">
                                        <p:cTn id="67" dur="500" fill="hold"/>
                                        <p:tgtEl>
                                          <p:spTgt spid="27"/>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1+#ppt_w/2"/>
                                          </p:val>
                                        </p:tav>
                                        <p:tav tm="100000">
                                          <p:val>
                                            <p:strVal val="#ppt_x"/>
                                          </p:val>
                                        </p:tav>
                                      </p:tavLst>
                                    </p:anim>
                                    <p:anim calcmode="lin" valueType="num">
                                      <p:cBhvr additive="base">
                                        <p:cTn id="71" dur="500" fill="hold"/>
                                        <p:tgtEl>
                                          <p:spTgt spid="23"/>
                                        </p:tgtEl>
                                        <p:attrNameLst>
                                          <p:attrName>ppt_y</p:attrName>
                                        </p:attrNameLst>
                                      </p:cBhvr>
                                      <p:tavLst>
                                        <p:tav tm="0">
                                          <p:val>
                                            <p:strVal val="#ppt_y"/>
                                          </p:val>
                                        </p:tav>
                                        <p:tav tm="100000">
                                          <p:val>
                                            <p:strVal val="#ppt_y"/>
                                          </p:val>
                                        </p:tav>
                                      </p:tavLst>
                                    </p:anim>
                                  </p:childTnLst>
                                </p:cTn>
                              </p:par>
                              <p:par>
                                <p:cTn id="72" presetID="22" presetClass="entr" presetSubtype="1" fill="hold" nodeType="withEffect">
                                  <p:stCondLst>
                                    <p:cond delay="250"/>
                                  </p:stCondLst>
                                  <p:childTnLst>
                                    <p:set>
                                      <p:cBhvr>
                                        <p:cTn id="73" dur="1" fill="hold">
                                          <p:stCondLst>
                                            <p:cond delay="0"/>
                                          </p:stCondLst>
                                        </p:cTn>
                                        <p:tgtEl>
                                          <p:spTgt spid="17"/>
                                        </p:tgtEl>
                                        <p:attrNameLst>
                                          <p:attrName>style.visibility</p:attrName>
                                        </p:attrNameLst>
                                      </p:cBhvr>
                                      <p:to>
                                        <p:strVal val="visible"/>
                                      </p:to>
                                    </p:set>
                                    <p:animEffect transition="in" filter="wipe(up)">
                                      <p:cBhvr>
                                        <p:cTn id="74" dur="250"/>
                                        <p:tgtEl>
                                          <p:spTgt spid="17"/>
                                        </p:tgtEl>
                                      </p:cBhvr>
                                    </p:animEffect>
                                  </p:childTnLst>
                                </p:cTn>
                              </p:par>
                              <p:par>
                                <p:cTn id="75" presetID="53" presetClass="entr" presetSubtype="16" fill="hold" grpId="0" nodeType="withEffect">
                                  <p:stCondLst>
                                    <p:cond delay="250"/>
                                  </p:stCondLst>
                                  <p:childTnLst>
                                    <p:set>
                                      <p:cBhvr>
                                        <p:cTn id="76" dur="1" fill="hold">
                                          <p:stCondLst>
                                            <p:cond delay="0"/>
                                          </p:stCondLst>
                                        </p:cTn>
                                        <p:tgtEl>
                                          <p:spTgt spid="15"/>
                                        </p:tgtEl>
                                        <p:attrNameLst>
                                          <p:attrName>style.visibility</p:attrName>
                                        </p:attrNameLst>
                                      </p:cBhvr>
                                      <p:to>
                                        <p:strVal val="visible"/>
                                      </p:to>
                                    </p:set>
                                    <p:anim calcmode="lin" valueType="num">
                                      <p:cBhvr>
                                        <p:cTn id="77" dur="250" fill="hold"/>
                                        <p:tgtEl>
                                          <p:spTgt spid="15"/>
                                        </p:tgtEl>
                                        <p:attrNameLst>
                                          <p:attrName>ppt_w</p:attrName>
                                        </p:attrNameLst>
                                      </p:cBhvr>
                                      <p:tavLst>
                                        <p:tav tm="0">
                                          <p:val>
                                            <p:fltVal val="0"/>
                                          </p:val>
                                        </p:tav>
                                        <p:tav tm="100000">
                                          <p:val>
                                            <p:strVal val="#ppt_w"/>
                                          </p:val>
                                        </p:tav>
                                      </p:tavLst>
                                    </p:anim>
                                    <p:anim calcmode="lin" valueType="num">
                                      <p:cBhvr>
                                        <p:cTn id="78" dur="250" fill="hold"/>
                                        <p:tgtEl>
                                          <p:spTgt spid="15"/>
                                        </p:tgtEl>
                                        <p:attrNameLst>
                                          <p:attrName>ppt_h</p:attrName>
                                        </p:attrNameLst>
                                      </p:cBhvr>
                                      <p:tavLst>
                                        <p:tav tm="0">
                                          <p:val>
                                            <p:fltVal val="0"/>
                                          </p:val>
                                        </p:tav>
                                        <p:tav tm="100000">
                                          <p:val>
                                            <p:strVal val="#ppt_h"/>
                                          </p:val>
                                        </p:tav>
                                      </p:tavLst>
                                    </p:anim>
                                    <p:animEffect transition="in" filter="fade">
                                      <p:cBhvr>
                                        <p:cTn id="79" dur="250"/>
                                        <p:tgtEl>
                                          <p:spTgt spid="15"/>
                                        </p:tgtEl>
                                      </p:cBhvr>
                                    </p:animEffect>
                                  </p:childTnLst>
                                </p:cTn>
                              </p:par>
                              <p:par>
                                <p:cTn id="80" presetID="22" presetClass="entr" presetSubtype="1" fill="hold" nodeType="withEffect">
                                  <p:stCondLst>
                                    <p:cond delay="250"/>
                                  </p:stCondLst>
                                  <p:childTnLst>
                                    <p:set>
                                      <p:cBhvr>
                                        <p:cTn id="81" dur="1" fill="hold">
                                          <p:stCondLst>
                                            <p:cond delay="0"/>
                                          </p:stCondLst>
                                        </p:cTn>
                                        <p:tgtEl>
                                          <p:spTgt spid="18"/>
                                        </p:tgtEl>
                                        <p:attrNameLst>
                                          <p:attrName>style.visibility</p:attrName>
                                        </p:attrNameLst>
                                      </p:cBhvr>
                                      <p:to>
                                        <p:strVal val="visible"/>
                                      </p:to>
                                    </p:set>
                                    <p:animEffect transition="in" filter="wipe(up)">
                                      <p:cBhvr>
                                        <p:cTn id="82" dur="250"/>
                                        <p:tgtEl>
                                          <p:spTgt spid="18"/>
                                        </p:tgtEl>
                                      </p:cBhvr>
                                    </p:animEffect>
                                  </p:childTnLst>
                                </p:cTn>
                              </p:par>
                            </p:childTnLst>
                          </p:cTn>
                        </p:par>
                        <p:par>
                          <p:cTn id="83" fill="hold">
                            <p:stCondLst>
                              <p:cond delay="1750"/>
                            </p:stCondLst>
                            <p:childTnLst>
                              <p:par>
                                <p:cTn id="84" presetID="53" presetClass="entr" presetSubtype="16" fill="hold" grpId="0" nodeType="afterEffect">
                                  <p:stCondLst>
                                    <p:cond delay="0"/>
                                  </p:stCondLst>
                                  <p:childTnLst>
                                    <p:set>
                                      <p:cBhvr>
                                        <p:cTn id="85" dur="1" fill="hold">
                                          <p:stCondLst>
                                            <p:cond delay="0"/>
                                          </p:stCondLst>
                                        </p:cTn>
                                        <p:tgtEl>
                                          <p:spTgt spid="16"/>
                                        </p:tgtEl>
                                        <p:attrNameLst>
                                          <p:attrName>style.visibility</p:attrName>
                                        </p:attrNameLst>
                                      </p:cBhvr>
                                      <p:to>
                                        <p:strVal val="visible"/>
                                      </p:to>
                                    </p:set>
                                    <p:anim calcmode="lin" valueType="num">
                                      <p:cBhvr>
                                        <p:cTn id="86" dur="500" fill="hold"/>
                                        <p:tgtEl>
                                          <p:spTgt spid="16"/>
                                        </p:tgtEl>
                                        <p:attrNameLst>
                                          <p:attrName>ppt_w</p:attrName>
                                        </p:attrNameLst>
                                      </p:cBhvr>
                                      <p:tavLst>
                                        <p:tav tm="0">
                                          <p:val>
                                            <p:fltVal val="0"/>
                                          </p:val>
                                        </p:tav>
                                        <p:tav tm="100000">
                                          <p:val>
                                            <p:strVal val="#ppt_w"/>
                                          </p:val>
                                        </p:tav>
                                      </p:tavLst>
                                    </p:anim>
                                    <p:anim calcmode="lin" valueType="num">
                                      <p:cBhvr>
                                        <p:cTn id="87" dur="500" fill="hold"/>
                                        <p:tgtEl>
                                          <p:spTgt spid="16"/>
                                        </p:tgtEl>
                                        <p:attrNameLst>
                                          <p:attrName>ppt_h</p:attrName>
                                        </p:attrNameLst>
                                      </p:cBhvr>
                                      <p:tavLst>
                                        <p:tav tm="0">
                                          <p:val>
                                            <p:fltVal val="0"/>
                                          </p:val>
                                        </p:tav>
                                        <p:tav tm="100000">
                                          <p:val>
                                            <p:strVal val="#ppt_h"/>
                                          </p:val>
                                        </p:tav>
                                      </p:tavLst>
                                    </p:anim>
                                    <p:animEffect transition="in" filter="fade">
                                      <p:cBhvr>
                                        <p:cTn id="88" dur="500"/>
                                        <p:tgtEl>
                                          <p:spTgt spid="16"/>
                                        </p:tgtEl>
                                      </p:cBhvr>
                                    </p:animEffect>
                                  </p:childTnLst>
                                </p:cTn>
                              </p:par>
                              <p:par>
                                <p:cTn id="89" presetID="2" presetClass="entr" presetSubtype="8"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0-#ppt_w/2"/>
                                          </p:val>
                                        </p:tav>
                                        <p:tav tm="100000">
                                          <p:val>
                                            <p:strVal val="#ppt_x"/>
                                          </p:val>
                                        </p:tav>
                                      </p:tavLst>
                                    </p:anim>
                                    <p:anim calcmode="lin" valueType="num">
                                      <p:cBhvr additive="base">
                                        <p:cTn id="92" dur="500" fill="hold"/>
                                        <p:tgtEl>
                                          <p:spTgt spid="28"/>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00" fill="hold"/>
                                        <p:tgtEl>
                                          <p:spTgt spid="24"/>
                                        </p:tgtEl>
                                        <p:attrNameLst>
                                          <p:attrName>ppt_x</p:attrName>
                                        </p:attrNameLst>
                                      </p:cBhvr>
                                      <p:tavLst>
                                        <p:tav tm="0">
                                          <p:val>
                                            <p:strVal val="1+#ppt_w/2"/>
                                          </p:val>
                                        </p:tav>
                                        <p:tav tm="100000">
                                          <p:val>
                                            <p:strVal val="#ppt_x"/>
                                          </p:val>
                                        </p:tav>
                                      </p:tavLst>
                                    </p:anim>
                                    <p:anim calcmode="lin" valueType="num">
                                      <p:cBhvr additive="base">
                                        <p:cTn id="96" dur="500" fill="hold"/>
                                        <p:tgtEl>
                                          <p:spTgt spid="24"/>
                                        </p:tgtEl>
                                        <p:attrNameLst>
                                          <p:attrName>ppt_y</p:attrName>
                                        </p:attrNameLst>
                                      </p:cBhvr>
                                      <p:tavLst>
                                        <p:tav tm="0">
                                          <p:val>
                                            <p:strVal val="#ppt_y"/>
                                          </p:val>
                                        </p:tav>
                                        <p:tav tm="100000">
                                          <p:val>
                                            <p:strVal val="#ppt_y"/>
                                          </p:val>
                                        </p:tav>
                                      </p:tavLst>
                                    </p:anim>
                                  </p:childTnLst>
                                </p:cTn>
                              </p:par>
                              <p:par>
                                <p:cTn id="97" presetID="22" presetClass="entr" presetSubtype="1" fill="hold" nodeType="withEffect">
                                  <p:stCondLst>
                                    <p:cond delay="250"/>
                                  </p:stCondLst>
                                  <p:childTnLst>
                                    <p:set>
                                      <p:cBhvr>
                                        <p:cTn id="98" dur="1" fill="hold">
                                          <p:stCondLst>
                                            <p:cond delay="0"/>
                                          </p:stCondLst>
                                        </p:cTn>
                                        <p:tgtEl>
                                          <p:spTgt spid="19"/>
                                        </p:tgtEl>
                                        <p:attrNameLst>
                                          <p:attrName>style.visibility</p:attrName>
                                        </p:attrNameLst>
                                      </p:cBhvr>
                                      <p:to>
                                        <p:strVal val="visible"/>
                                      </p:to>
                                    </p:set>
                                    <p:animEffect transition="in" filter="wipe(up)">
                                      <p:cBhvr>
                                        <p:cTn id="99" dur="250"/>
                                        <p:tgtEl>
                                          <p:spTgt spid="19"/>
                                        </p:tgtEl>
                                      </p:cBhvr>
                                    </p:animEffect>
                                  </p:childTnLst>
                                </p:cTn>
                              </p:par>
                            </p:childTnLst>
                          </p:cTn>
                        </p:par>
                        <p:par>
                          <p:cTn id="100" fill="hold">
                            <p:stCondLst>
                              <p:cond delay="2250"/>
                            </p:stCondLst>
                            <p:childTnLst>
                              <p:par>
                                <p:cTn id="101" presetID="2" presetClass="entr" presetSubtype="8" fill="hold" nodeType="afterEffect">
                                  <p:stCondLst>
                                    <p:cond delay="0"/>
                                  </p:stCondLst>
                                  <p:childTnLst>
                                    <p:set>
                                      <p:cBhvr>
                                        <p:cTn id="102" dur="1" fill="hold">
                                          <p:stCondLst>
                                            <p:cond delay="0"/>
                                          </p:stCondLst>
                                        </p:cTn>
                                        <p:tgtEl>
                                          <p:spTgt spid="5"/>
                                        </p:tgtEl>
                                        <p:attrNameLst>
                                          <p:attrName>style.visibility</p:attrName>
                                        </p:attrNameLst>
                                      </p:cBhvr>
                                      <p:to>
                                        <p:strVal val="visible"/>
                                      </p:to>
                                    </p:set>
                                    <p:anim calcmode="lin" valueType="num">
                                      <p:cBhvr additive="base">
                                        <p:cTn id="103" dur="500" fill="hold"/>
                                        <p:tgtEl>
                                          <p:spTgt spid="5"/>
                                        </p:tgtEl>
                                        <p:attrNameLst>
                                          <p:attrName>ppt_x</p:attrName>
                                        </p:attrNameLst>
                                      </p:cBhvr>
                                      <p:tavLst>
                                        <p:tav tm="0">
                                          <p:val>
                                            <p:strVal val="0-#ppt_w/2"/>
                                          </p:val>
                                        </p:tav>
                                        <p:tav tm="100000">
                                          <p:val>
                                            <p:strVal val="#ppt_x"/>
                                          </p:val>
                                        </p:tav>
                                      </p:tavLst>
                                    </p:anim>
                                    <p:anim calcmode="lin" valueType="num">
                                      <p:cBhvr additive="base">
                                        <p:cTn id="10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4" grpId="0" animBg="1"/>
      <p:bldP spid="15" grpId="0" animBg="1"/>
      <p:bldP spid="16" grpId="0" animBg="1"/>
      <p:bldP spid="21" grpId="0"/>
      <p:bldP spid="22" grpId="0"/>
      <p:bldP spid="23" grpId="0"/>
      <p:bldP spid="24" grpId="0"/>
      <p:bldP spid="25" grpId="0" animBg="1"/>
      <p:bldP spid="26" grpId="0" animBg="1"/>
      <p:bldP spid="27"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团队情况介绍</a:t>
            </a:r>
          </a:p>
        </p:txBody>
      </p:sp>
      <p:sp>
        <p:nvSpPr>
          <p:cNvPr id="3" name="文本占位符 2"/>
          <p:cNvSpPr>
            <a:spLocks noGrp="1"/>
          </p:cNvSpPr>
          <p:nvPr>
            <p:ph type="body" sz="quarter" idx="10"/>
          </p:nvPr>
        </p:nvSpPr>
        <p:spPr/>
        <p:txBody>
          <a:bodyPr/>
          <a:lstStyle/>
          <a:p>
            <a:r>
              <a:rPr lang="en-US" altLang="zh-CN" dirty="0" smtClean="0"/>
              <a:t>TEAM INTROCUTION</a:t>
            </a:r>
            <a:endParaRPr lang="zh-CN" altLang="en-US" dirty="0"/>
          </a:p>
        </p:txBody>
      </p:sp>
      <p:sp>
        <p:nvSpPr>
          <p:cNvPr id="17" name="任意多边形 16"/>
          <p:cNvSpPr/>
          <p:nvPr/>
        </p:nvSpPr>
        <p:spPr>
          <a:xfrm>
            <a:off x="17318" y="3515809"/>
            <a:ext cx="12157363" cy="2182253"/>
          </a:xfrm>
          <a:custGeom>
            <a:avLst/>
            <a:gdLst>
              <a:gd name="connsiteX0" fmla="*/ 0 w 9170126"/>
              <a:gd name="connsiteY0" fmla="*/ 26126 h 1711235"/>
              <a:gd name="connsiteX1" fmla="*/ 3213463 w 9170126"/>
              <a:gd name="connsiteY1" fmla="*/ 1711235 h 1711235"/>
              <a:gd name="connsiteX2" fmla="*/ 7994469 w 9170126"/>
              <a:gd name="connsiteY2" fmla="*/ 326572 h 1711235"/>
              <a:gd name="connsiteX3" fmla="*/ 9170126 w 9170126"/>
              <a:gd name="connsiteY3" fmla="*/ 0 h 1711235"/>
              <a:gd name="connsiteX0" fmla="*/ 0 w 9170126"/>
              <a:gd name="connsiteY0" fmla="*/ 26126 h 1712821"/>
              <a:gd name="connsiteX1" fmla="*/ 3213463 w 9170126"/>
              <a:gd name="connsiteY1" fmla="*/ 1711235 h 1712821"/>
              <a:gd name="connsiteX2" fmla="*/ 7994469 w 9170126"/>
              <a:gd name="connsiteY2" fmla="*/ 326572 h 1712821"/>
              <a:gd name="connsiteX3" fmla="*/ 9170126 w 9170126"/>
              <a:gd name="connsiteY3" fmla="*/ 0 h 1712821"/>
              <a:gd name="connsiteX0" fmla="*/ 0 w 9170126"/>
              <a:gd name="connsiteY0" fmla="*/ 26126 h 1712821"/>
              <a:gd name="connsiteX1" fmla="*/ 3213463 w 9170126"/>
              <a:gd name="connsiteY1" fmla="*/ 1711235 h 1712821"/>
              <a:gd name="connsiteX2" fmla="*/ 7994469 w 9170126"/>
              <a:gd name="connsiteY2" fmla="*/ 326572 h 1712821"/>
              <a:gd name="connsiteX3" fmla="*/ 9170126 w 9170126"/>
              <a:gd name="connsiteY3" fmla="*/ 0 h 1712821"/>
              <a:gd name="connsiteX0" fmla="*/ 0 w 9170126"/>
              <a:gd name="connsiteY0" fmla="*/ 26126 h 1711869"/>
              <a:gd name="connsiteX1" fmla="*/ 3213463 w 9170126"/>
              <a:gd name="connsiteY1" fmla="*/ 1711235 h 1711869"/>
              <a:gd name="connsiteX2" fmla="*/ 7067006 w 9170126"/>
              <a:gd name="connsiteY2" fmla="*/ 222069 h 1711869"/>
              <a:gd name="connsiteX3" fmla="*/ 9170126 w 9170126"/>
              <a:gd name="connsiteY3" fmla="*/ 0 h 1711869"/>
              <a:gd name="connsiteX0" fmla="*/ 0 w 9170126"/>
              <a:gd name="connsiteY0" fmla="*/ 26126 h 1711779"/>
              <a:gd name="connsiteX1" fmla="*/ 3213463 w 9170126"/>
              <a:gd name="connsiteY1" fmla="*/ 1711235 h 1711779"/>
              <a:gd name="connsiteX2" fmla="*/ 7067006 w 9170126"/>
              <a:gd name="connsiteY2" fmla="*/ 222069 h 1711779"/>
              <a:gd name="connsiteX3" fmla="*/ 9170126 w 9170126"/>
              <a:gd name="connsiteY3" fmla="*/ 0 h 1711779"/>
              <a:gd name="connsiteX0" fmla="*/ 0 w 9170126"/>
              <a:gd name="connsiteY0" fmla="*/ 26126 h 1711882"/>
              <a:gd name="connsiteX1" fmla="*/ 3213463 w 9170126"/>
              <a:gd name="connsiteY1" fmla="*/ 1711235 h 1711882"/>
              <a:gd name="connsiteX2" fmla="*/ 7067006 w 9170126"/>
              <a:gd name="connsiteY2" fmla="*/ 222069 h 1711882"/>
              <a:gd name="connsiteX3" fmla="*/ 9170126 w 9170126"/>
              <a:gd name="connsiteY3" fmla="*/ 0 h 1711882"/>
              <a:gd name="connsiteX0" fmla="*/ 0 w 9170126"/>
              <a:gd name="connsiteY0" fmla="*/ 26126 h 1711882"/>
              <a:gd name="connsiteX1" fmla="*/ 3213463 w 9170126"/>
              <a:gd name="connsiteY1" fmla="*/ 1711235 h 1711882"/>
              <a:gd name="connsiteX2" fmla="*/ 7223760 w 9170126"/>
              <a:gd name="connsiteY2" fmla="*/ 222069 h 1711882"/>
              <a:gd name="connsiteX3" fmla="*/ 9170126 w 9170126"/>
              <a:gd name="connsiteY3" fmla="*/ 0 h 1711882"/>
              <a:gd name="connsiteX0" fmla="*/ 0 w 9170126"/>
              <a:gd name="connsiteY0" fmla="*/ 26126 h 1711882"/>
              <a:gd name="connsiteX1" fmla="*/ 3213463 w 9170126"/>
              <a:gd name="connsiteY1" fmla="*/ 1711235 h 1711882"/>
              <a:gd name="connsiteX2" fmla="*/ 7223760 w 9170126"/>
              <a:gd name="connsiteY2" fmla="*/ 222069 h 1711882"/>
              <a:gd name="connsiteX3" fmla="*/ 9170126 w 9170126"/>
              <a:gd name="connsiteY3" fmla="*/ 0 h 1711882"/>
              <a:gd name="connsiteX0" fmla="*/ 0 w 9170126"/>
              <a:gd name="connsiteY0" fmla="*/ 26126 h 1607414"/>
              <a:gd name="connsiteX1" fmla="*/ 3396343 w 9170126"/>
              <a:gd name="connsiteY1" fmla="*/ 1606732 h 1607414"/>
              <a:gd name="connsiteX2" fmla="*/ 7223760 w 9170126"/>
              <a:gd name="connsiteY2" fmla="*/ 222069 h 1607414"/>
              <a:gd name="connsiteX3" fmla="*/ 9170126 w 9170126"/>
              <a:gd name="connsiteY3" fmla="*/ 0 h 1607414"/>
              <a:gd name="connsiteX0" fmla="*/ 0 w 9170126"/>
              <a:gd name="connsiteY0" fmla="*/ 82588 h 1663876"/>
              <a:gd name="connsiteX1" fmla="*/ 3396343 w 9170126"/>
              <a:gd name="connsiteY1" fmla="*/ 1663194 h 1663876"/>
              <a:gd name="connsiteX2" fmla="*/ 7223760 w 9170126"/>
              <a:gd name="connsiteY2" fmla="*/ 278531 h 1663876"/>
              <a:gd name="connsiteX3" fmla="*/ 9170126 w 9170126"/>
              <a:gd name="connsiteY3" fmla="*/ 56462 h 1663876"/>
              <a:gd name="connsiteX0" fmla="*/ 0 w 9170126"/>
              <a:gd name="connsiteY0" fmla="*/ 45999 h 1634659"/>
              <a:gd name="connsiteX1" fmla="*/ 3396343 w 9170126"/>
              <a:gd name="connsiteY1" fmla="*/ 1626605 h 1634659"/>
              <a:gd name="connsiteX2" fmla="*/ 6505303 w 9170126"/>
              <a:gd name="connsiteY2" fmla="*/ 633828 h 1634659"/>
              <a:gd name="connsiteX3" fmla="*/ 9170126 w 9170126"/>
              <a:gd name="connsiteY3" fmla="*/ 19873 h 1634659"/>
              <a:gd name="connsiteX0" fmla="*/ 0 w 9170126"/>
              <a:gd name="connsiteY0" fmla="*/ 55214 h 1646042"/>
              <a:gd name="connsiteX1" fmla="*/ 3396343 w 9170126"/>
              <a:gd name="connsiteY1" fmla="*/ 1635820 h 1646042"/>
              <a:gd name="connsiteX2" fmla="*/ 6505303 w 9170126"/>
              <a:gd name="connsiteY2" fmla="*/ 643043 h 1646042"/>
              <a:gd name="connsiteX3" fmla="*/ 9170126 w 9170126"/>
              <a:gd name="connsiteY3" fmla="*/ 29088 h 1646042"/>
            </a:gdLst>
            <a:ahLst/>
            <a:cxnLst>
              <a:cxn ang="0">
                <a:pos x="connsiteX0" y="connsiteY0"/>
              </a:cxn>
              <a:cxn ang="0">
                <a:pos x="connsiteX1" y="connsiteY1"/>
              </a:cxn>
              <a:cxn ang="0">
                <a:pos x="connsiteX2" y="connsiteY2"/>
              </a:cxn>
              <a:cxn ang="0">
                <a:pos x="connsiteX3" y="connsiteY3"/>
              </a:cxn>
            </a:cxnLst>
            <a:rect l="l" t="t" r="r" b="b"/>
            <a:pathLst>
              <a:path w="9170126" h="1646042">
                <a:moveTo>
                  <a:pt x="0" y="55214"/>
                </a:moveTo>
                <a:cubicBezTo>
                  <a:pt x="875211" y="969614"/>
                  <a:pt x="2312126" y="1537849"/>
                  <a:pt x="3396343" y="1635820"/>
                </a:cubicBezTo>
                <a:cubicBezTo>
                  <a:pt x="4480560" y="1733792"/>
                  <a:pt x="5634446" y="1106775"/>
                  <a:pt x="6505303" y="643043"/>
                </a:cubicBezTo>
                <a:cubicBezTo>
                  <a:pt x="7376160" y="179311"/>
                  <a:pt x="8508275" y="-92832"/>
                  <a:pt x="9170126" y="29088"/>
                </a:cubicBezTo>
              </a:path>
            </a:pathLst>
          </a:custGeom>
          <a:ln w="952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400" eaLnBrk="0" fontAlgn="base" hangingPunct="0">
              <a:spcBef>
                <a:spcPct val="0"/>
              </a:spcBef>
              <a:spcAft>
                <a:spcPct val="0"/>
              </a:spcAft>
            </a:pPr>
            <a:endParaRPr lang="zh-CN" altLang="en-US" sz="1800">
              <a:solidFill>
                <a:prstClr val="black"/>
              </a:solidFill>
              <a:cs typeface="+mn-ea"/>
              <a:sym typeface="+mn-lt"/>
            </a:endParaRPr>
          </a:p>
        </p:txBody>
      </p:sp>
      <p:sp>
        <p:nvSpPr>
          <p:cNvPr id="18" name="任意多边形 17"/>
          <p:cNvSpPr/>
          <p:nvPr/>
        </p:nvSpPr>
        <p:spPr>
          <a:xfrm>
            <a:off x="34638" y="1919324"/>
            <a:ext cx="12157362" cy="4051351"/>
          </a:xfrm>
          <a:custGeom>
            <a:avLst/>
            <a:gdLst>
              <a:gd name="connsiteX0" fmla="*/ 0 w 9157063"/>
              <a:gd name="connsiteY0" fmla="*/ 130629 h 3095898"/>
              <a:gd name="connsiteX1" fmla="*/ 2286000 w 9157063"/>
              <a:gd name="connsiteY1" fmla="*/ 0 h 3095898"/>
              <a:gd name="connsiteX2" fmla="*/ 5329646 w 9157063"/>
              <a:gd name="connsiteY2" fmla="*/ 2155372 h 3095898"/>
              <a:gd name="connsiteX3" fmla="*/ 9157063 w 9157063"/>
              <a:gd name="connsiteY3" fmla="*/ 3095898 h 3095898"/>
              <a:gd name="connsiteX0" fmla="*/ 0 w 9157063"/>
              <a:gd name="connsiteY0" fmla="*/ 130629 h 3095898"/>
              <a:gd name="connsiteX1" fmla="*/ 2286000 w 9157063"/>
              <a:gd name="connsiteY1" fmla="*/ 0 h 3095898"/>
              <a:gd name="connsiteX2" fmla="*/ 5329646 w 9157063"/>
              <a:gd name="connsiteY2" fmla="*/ 2155372 h 3095898"/>
              <a:gd name="connsiteX3" fmla="*/ 9157063 w 9157063"/>
              <a:gd name="connsiteY3" fmla="*/ 3095898 h 3095898"/>
              <a:gd name="connsiteX0" fmla="*/ 0 w 9157063"/>
              <a:gd name="connsiteY0" fmla="*/ 259961 h 3225230"/>
              <a:gd name="connsiteX1" fmla="*/ 2286000 w 9157063"/>
              <a:gd name="connsiteY1" fmla="*/ 129332 h 3225230"/>
              <a:gd name="connsiteX2" fmla="*/ 5329646 w 9157063"/>
              <a:gd name="connsiteY2" fmla="*/ 2284704 h 3225230"/>
              <a:gd name="connsiteX3" fmla="*/ 9157063 w 9157063"/>
              <a:gd name="connsiteY3" fmla="*/ 3225230 h 3225230"/>
              <a:gd name="connsiteX0" fmla="*/ 0 w 9157063"/>
              <a:gd name="connsiteY0" fmla="*/ 259961 h 3225230"/>
              <a:gd name="connsiteX1" fmla="*/ 2286000 w 9157063"/>
              <a:gd name="connsiteY1" fmla="*/ 129332 h 3225230"/>
              <a:gd name="connsiteX2" fmla="*/ 5329646 w 9157063"/>
              <a:gd name="connsiteY2" fmla="*/ 2284704 h 3225230"/>
              <a:gd name="connsiteX3" fmla="*/ 9157063 w 9157063"/>
              <a:gd name="connsiteY3" fmla="*/ 3225230 h 3225230"/>
              <a:gd name="connsiteX0" fmla="*/ 0 w 9157063"/>
              <a:gd name="connsiteY0" fmla="*/ 259961 h 3227547"/>
              <a:gd name="connsiteX1" fmla="*/ 2286000 w 9157063"/>
              <a:gd name="connsiteY1" fmla="*/ 129332 h 3227547"/>
              <a:gd name="connsiteX2" fmla="*/ 5329646 w 9157063"/>
              <a:gd name="connsiteY2" fmla="*/ 2284704 h 3227547"/>
              <a:gd name="connsiteX3" fmla="*/ 9157063 w 9157063"/>
              <a:gd name="connsiteY3" fmla="*/ 3225230 h 3227547"/>
              <a:gd name="connsiteX0" fmla="*/ 0 w 9157063"/>
              <a:gd name="connsiteY0" fmla="*/ 141919 h 3109392"/>
              <a:gd name="connsiteX1" fmla="*/ 2756263 w 9157063"/>
              <a:gd name="connsiteY1" fmla="*/ 168045 h 3109392"/>
              <a:gd name="connsiteX2" fmla="*/ 5329646 w 9157063"/>
              <a:gd name="connsiteY2" fmla="*/ 2166662 h 3109392"/>
              <a:gd name="connsiteX3" fmla="*/ 9157063 w 9157063"/>
              <a:gd name="connsiteY3" fmla="*/ 3107188 h 3109392"/>
              <a:gd name="connsiteX0" fmla="*/ 0 w 9157063"/>
              <a:gd name="connsiteY0" fmla="*/ 189830 h 3157303"/>
              <a:gd name="connsiteX1" fmla="*/ 2756263 w 9157063"/>
              <a:gd name="connsiteY1" fmla="*/ 215956 h 3157303"/>
              <a:gd name="connsiteX2" fmla="*/ 5329646 w 9157063"/>
              <a:gd name="connsiteY2" fmla="*/ 2214573 h 3157303"/>
              <a:gd name="connsiteX3" fmla="*/ 9157063 w 9157063"/>
              <a:gd name="connsiteY3" fmla="*/ 3155099 h 3157303"/>
              <a:gd name="connsiteX0" fmla="*/ 0 w 9104811"/>
              <a:gd name="connsiteY0" fmla="*/ 391083 h 3045048"/>
              <a:gd name="connsiteX1" fmla="*/ 2704011 w 9104811"/>
              <a:gd name="connsiteY1" fmla="*/ 103701 h 3045048"/>
              <a:gd name="connsiteX2" fmla="*/ 5277394 w 9104811"/>
              <a:gd name="connsiteY2" fmla="*/ 2102318 h 3045048"/>
              <a:gd name="connsiteX3" fmla="*/ 9104811 w 9104811"/>
              <a:gd name="connsiteY3" fmla="*/ 3042844 h 3045048"/>
              <a:gd name="connsiteX0" fmla="*/ 0 w 9170125"/>
              <a:gd name="connsiteY0" fmla="*/ 401085 h 3041987"/>
              <a:gd name="connsiteX1" fmla="*/ 2769325 w 9170125"/>
              <a:gd name="connsiteY1" fmla="*/ 100640 h 3041987"/>
              <a:gd name="connsiteX2" fmla="*/ 5342708 w 9170125"/>
              <a:gd name="connsiteY2" fmla="*/ 2099257 h 3041987"/>
              <a:gd name="connsiteX3" fmla="*/ 9170125 w 9170125"/>
              <a:gd name="connsiteY3" fmla="*/ 3039783 h 3041987"/>
              <a:gd name="connsiteX0" fmla="*/ 0 w 9170125"/>
              <a:gd name="connsiteY0" fmla="*/ 401085 h 3041987"/>
              <a:gd name="connsiteX1" fmla="*/ 2677885 w 9170125"/>
              <a:gd name="connsiteY1" fmla="*/ 100640 h 3041987"/>
              <a:gd name="connsiteX2" fmla="*/ 5342708 w 9170125"/>
              <a:gd name="connsiteY2" fmla="*/ 2099257 h 3041987"/>
              <a:gd name="connsiteX3" fmla="*/ 9170125 w 9170125"/>
              <a:gd name="connsiteY3" fmla="*/ 3039783 h 3041987"/>
              <a:gd name="connsiteX0" fmla="*/ 0 w 9170125"/>
              <a:gd name="connsiteY0" fmla="*/ 468432 h 3109334"/>
              <a:gd name="connsiteX1" fmla="*/ 2677885 w 9170125"/>
              <a:gd name="connsiteY1" fmla="*/ 167987 h 3109334"/>
              <a:gd name="connsiteX2" fmla="*/ 5342708 w 9170125"/>
              <a:gd name="connsiteY2" fmla="*/ 2166604 h 3109334"/>
              <a:gd name="connsiteX3" fmla="*/ 9170125 w 9170125"/>
              <a:gd name="connsiteY3" fmla="*/ 3107130 h 3109334"/>
              <a:gd name="connsiteX0" fmla="*/ 0 w 9170125"/>
              <a:gd name="connsiteY0" fmla="*/ 406629 h 3047531"/>
              <a:gd name="connsiteX1" fmla="*/ 2677885 w 9170125"/>
              <a:gd name="connsiteY1" fmla="*/ 106184 h 3047531"/>
              <a:gd name="connsiteX2" fmla="*/ 5342708 w 9170125"/>
              <a:gd name="connsiteY2" fmla="*/ 2104801 h 3047531"/>
              <a:gd name="connsiteX3" fmla="*/ 9170125 w 9170125"/>
              <a:gd name="connsiteY3" fmla="*/ 3045327 h 3047531"/>
              <a:gd name="connsiteX0" fmla="*/ 0 w 9170125"/>
              <a:gd name="connsiteY0" fmla="*/ 414045 h 3056100"/>
              <a:gd name="connsiteX1" fmla="*/ 2677885 w 9170125"/>
              <a:gd name="connsiteY1" fmla="*/ 113600 h 3056100"/>
              <a:gd name="connsiteX2" fmla="*/ 5564777 w 9170125"/>
              <a:gd name="connsiteY2" fmla="*/ 2295097 h 3056100"/>
              <a:gd name="connsiteX3" fmla="*/ 9170125 w 9170125"/>
              <a:gd name="connsiteY3" fmla="*/ 3052743 h 3056100"/>
              <a:gd name="connsiteX0" fmla="*/ 0 w 9170125"/>
              <a:gd name="connsiteY0" fmla="*/ 414045 h 3061846"/>
              <a:gd name="connsiteX1" fmla="*/ 2677885 w 9170125"/>
              <a:gd name="connsiteY1" fmla="*/ 113600 h 3061846"/>
              <a:gd name="connsiteX2" fmla="*/ 5564777 w 9170125"/>
              <a:gd name="connsiteY2" fmla="*/ 2295097 h 3061846"/>
              <a:gd name="connsiteX3" fmla="*/ 9170125 w 9170125"/>
              <a:gd name="connsiteY3" fmla="*/ 3052743 h 3061846"/>
              <a:gd name="connsiteX0" fmla="*/ 0 w 9170125"/>
              <a:gd name="connsiteY0" fmla="*/ 410334 h 3055876"/>
              <a:gd name="connsiteX1" fmla="*/ 2677885 w 9170125"/>
              <a:gd name="connsiteY1" fmla="*/ 109889 h 3055876"/>
              <a:gd name="connsiteX2" fmla="*/ 5747657 w 9170125"/>
              <a:gd name="connsiteY2" fmla="*/ 2239135 h 3055876"/>
              <a:gd name="connsiteX3" fmla="*/ 9170125 w 9170125"/>
              <a:gd name="connsiteY3" fmla="*/ 3049032 h 3055876"/>
            </a:gdLst>
            <a:ahLst/>
            <a:cxnLst>
              <a:cxn ang="0">
                <a:pos x="connsiteX0" y="connsiteY0"/>
              </a:cxn>
              <a:cxn ang="0">
                <a:pos x="connsiteX1" y="connsiteY1"/>
              </a:cxn>
              <a:cxn ang="0">
                <a:pos x="connsiteX2" y="connsiteY2"/>
              </a:cxn>
              <a:cxn ang="0">
                <a:pos x="connsiteX3" y="connsiteY3"/>
              </a:cxn>
            </a:cxnLst>
            <a:rect l="l" t="t" r="r" b="b"/>
            <a:pathLst>
              <a:path w="9170125" h="3055876">
                <a:moveTo>
                  <a:pt x="0" y="410334"/>
                </a:moveTo>
                <a:cubicBezTo>
                  <a:pt x="500742" y="210037"/>
                  <a:pt x="1719942" y="-194911"/>
                  <a:pt x="2677885" y="109889"/>
                </a:cubicBezTo>
                <a:cubicBezTo>
                  <a:pt x="3635828" y="414689"/>
                  <a:pt x="4116977" y="1501084"/>
                  <a:pt x="5747657" y="2239135"/>
                </a:cubicBezTo>
                <a:cubicBezTo>
                  <a:pt x="7378337" y="2977186"/>
                  <a:pt x="8181701" y="3088220"/>
                  <a:pt x="9170125" y="3049032"/>
                </a:cubicBezTo>
              </a:path>
            </a:pathLst>
          </a:custGeom>
          <a:ln w="952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400" eaLnBrk="0" fontAlgn="base" hangingPunct="0">
              <a:spcBef>
                <a:spcPct val="0"/>
              </a:spcBef>
              <a:spcAft>
                <a:spcPct val="0"/>
              </a:spcAft>
            </a:pPr>
            <a:endParaRPr lang="zh-CN" altLang="en-US" sz="1800">
              <a:solidFill>
                <a:prstClr val="black"/>
              </a:solidFill>
              <a:cs typeface="+mn-ea"/>
              <a:sym typeface="+mn-lt"/>
            </a:endParaRPr>
          </a:p>
        </p:txBody>
      </p:sp>
      <p:sp>
        <p:nvSpPr>
          <p:cNvPr id="19" name="任意多边形 18"/>
          <p:cNvSpPr/>
          <p:nvPr/>
        </p:nvSpPr>
        <p:spPr>
          <a:xfrm>
            <a:off x="0" y="2154011"/>
            <a:ext cx="12157363" cy="2820452"/>
          </a:xfrm>
          <a:custGeom>
            <a:avLst/>
            <a:gdLst>
              <a:gd name="connsiteX0" fmla="*/ 0 w 9170126"/>
              <a:gd name="connsiteY0" fmla="*/ 2011680 h 2011680"/>
              <a:gd name="connsiteX1" fmla="*/ 3187337 w 9170126"/>
              <a:gd name="connsiteY1" fmla="*/ 78377 h 2011680"/>
              <a:gd name="connsiteX2" fmla="*/ 6544492 w 9170126"/>
              <a:gd name="connsiteY2" fmla="*/ 0 h 2011680"/>
              <a:gd name="connsiteX3" fmla="*/ 9170126 w 9170126"/>
              <a:gd name="connsiteY3" fmla="*/ 757645 h 2011680"/>
              <a:gd name="connsiteX0" fmla="*/ 0 w 9170126"/>
              <a:gd name="connsiteY0" fmla="*/ 2141544 h 2141544"/>
              <a:gd name="connsiteX1" fmla="*/ 3187337 w 9170126"/>
              <a:gd name="connsiteY1" fmla="*/ 208241 h 2141544"/>
              <a:gd name="connsiteX2" fmla="*/ 6544492 w 9170126"/>
              <a:gd name="connsiteY2" fmla="*/ 129864 h 2141544"/>
              <a:gd name="connsiteX3" fmla="*/ 9170126 w 9170126"/>
              <a:gd name="connsiteY3" fmla="*/ 887509 h 2141544"/>
              <a:gd name="connsiteX0" fmla="*/ 0 w 9170126"/>
              <a:gd name="connsiteY0" fmla="*/ 2141544 h 2141544"/>
              <a:gd name="connsiteX1" fmla="*/ 3187337 w 9170126"/>
              <a:gd name="connsiteY1" fmla="*/ 208241 h 2141544"/>
              <a:gd name="connsiteX2" fmla="*/ 6544492 w 9170126"/>
              <a:gd name="connsiteY2" fmla="*/ 129864 h 2141544"/>
              <a:gd name="connsiteX3" fmla="*/ 9170126 w 9170126"/>
              <a:gd name="connsiteY3" fmla="*/ 887509 h 2141544"/>
              <a:gd name="connsiteX0" fmla="*/ 0 w 9170126"/>
              <a:gd name="connsiteY0" fmla="*/ 2141544 h 2141544"/>
              <a:gd name="connsiteX1" fmla="*/ 3187337 w 9170126"/>
              <a:gd name="connsiteY1" fmla="*/ 208241 h 2141544"/>
              <a:gd name="connsiteX2" fmla="*/ 6544492 w 9170126"/>
              <a:gd name="connsiteY2" fmla="*/ 129864 h 2141544"/>
              <a:gd name="connsiteX3" fmla="*/ 9170126 w 9170126"/>
              <a:gd name="connsiteY3" fmla="*/ 887509 h 2141544"/>
              <a:gd name="connsiteX0" fmla="*/ 0 w 9170126"/>
              <a:gd name="connsiteY0" fmla="*/ 2141544 h 2141544"/>
              <a:gd name="connsiteX1" fmla="*/ 3187337 w 9170126"/>
              <a:gd name="connsiteY1" fmla="*/ 208241 h 2141544"/>
              <a:gd name="connsiteX2" fmla="*/ 6544492 w 9170126"/>
              <a:gd name="connsiteY2" fmla="*/ 129864 h 2141544"/>
              <a:gd name="connsiteX3" fmla="*/ 9170126 w 9170126"/>
              <a:gd name="connsiteY3" fmla="*/ 887509 h 2141544"/>
              <a:gd name="connsiteX0" fmla="*/ 0 w 9170126"/>
              <a:gd name="connsiteY0" fmla="*/ 2141544 h 2141544"/>
              <a:gd name="connsiteX1" fmla="*/ 3187337 w 9170126"/>
              <a:gd name="connsiteY1" fmla="*/ 208241 h 2141544"/>
              <a:gd name="connsiteX2" fmla="*/ 6544492 w 9170126"/>
              <a:gd name="connsiteY2" fmla="*/ 129864 h 2141544"/>
              <a:gd name="connsiteX3" fmla="*/ 9170126 w 9170126"/>
              <a:gd name="connsiteY3" fmla="*/ 887509 h 2141544"/>
              <a:gd name="connsiteX0" fmla="*/ 0 w 9170126"/>
              <a:gd name="connsiteY0" fmla="*/ 2141544 h 2141544"/>
              <a:gd name="connsiteX1" fmla="*/ 3187337 w 9170126"/>
              <a:gd name="connsiteY1" fmla="*/ 208241 h 2141544"/>
              <a:gd name="connsiteX2" fmla="*/ 6544492 w 9170126"/>
              <a:gd name="connsiteY2" fmla="*/ 129864 h 2141544"/>
              <a:gd name="connsiteX3" fmla="*/ 9170126 w 9170126"/>
              <a:gd name="connsiteY3" fmla="*/ 887509 h 2141544"/>
              <a:gd name="connsiteX0" fmla="*/ 0 w 9170126"/>
              <a:gd name="connsiteY0" fmla="*/ 2141544 h 2141544"/>
              <a:gd name="connsiteX1" fmla="*/ 3187337 w 9170126"/>
              <a:gd name="connsiteY1" fmla="*/ 208241 h 2141544"/>
              <a:gd name="connsiteX2" fmla="*/ 6544492 w 9170126"/>
              <a:gd name="connsiteY2" fmla="*/ 129864 h 2141544"/>
              <a:gd name="connsiteX3" fmla="*/ 9170126 w 9170126"/>
              <a:gd name="connsiteY3" fmla="*/ 887509 h 2141544"/>
              <a:gd name="connsiteX0" fmla="*/ 0 w 9170126"/>
              <a:gd name="connsiteY0" fmla="*/ 2170260 h 2170260"/>
              <a:gd name="connsiteX1" fmla="*/ 3187337 w 9170126"/>
              <a:gd name="connsiteY1" fmla="*/ 236957 h 2170260"/>
              <a:gd name="connsiteX2" fmla="*/ 6531429 w 9170126"/>
              <a:gd name="connsiteY2" fmla="*/ 106328 h 2170260"/>
              <a:gd name="connsiteX3" fmla="*/ 9170126 w 9170126"/>
              <a:gd name="connsiteY3" fmla="*/ 916225 h 2170260"/>
              <a:gd name="connsiteX0" fmla="*/ 0 w 9170126"/>
              <a:gd name="connsiteY0" fmla="*/ 2155389 h 2155389"/>
              <a:gd name="connsiteX1" fmla="*/ 3187337 w 9170126"/>
              <a:gd name="connsiteY1" fmla="*/ 222086 h 2155389"/>
              <a:gd name="connsiteX2" fmla="*/ 6531429 w 9170126"/>
              <a:gd name="connsiteY2" fmla="*/ 91457 h 2155389"/>
              <a:gd name="connsiteX3" fmla="*/ 9170126 w 9170126"/>
              <a:gd name="connsiteY3" fmla="*/ 901354 h 2155389"/>
              <a:gd name="connsiteX0" fmla="*/ 0 w 9170126"/>
              <a:gd name="connsiteY0" fmla="*/ 2127427 h 2127427"/>
              <a:gd name="connsiteX1" fmla="*/ 2834640 w 9170126"/>
              <a:gd name="connsiteY1" fmla="*/ 285564 h 2127427"/>
              <a:gd name="connsiteX2" fmla="*/ 6531429 w 9170126"/>
              <a:gd name="connsiteY2" fmla="*/ 63495 h 2127427"/>
              <a:gd name="connsiteX3" fmla="*/ 9170126 w 9170126"/>
              <a:gd name="connsiteY3" fmla="*/ 873392 h 2127427"/>
              <a:gd name="connsiteX0" fmla="*/ 0 w 9170126"/>
              <a:gd name="connsiteY0" fmla="*/ 2127427 h 2127427"/>
              <a:gd name="connsiteX1" fmla="*/ 2834640 w 9170126"/>
              <a:gd name="connsiteY1" fmla="*/ 285564 h 2127427"/>
              <a:gd name="connsiteX2" fmla="*/ 6531429 w 9170126"/>
              <a:gd name="connsiteY2" fmla="*/ 63495 h 2127427"/>
              <a:gd name="connsiteX3" fmla="*/ 9170126 w 9170126"/>
              <a:gd name="connsiteY3" fmla="*/ 873392 h 2127427"/>
              <a:gd name="connsiteX0" fmla="*/ 0 w 9170126"/>
              <a:gd name="connsiteY0" fmla="*/ 2127427 h 2127427"/>
              <a:gd name="connsiteX1" fmla="*/ 2834640 w 9170126"/>
              <a:gd name="connsiteY1" fmla="*/ 285564 h 2127427"/>
              <a:gd name="connsiteX2" fmla="*/ 6531429 w 9170126"/>
              <a:gd name="connsiteY2" fmla="*/ 63495 h 2127427"/>
              <a:gd name="connsiteX3" fmla="*/ 9170126 w 9170126"/>
              <a:gd name="connsiteY3" fmla="*/ 873392 h 2127427"/>
            </a:gdLst>
            <a:ahLst/>
            <a:cxnLst>
              <a:cxn ang="0">
                <a:pos x="connsiteX0" y="connsiteY0"/>
              </a:cxn>
              <a:cxn ang="0">
                <a:pos x="connsiteX1" y="connsiteY1"/>
              </a:cxn>
              <a:cxn ang="0">
                <a:pos x="connsiteX2" y="connsiteY2"/>
              </a:cxn>
              <a:cxn ang="0">
                <a:pos x="connsiteX3" y="connsiteY3"/>
              </a:cxn>
            </a:cxnLst>
            <a:rect l="l" t="t" r="r" b="b"/>
            <a:pathLst>
              <a:path w="9170126" h="2127427">
                <a:moveTo>
                  <a:pt x="0" y="2127427"/>
                </a:moveTo>
                <a:cubicBezTo>
                  <a:pt x="291737" y="1757313"/>
                  <a:pt x="1746069" y="629553"/>
                  <a:pt x="2834640" y="285564"/>
                </a:cubicBezTo>
                <a:cubicBezTo>
                  <a:pt x="3923211" y="-58425"/>
                  <a:pt x="5475515" y="-34476"/>
                  <a:pt x="6531429" y="63495"/>
                </a:cubicBezTo>
                <a:cubicBezTo>
                  <a:pt x="7587343" y="161466"/>
                  <a:pt x="8477795" y="516341"/>
                  <a:pt x="9170126" y="873392"/>
                </a:cubicBezTo>
              </a:path>
            </a:pathLst>
          </a:custGeom>
          <a:ln w="952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400" eaLnBrk="0" fontAlgn="base" hangingPunct="0">
              <a:spcBef>
                <a:spcPct val="0"/>
              </a:spcBef>
              <a:spcAft>
                <a:spcPct val="0"/>
              </a:spcAft>
            </a:pPr>
            <a:endParaRPr lang="zh-CN" altLang="en-US" sz="1800">
              <a:solidFill>
                <a:prstClr val="black"/>
              </a:solidFill>
              <a:cs typeface="+mn-ea"/>
              <a:sym typeface="+mn-lt"/>
            </a:endParaRPr>
          </a:p>
        </p:txBody>
      </p:sp>
      <p:sp>
        <p:nvSpPr>
          <p:cNvPr id="20" name="椭圆 19"/>
          <p:cNvSpPr/>
          <p:nvPr/>
        </p:nvSpPr>
        <p:spPr>
          <a:xfrm>
            <a:off x="4203017" y="2338312"/>
            <a:ext cx="139645" cy="139645"/>
          </a:xfrm>
          <a:prstGeom prst="ellipse">
            <a:avLst/>
          </a:prstGeom>
          <a:solidFill>
            <a:schemeClr val="accent1"/>
          </a:solidFill>
          <a:ln w="114300" cap="sq">
            <a:solidFill>
              <a:schemeClr val="accent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prstClr val="white"/>
              </a:solidFill>
              <a:cs typeface="+mn-ea"/>
              <a:sym typeface="+mn-lt"/>
            </a:endParaRPr>
          </a:p>
        </p:txBody>
      </p:sp>
      <p:sp>
        <p:nvSpPr>
          <p:cNvPr id="21" name="椭圆 20"/>
          <p:cNvSpPr/>
          <p:nvPr/>
        </p:nvSpPr>
        <p:spPr>
          <a:xfrm>
            <a:off x="7586706" y="4832130"/>
            <a:ext cx="139645" cy="139645"/>
          </a:xfrm>
          <a:prstGeom prst="ellipse">
            <a:avLst/>
          </a:prstGeom>
          <a:solidFill>
            <a:schemeClr val="accent1"/>
          </a:solidFill>
          <a:ln w="114300" cap="sq">
            <a:solidFill>
              <a:schemeClr val="accent1">
                <a:alpha val="20000"/>
              </a:schemeClr>
            </a:solidFill>
          </a:ln>
        </p:spPr>
        <p:txBody>
          <a:bodyPr vert="horz" wrap="square" lIns="91440" tIns="45720" rIns="91440" bIns="45720" numCol="1" anchor="t" anchorCtr="0" compatLnSpc="1">
            <a:prstTxWarp prst="textNoShape">
              <a:avLst/>
            </a:prstTxWarp>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cs typeface="+mn-ea"/>
              <a:sym typeface="+mn-lt"/>
            </a:endParaRPr>
          </a:p>
        </p:txBody>
      </p:sp>
      <p:sp>
        <p:nvSpPr>
          <p:cNvPr id="22" name="文本框 21"/>
          <p:cNvSpPr txBox="1"/>
          <p:nvPr/>
        </p:nvSpPr>
        <p:spPr>
          <a:xfrm>
            <a:off x="2002284" y="3642041"/>
            <a:ext cx="1116000" cy="396583"/>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dirty="0" smtClean="0">
                <a:solidFill>
                  <a:schemeClr val="accent1"/>
                </a:solidFill>
                <a:latin typeface="+mn-lt"/>
                <a:ea typeface="+mn-ea"/>
                <a:cs typeface="+mn-ea"/>
                <a:sym typeface="+mn-lt"/>
              </a:rPr>
              <a:t>中文姓名</a:t>
            </a:r>
            <a:endParaRPr lang="zh-CN" altLang="en-US" dirty="0">
              <a:solidFill>
                <a:schemeClr val="accent1"/>
              </a:solidFill>
              <a:latin typeface="+mn-lt"/>
              <a:ea typeface="+mn-ea"/>
              <a:cs typeface="+mn-ea"/>
              <a:sym typeface="+mn-lt"/>
            </a:endParaRPr>
          </a:p>
        </p:txBody>
      </p:sp>
      <p:sp>
        <p:nvSpPr>
          <p:cNvPr id="23" name="文本框 22"/>
          <p:cNvSpPr txBox="1"/>
          <p:nvPr/>
        </p:nvSpPr>
        <p:spPr>
          <a:xfrm>
            <a:off x="2002284" y="3976810"/>
            <a:ext cx="1116000" cy="313932"/>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sz="1200" dirty="0" smtClean="0">
                <a:solidFill>
                  <a:schemeClr val="tx1"/>
                </a:solidFill>
                <a:latin typeface="+mn-ea"/>
                <a:ea typeface="+mn-ea"/>
                <a:cs typeface="+mn-ea"/>
                <a:sym typeface="+mn-lt"/>
              </a:rPr>
              <a:t>职位职务</a:t>
            </a:r>
            <a:endParaRPr lang="zh-CN" altLang="en-US" sz="1200" dirty="0">
              <a:solidFill>
                <a:schemeClr val="tx1"/>
              </a:solidFill>
              <a:latin typeface="+mn-ea"/>
              <a:ea typeface="+mn-ea"/>
              <a:cs typeface="+mn-ea"/>
              <a:sym typeface="+mn-lt"/>
            </a:endParaRPr>
          </a:p>
        </p:txBody>
      </p:sp>
      <p:sp>
        <p:nvSpPr>
          <p:cNvPr id="24" name="文本框 23"/>
          <p:cNvSpPr txBox="1"/>
          <p:nvPr/>
        </p:nvSpPr>
        <p:spPr>
          <a:xfrm>
            <a:off x="6737167" y="3270973"/>
            <a:ext cx="1116000" cy="424732"/>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dirty="0">
                <a:solidFill>
                  <a:schemeClr val="accent1"/>
                </a:solidFill>
                <a:latin typeface="+mn-lt"/>
                <a:ea typeface="+mn-ea"/>
                <a:cs typeface="+mn-ea"/>
                <a:sym typeface="+mn-lt"/>
              </a:rPr>
              <a:t>中文姓名</a:t>
            </a:r>
          </a:p>
        </p:txBody>
      </p:sp>
      <p:sp>
        <p:nvSpPr>
          <p:cNvPr id="25" name="文本框 24"/>
          <p:cNvSpPr txBox="1"/>
          <p:nvPr/>
        </p:nvSpPr>
        <p:spPr>
          <a:xfrm>
            <a:off x="6737167" y="3605742"/>
            <a:ext cx="1116000" cy="313932"/>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sz="1200" dirty="0">
                <a:solidFill>
                  <a:schemeClr val="tx1"/>
                </a:solidFill>
                <a:latin typeface="+mn-ea"/>
                <a:ea typeface="+mn-ea"/>
                <a:cs typeface="+mn-ea"/>
                <a:sym typeface="+mn-lt"/>
              </a:rPr>
              <a:t>职位职务</a:t>
            </a:r>
            <a:endParaRPr lang="zh-CN" altLang="en-US" sz="1200" dirty="0">
              <a:solidFill>
                <a:schemeClr val="tx1"/>
              </a:solidFill>
              <a:latin typeface="+mn-ea"/>
              <a:ea typeface="+mn-ea"/>
              <a:cs typeface="+mn-ea"/>
              <a:sym typeface="+mn-lt"/>
            </a:endParaRPr>
          </a:p>
        </p:txBody>
      </p:sp>
      <p:sp>
        <p:nvSpPr>
          <p:cNvPr id="26" name="文本框 25"/>
          <p:cNvSpPr txBox="1"/>
          <p:nvPr/>
        </p:nvSpPr>
        <p:spPr>
          <a:xfrm>
            <a:off x="9961239" y="1787425"/>
            <a:ext cx="1116000" cy="424732"/>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dirty="0">
                <a:solidFill>
                  <a:schemeClr val="accent1"/>
                </a:solidFill>
                <a:latin typeface="+mn-lt"/>
                <a:ea typeface="+mn-ea"/>
                <a:cs typeface="+mn-ea"/>
                <a:sym typeface="+mn-lt"/>
              </a:rPr>
              <a:t>中文姓名</a:t>
            </a:r>
          </a:p>
        </p:txBody>
      </p:sp>
      <p:sp>
        <p:nvSpPr>
          <p:cNvPr id="27" name="文本框 26"/>
          <p:cNvSpPr txBox="1"/>
          <p:nvPr/>
        </p:nvSpPr>
        <p:spPr>
          <a:xfrm>
            <a:off x="9961239" y="2122194"/>
            <a:ext cx="1116000" cy="313932"/>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sz="1200" dirty="0">
                <a:solidFill>
                  <a:schemeClr val="tx1"/>
                </a:solidFill>
                <a:latin typeface="+mn-ea"/>
                <a:ea typeface="+mn-ea"/>
                <a:cs typeface="+mn-ea"/>
                <a:sym typeface="+mn-lt"/>
              </a:rPr>
              <a:t>职位职务</a:t>
            </a:r>
            <a:endParaRPr lang="zh-CN" altLang="en-US" sz="1200" dirty="0">
              <a:solidFill>
                <a:schemeClr val="tx1"/>
              </a:solidFill>
              <a:latin typeface="+mn-ea"/>
              <a:ea typeface="+mn-ea"/>
              <a:cs typeface="+mn-ea"/>
              <a:sym typeface="+mn-lt"/>
            </a:endParaRPr>
          </a:p>
        </p:txBody>
      </p:sp>
      <p:sp>
        <p:nvSpPr>
          <p:cNvPr id="28" name="文本框 27"/>
          <p:cNvSpPr txBox="1"/>
          <p:nvPr/>
        </p:nvSpPr>
        <p:spPr>
          <a:xfrm>
            <a:off x="4296007" y="4914430"/>
            <a:ext cx="1116000" cy="396583"/>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dirty="0">
                <a:solidFill>
                  <a:schemeClr val="accent1"/>
                </a:solidFill>
                <a:latin typeface="+mn-lt"/>
                <a:ea typeface="+mn-ea"/>
                <a:cs typeface="+mn-ea"/>
                <a:sym typeface="+mn-lt"/>
              </a:rPr>
              <a:t>中文姓名</a:t>
            </a:r>
          </a:p>
        </p:txBody>
      </p:sp>
      <p:sp>
        <p:nvSpPr>
          <p:cNvPr id="29" name="文本框 28"/>
          <p:cNvSpPr txBox="1"/>
          <p:nvPr/>
        </p:nvSpPr>
        <p:spPr>
          <a:xfrm>
            <a:off x="4296007" y="5249199"/>
            <a:ext cx="1116000" cy="313932"/>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sz="1200" dirty="0">
                <a:solidFill>
                  <a:schemeClr val="tx1"/>
                </a:solidFill>
                <a:latin typeface="+mn-ea"/>
                <a:ea typeface="+mn-ea"/>
                <a:cs typeface="+mn-ea"/>
                <a:sym typeface="+mn-lt"/>
              </a:rPr>
              <a:t>职位职务</a:t>
            </a:r>
          </a:p>
        </p:txBody>
      </p:sp>
      <p:sp>
        <p:nvSpPr>
          <p:cNvPr id="30" name="文本框 29"/>
          <p:cNvSpPr txBox="1"/>
          <p:nvPr/>
        </p:nvSpPr>
        <p:spPr>
          <a:xfrm>
            <a:off x="7825103" y="5448355"/>
            <a:ext cx="1116000" cy="396583"/>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dirty="0">
                <a:solidFill>
                  <a:schemeClr val="accent1"/>
                </a:solidFill>
                <a:latin typeface="+mn-lt"/>
                <a:ea typeface="+mn-ea"/>
                <a:cs typeface="+mn-ea"/>
                <a:sym typeface="+mn-lt"/>
              </a:rPr>
              <a:t>中文姓名</a:t>
            </a:r>
          </a:p>
        </p:txBody>
      </p:sp>
      <p:sp>
        <p:nvSpPr>
          <p:cNvPr id="31" name="文本框 30"/>
          <p:cNvSpPr txBox="1"/>
          <p:nvPr/>
        </p:nvSpPr>
        <p:spPr>
          <a:xfrm>
            <a:off x="7825103" y="5783124"/>
            <a:ext cx="1116000" cy="313932"/>
          </a:xfrm>
          <a:prstGeom prst="rect">
            <a:avLst/>
          </a:prstGeom>
          <a:noFill/>
        </p:spPr>
        <p:txBody>
          <a:bodyPr wrap="square" rtlCol="0">
            <a:spAutoFit/>
          </a:bodyPr>
          <a:lstStyle>
            <a:defPPr>
              <a:defRPr lang="zh-CN"/>
            </a:defPPr>
            <a:lvl1pPr>
              <a:lnSpc>
                <a:spcPct val="120000"/>
              </a:lnSpc>
              <a:defRPr>
                <a:solidFill>
                  <a:schemeClr val="tx1">
                    <a:lumMod val="75000"/>
                    <a:lumOff val="25000"/>
                  </a:schemeClr>
                </a:solidFill>
                <a:latin typeface="张海山锐线体简" panose="02000000000000000000" pitchFamily="2" charset="-122"/>
                <a:ea typeface="张海山锐线体简" panose="02000000000000000000" pitchFamily="2" charset="-122"/>
              </a:defRPr>
            </a:lvl1pPr>
          </a:lstStyle>
          <a:p>
            <a:pPr algn="ctr"/>
            <a:r>
              <a:rPr lang="zh-CN" altLang="en-US" sz="1200" dirty="0">
                <a:solidFill>
                  <a:schemeClr val="tx1"/>
                </a:solidFill>
                <a:latin typeface="+mn-ea"/>
                <a:ea typeface="+mn-ea"/>
                <a:cs typeface="+mn-ea"/>
                <a:sym typeface="+mn-lt"/>
              </a:rPr>
              <a:t>职位职务</a:t>
            </a:r>
            <a:endParaRPr lang="zh-CN" altLang="en-US" sz="1200" dirty="0">
              <a:solidFill>
                <a:schemeClr val="tx1"/>
              </a:solidFill>
              <a:latin typeface="+mn-ea"/>
              <a:ea typeface="+mn-ea"/>
              <a:cs typeface="+mn-ea"/>
              <a:sym typeface="+mn-lt"/>
            </a:endParaRPr>
          </a:p>
        </p:txBody>
      </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73169" y="4801280"/>
            <a:ext cx="1698030" cy="1698030"/>
          </a:xfrm>
          <a:prstGeom prst="ellipse">
            <a:avLst/>
          </a:prstGeom>
          <a:ln w="114300">
            <a:solidFill>
              <a:schemeClr val="bg1">
                <a:lumMod val="85000"/>
              </a:schemeClr>
            </a:solidFill>
          </a:ln>
        </p:spPr>
      </p:pic>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21076" y="2320048"/>
            <a:ext cx="1078417" cy="1078417"/>
          </a:xfrm>
          <a:prstGeom prst="ellipse">
            <a:avLst/>
          </a:prstGeom>
          <a:ln w="76200">
            <a:solidFill>
              <a:schemeClr val="bg1">
                <a:lumMod val="85000"/>
              </a:schemeClr>
            </a:solidFill>
          </a:ln>
        </p:spPr>
      </p:pic>
      <p:pic>
        <p:nvPicPr>
          <p:cNvPr id="34" name="图片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02267" y="1661638"/>
            <a:ext cx="1211436" cy="1211436"/>
          </a:xfrm>
          <a:prstGeom prst="ellipse">
            <a:avLst/>
          </a:prstGeom>
          <a:ln w="76200">
            <a:solidFill>
              <a:schemeClr val="bg1">
                <a:lumMod val="85000"/>
              </a:schemeClr>
            </a:solidFill>
          </a:ln>
        </p:spPr>
      </p:pic>
      <p:pic>
        <p:nvPicPr>
          <p:cNvPr id="35" name="图片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22232" y="4535031"/>
            <a:ext cx="1698030" cy="1698030"/>
          </a:xfrm>
          <a:prstGeom prst="ellipse">
            <a:avLst/>
          </a:prstGeom>
          <a:ln w="114300">
            <a:solidFill>
              <a:schemeClr val="bg1">
                <a:lumMod val="85000"/>
              </a:schemeClr>
            </a:solidFill>
          </a:ln>
        </p:spPr>
      </p:pic>
      <p:pic>
        <p:nvPicPr>
          <p:cNvPr id="36" name="图片 3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58369" y="2705970"/>
            <a:ext cx="1758109" cy="1758109"/>
          </a:xfrm>
          <a:prstGeom prst="ellipse">
            <a:avLst/>
          </a:prstGeom>
          <a:ln w="114300">
            <a:solidFill>
              <a:schemeClr val="bg1">
                <a:lumMod val="85000"/>
              </a:schemeClr>
            </a:solidFill>
          </a:ln>
        </p:spPr>
      </p:pic>
      <p:sp>
        <p:nvSpPr>
          <p:cNvPr id="37" name="椭圆 36"/>
          <p:cNvSpPr/>
          <p:nvPr/>
        </p:nvSpPr>
        <p:spPr>
          <a:xfrm>
            <a:off x="710044" y="4220919"/>
            <a:ext cx="139645" cy="139645"/>
          </a:xfrm>
          <a:prstGeom prst="ellipse">
            <a:avLst/>
          </a:prstGeom>
          <a:solidFill>
            <a:schemeClr val="accent1"/>
          </a:solidFill>
          <a:ln w="114300" cap="sq">
            <a:solidFill>
              <a:schemeClr val="accent1">
                <a:alpha val="20000"/>
              </a:schemeClr>
            </a:solidFill>
          </a:ln>
        </p:spPr>
        <p:txBody>
          <a:bodyPr vert="horz" wrap="square" lIns="91440" tIns="45720" rIns="91440" bIns="45720" numCol="1" anchor="t" anchorCtr="0" compatLnSpc="1">
            <a:prstTxWarp prst="textNoShape">
              <a:avLst/>
            </a:prstTxWarp>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cs typeface="+mn-ea"/>
              <a:sym typeface="+mn-lt"/>
            </a:endParaRPr>
          </a:p>
        </p:txBody>
      </p:sp>
    </p:spTree>
    <p:extLst>
      <p:ext uri="{BB962C8B-B14F-4D97-AF65-F5344CB8AC3E}">
        <p14:creationId xmlns:p14="http://schemas.microsoft.com/office/powerpoint/2010/main" val="5119493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1250"/>
                                        <p:tgtEl>
                                          <p:spTgt spid="1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1000"/>
                                        <p:tgtEl>
                                          <p:spTgt spid="1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750"/>
                                        <p:tgtEl>
                                          <p:spTgt spid="19"/>
                                        </p:tgtEl>
                                      </p:cBhvr>
                                    </p:animEffect>
                                  </p:childTnLst>
                                </p:cTn>
                              </p:par>
                              <p:par>
                                <p:cTn id="14" presetID="10" presetClass="entr" presetSubtype="0" fill="hold" nodeType="withEffect">
                                  <p:stCondLst>
                                    <p:cond delay="130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1101"/>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nodeType="withEffect">
                                  <p:stCondLst>
                                    <p:cond delay="130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10" presetClass="entr" presetSubtype="0" fill="hold" nodeType="withEffect">
                                  <p:stCondLst>
                                    <p:cond delay="70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10" presetClass="entr" presetSubtype="0" fill="hold" nodeType="withEffect">
                                  <p:stCondLst>
                                    <p:cond delay="1064"/>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grpId="0" nodeType="withEffect">
                                  <p:stCondLst>
                                    <p:cond delay="908"/>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971"/>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971"/>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par>
                                <p:cTn id="38" presetID="10" presetClass="entr" presetSubtype="0" fill="hold" grpId="0" nodeType="withEffect">
                                  <p:stCondLst>
                                    <p:cond delay="175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175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175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175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grpId="0" nodeType="withEffect">
                                  <p:stCondLst>
                                    <p:cond delay="175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par>
                                <p:cTn id="53" presetID="10" presetClass="entr" presetSubtype="0" fill="hold" grpId="0" nodeType="withEffect">
                                  <p:stCondLst>
                                    <p:cond delay="175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6" presetID="10" presetClass="entr" presetSubtype="0" fill="hold" grpId="0" nodeType="withEffect">
                                  <p:stCondLst>
                                    <p:cond delay="175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500"/>
                                        <p:tgtEl>
                                          <p:spTgt spid="30"/>
                                        </p:tgtEl>
                                      </p:cBhvr>
                                    </p:animEffect>
                                  </p:childTnLst>
                                </p:cTn>
                              </p:par>
                              <p:par>
                                <p:cTn id="59" presetID="10" presetClass="entr" presetSubtype="0" fill="hold" grpId="0" nodeType="withEffect">
                                  <p:stCondLst>
                                    <p:cond delay="175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par>
                                <p:cTn id="62" presetID="10" presetClass="entr" presetSubtype="0" fill="hold" grpId="0" nodeType="withEffect">
                                  <p:stCondLst>
                                    <p:cond delay="175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par>
                                <p:cTn id="65" presetID="10" presetClass="entr" presetSubtype="0" fill="hold" grpId="0" nodeType="withEffect">
                                  <p:stCondLst>
                                    <p:cond delay="175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p:bldP spid="23" grpId="0"/>
      <p:bldP spid="24" grpId="0"/>
      <p:bldP spid="25" grpId="0"/>
      <p:bldP spid="26" grpId="0"/>
      <p:bldP spid="27" grpId="0"/>
      <p:bldP spid="28" grpId="0"/>
      <p:bldP spid="29" grpId="0"/>
      <p:bldP spid="30" grpId="0"/>
      <p:bldP spid="31" grpId="0"/>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企业荣誉展示</a:t>
            </a:r>
          </a:p>
        </p:txBody>
      </p:sp>
      <p:sp>
        <p:nvSpPr>
          <p:cNvPr id="3" name="文本占位符 2"/>
          <p:cNvSpPr>
            <a:spLocks noGrp="1"/>
          </p:cNvSpPr>
          <p:nvPr>
            <p:ph type="body" sz="quarter" idx="10"/>
          </p:nvPr>
        </p:nvSpPr>
        <p:spPr/>
        <p:txBody>
          <a:bodyPr/>
          <a:lstStyle/>
          <a:p>
            <a:r>
              <a:rPr lang="en-US" altLang="zh-CN" dirty="0" smtClean="0"/>
              <a:t>COMPANY HONOR</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1580" y="4410359"/>
            <a:ext cx="2532413" cy="1771472"/>
          </a:xfrm>
          <a:prstGeom prst="rect">
            <a:avLst/>
          </a:prstGeom>
          <a:effectLst>
            <a:outerShdw blurRad="101600" dist="38100" dir="5400000" algn="t" rotWithShape="0">
              <a:prstClr val="black">
                <a:alpha val="20000"/>
              </a:prstClr>
            </a:outerShdw>
          </a:effectLst>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005" y="4410359"/>
            <a:ext cx="2532413" cy="1771472"/>
          </a:xfrm>
          <a:prstGeom prst="rect">
            <a:avLst/>
          </a:prstGeom>
          <a:effectLst>
            <a:outerShdw blurRad="101600" dist="38100" dir="5400000" algn="t" rotWithShape="0">
              <a:prstClr val="black">
                <a:alpha val="20000"/>
              </a:prstClr>
            </a:outerShdw>
          </a:effectLst>
        </p:spPr>
      </p:pic>
      <p:sp>
        <p:nvSpPr>
          <p:cNvPr id="6" name="文本框 5"/>
          <p:cNvSpPr txBox="1"/>
          <p:nvPr/>
        </p:nvSpPr>
        <p:spPr>
          <a:xfrm>
            <a:off x="3699053" y="1309574"/>
            <a:ext cx="4793894" cy="615553"/>
          </a:xfrm>
          <a:prstGeom prst="rect">
            <a:avLst/>
          </a:prstGeom>
          <a:noFill/>
        </p:spPr>
        <p:txBody>
          <a:bodyPr wrap="square" lIns="0" tIns="0" rIns="0" bIns="0" rtlCol="0">
            <a:spAutoFit/>
          </a:bodyPr>
          <a:lstStyle/>
          <a:p>
            <a:pPr algn="dist"/>
            <a:r>
              <a:rPr lang="en-US" altLang="zh-CN" sz="4000" b="1" dirty="0" smtClean="0">
                <a:solidFill>
                  <a:schemeClr val="bg1">
                    <a:lumMod val="85000"/>
                  </a:schemeClr>
                </a:solidFill>
              </a:rPr>
              <a:t>HONOR</a:t>
            </a:r>
            <a:endParaRPr lang="en-US" altLang="zh-CN" sz="4000" b="1" dirty="0">
              <a:solidFill>
                <a:schemeClr val="bg1">
                  <a:lumMod val="85000"/>
                </a:schemeClr>
              </a:solidFill>
            </a:endParaRPr>
          </a:p>
        </p:txBody>
      </p:sp>
      <p:sp>
        <p:nvSpPr>
          <p:cNvPr id="7" name="文本框 6"/>
          <p:cNvSpPr txBox="1"/>
          <p:nvPr/>
        </p:nvSpPr>
        <p:spPr>
          <a:xfrm>
            <a:off x="695999" y="2220622"/>
            <a:ext cx="10800000" cy="608243"/>
          </a:xfrm>
          <a:prstGeom prst="rect">
            <a:avLst/>
          </a:prstGeom>
          <a:noFill/>
        </p:spPr>
        <p:txBody>
          <a:bodyPr wrap="square" lIns="0" tIns="0" rIns="0" bIns="0" rtlCol="0">
            <a:spAutoFit/>
          </a:bodyPr>
          <a:lstStyle/>
          <a:p>
            <a:pPr algn="ctr">
              <a:lnSpc>
                <a:spcPct val="150000"/>
              </a:lnSpc>
              <a:tabLst>
                <a:tab pos="3767138" algn="l"/>
              </a:tabLst>
            </a:pPr>
            <a:r>
              <a:rPr lang="zh-CN" altLang="en-US" sz="1400" dirty="0"/>
              <a:t>点击此处输入文字描述内容，文字描述内容可以是与此小标题或者与此图形所相关的内容说明介绍、数据统计分析、事件过程分析、归纳总结概述等</a:t>
            </a:r>
            <a:r>
              <a:rPr lang="zh-CN" altLang="en-US" sz="1400" dirty="0" smtClean="0"/>
              <a:t>。点击</a:t>
            </a:r>
            <a:r>
              <a:rPr lang="zh-CN" altLang="en-US" sz="1400" dirty="0"/>
              <a:t>此处输入与此小标题或图形相关的文字描述内容或数据分析。</a:t>
            </a:r>
          </a:p>
        </p:txBody>
      </p:sp>
      <p:grpSp>
        <p:nvGrpSpPr>
          <p:cNvPr id="8" name="组合 7"/>
          <p:cNvGrpSpPr/>
          <p:nvPr/>
        </p:nvGrpSpPr>
        <p:grpSpPr>
          <a:xfrm>
            <a:off x="1007742" y="3419855"/>
            <a:ext cx="1912938" cy="481936"/>
            <a:chOff x="950977" y="2909084"/>
            <a:chExt cx="1912938" cy="481936"/>
          </a:xfrm>
        </p:grpSpPr>
        <p:sp>
          <p:nvSpPr>
            <p:cNvPr id="9" name="Freeform 5"/>
            <p:cNvSpPr>
              <a:spLocks/>
            </p:cNvSpPr>
            <p:nvPr/>
          </p:nvSpPr>
          <p:spPr bwMode="auto">
            <a:xfrm flipH="1">
              <a:off x="950977" y="2964655"/>
              <a:ext cx="184997" cy="426365"/>
            </a:xfrm>
            <a:custGeom>
              <a:avLst/>
              <a:gdLst>
                <a:gd name="T0" fmla="*/ 309 w 347"/>
                <a:gd name="T1" fmla="*/ 390 h 804"/>
                <a:gd name="T2" fmla="*/ 263 w 347"/>
                <a:gd name="T3" fmla="*/ 517 h 804"/>
                <a:gd name="T4" fmla="*/ 343 w 347"/>
                <a:gd name="T5" fmla="*/ 421 h 804"/>
                <a:gd name="T6" fmla="*/ 306 w 347"/>
                <a:gd name="T7" fmla="*/ 506 h 804"/>
                <a:gd name="T8" fmla="*/ 221 w 347"/>
                <a:gd name="T9" fmla="*/ 623 h 804"/>
                <a:gd name="T10" fmla="*/ 254 w 347"/>
                <a:gd name="T11" fmla="*/ 583 h 804"/>
                <a:gd name="T12" fmla="*/ 269 w 347"/>
                <a:gd name="T13" fmla="*/ 629 h 804"/>
                <a:gd name="T14" fmla="*/ 158 w 347"/>
                <a:gd name="T15" fmla="*/ 706 h 804"/>
                <a:gd name="T16" fmla="*/ 203 w 347"/>
                <a:gd name="T17" fmla="*/ 679 h 804"/>
                <a:gd name="T18" fmla="*/ 188 w 347"/>
                <a:gd name="T19" fmla="*/ 729 h 804"/>
                <a:gd name="T20" fmla="*/ 73 w 347"/>
                <a:gd name="T21" fmla="*/ 765 h 804"/>
                <a:gd name="T22" fmla="*/ 187 w 347"/>
                <a:gd name="T23" fmla="*/ 771 h 804"/>
                <a:gd name="T24" fmla="*/ 78 w 347"/>
                <a:gd name="T25" fmla="*/ 775 h 804"/>
                <a:gd name="T26" fmla="*/ 7 w 347"/>
                <a:gd name="T27" fmla="*/ 776 h 804"/>
                <a:gd name="T28" fmla="*/ 122 w 347"/>
                <a:gd name="T29" fmla="*/ 646 h 804"/>
                <a:gd name="T30" fmla="*/ 85 w 347"/>
                <a:gd name="T31" fmla="*/ 747 h 804"/>
                <a:gd name="T32" fmla="*/ 150 w 347"/>
                <a:gd name="T33" fmla="*/ 705 h 804"/>
                <a:gd name="T34" fmla="*/ 178 w 347"/>
                <a:gd name="T35" fmla="*/ 565 h 804"/>
                <a:gd name="T36" fmla="*/ 161 w 347"/>
                <a:gd name="T37" fmla="*/ 688 h 804"/>
                <a:gd name="T38" fmla="*/ 210 w 347"/>
                <a:gd name="T39" fmla="*/ 607 h 804"/>
                <a:gd name="T40" fmla="*/ 230 w 347"/>
                <a:gd name="T41" fmla="*/ 561 h 804"/>
                <a:gd name="T42" fmla="*/ 224 w 347"/>
                <a:gd name="T43" fmla="*/ 606 h 804"/>
                <a:gd name="T44" fmla="*/ 215 w 347"/>
                <a:gd name="T45" fmla="*/ 460 h 804"/>
                <a:gd name="T46" fmla="*/ 244 w 347"/>
                <a:gd name="T47" fmla="*/ 435 h 804"/>
                <a:gd name="T48" fmla="*/ 262 w 347"/>
                <a:gd name="T49" fmla="*/ 483 h 804"/>
                <a:gd name="T50" fmla="*/ 196 w 347"/>
                <a:gd name="T51" fmla="*/ 300 h 804"/>
                <a:gd name="T52" fmla="*/ 240 w 347"/>
                <a:gd name="T53" fmla="*/ 331 h 804"/>
                <a:gd name="T54" fmla="*/ 268 w 347"/>
                <a:gd name="T55" fmla="*/ 389 h 804"/>
                <a:gd name="T56" fmla="*/ 163 w 347"/>
                <a:gd name="T57" fmla="*/ 217 h 804"/>
                <a:gd name="T58" fmla="*/ 216 w 347"/>
                <a:gd name="T59" fmla="*/ 236 h 804"/>
                <a:gd name="T60" fmla="*/ 252 w 347"/>
                <a:gd name="T61" fmla="*/ 287 h 804"/>
                <a:gd name="T62" fmla="*/ 118 w 347"/>
                <a:gd name="T63" fmla="*/ 152 h 804"/>
                <a:gd name="T64" fmla="*/ 216 w 347"/>
                <a:gd name="T65" fmla="*/ 195 h 804"/>
                <a:gd name="T66" fmla="*/ 85 w 347"/>
                <a:gd name="T67" fmla="*/ 116 h 804"/>
                <a:gd name="T68" fmla="*/ 122 w 347"/>
                <a:gd name="T69" fmla="*/ 93 h 804"/>
                <a:gd name="T70" fmla="*/ 123 w 347"/>
                <a:gd name="T71" fmla="*/ 74 h 804"/>
                <a:gd name="T72" fmla="*/ 43 w 347"/>
                <a:gd name="T73" fmla="*/ 0 h 804"/>
                <a:gd name="T74" fmla="*/ 123 w 347"/>
                <a:gd name="T75" fmla="*/ 70 h 804"/>
                <a:gd name="T76" fmla="*/ 180 w 347"/>
                <a:gd name="T77" fmla="*/ 124 h 804"/>
                <a:gd name="T78" fmla="*/ 168 w 347"/>
                <a:gd name="T79" fmla="*/ 24 h 804"/>
                <a:gd name="T80" fmla="*/ 191 w 347"/>
                <a:gd name="T81" fmla="*/ 147 h 804"/>
                <a:gd name="T82" fmla="*/ 233 w 347"/>
                <a:gd name="T83" fmla="*/ 211 h 804"/>
                <a:gd name="T84" fmla="*/ 235 w 347"/>
                <a:gd name="T85" fmla="*/ 91 h 804"/>
                <a:gd name="T86" fmla="*/ 240 w 347"/>
                <a:gd name="T87" fmla="*/ 236 h 804"/>
                <a:gd name="T88" fmla="*/ 259 w 347"/>
                <a:gd name="T89" fmla="*/ 260 h 804"/>
                <a:gd name="T90" fmla="*/ 294 w 347"/>
                <a:gd name="T91" fmla="*/ 277 h 804"/>
                <a:gd name="T92" fmla="*/ 274 w 347"/>
                <a:gd name="T93" fmla="*/ 411 h 804"/>
                <a:gd name="T94" fmla="*/ 281 w 347"/>
                <a:gd name="T95" fmla="*/ 358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7" h="804">
                  <a:moveTo>
                    <a:pt x="330" y="290"/>
                  </a:moveTo>
                  <a:cubicBezTo>
                    <a:pt x="330" y="292"/>
                    <a:pt x="331" y="294"/>
                    <a:pt x="331" y="295"/>
                  </a:cubicBezTo>
                  <a:cubicBezTo>
                    <a:pt x="333" y="319"/>
                    <a:pt x="329" y="341"/>
                    <a:pt x="321" y="363"/>
                  </a:cubicBezTo>
                  <a:cubicBezTo>
                    <a:pt x="318" y="373"/>
                    <a:pt x="314" y="382"/>
                    <a:pt x="309" y="390"/>
                  </a:cubicBezTo>
                  <a:cubicBezTo>
                    <a:pt x="303" y="401"/>
                    <a:pt x="294" y="409"/>
                    <a:pt x="282" y="412"/>
                  </a:cubicBezTo>
                  <a:cubicBezTo>
                    <a:pt x="280" y="412"/>
                    <a:pt x="279" y="413"/>
                    <a:pt x="278" y="414"/>
                  </a:cubicBezTo>
                  <a:cubicBezTo>
                    <a:pt x="276" y="420"/>
                    <a:pt x="273" y="425"/>
                    <a:pt x="273" y="430"/>
                  </a:cubicBezTo>
                  <a:cubicBezTo>
                    <a:pt x="272" y="459"/>
                    <a:pt x="270" y="488"/>
                    <a:pt x="263" y="517"/>
                  </a:cubicBezTo>
                  <a:cubicBezTo>
                    <a:pt x="262" y="518"/>
                    <a:pt x="262" y="519"/>
                    <a:pt x="263" y="520"/>
                  </a:cubicBezTo>
                  <a:cubicBezTo>
                    <a:pt x="264" y="518"/>
                    <a:pt x="265" y="517"/>
                    <a:pt x="265" y="515"/>
                  </a:cubicBezTo>
                  <a:cubicBezTo>
                    <a:pt x="269" y="496"/>
                    <a:pt x="275" y="478"/>
                    <a:pt x="287" y="463"/>
                  </a:cubicBezTo>
                  <a:cubicBezTo>
                    <a:pt x="302" y="444"/>
                    <a:pt x="319" y="429"/>
                    <a:pt x="343" y="421"/>
                  </a:cubicBezTo>
                  <a:cubicBezTo>
                    <a:pt x="343" y="420"/>
                    <a:pt x="344" y="420"/>
                    <a:pt x="344" y="420"/>
                  </a:cubicBezTo>
                  <a:cubicBezTo>
                    <a:pt x="345" y="420"/>
                    <a:pt x="345" y="420"/>
                    <a:pt x="346" y="420"/>
                  </a:cubicBezTo>
                  <a:cubicBezTo>
                    <a:pt x="346" y="424"/>
                    <a:pt x="347" y="427"/>
                    <a:pt x="346" y="431"/>
                  </a:cubicBezTo>
                  <a:cubicBezTo>
                    <a:pt x="339" y="459"/>
                    <a:pt x="327" y="485"/>
                    <a:pt x="306" y="506"/>
                  </a:cubicBezTo>
                  <a:cubicBezTo>
                    <a:pt x="296" y="516"/>
                    <a:pt x="285" y="522"/>
                    <a:pt x="270" y="521"/>
                  </a:cubicBezTo>
                  <a:cubicBezTo>
                    <a:pt x="269" y="521"/>
                    <a:pt x="266" y="522"/>
                    <a:pt x="266" y="523"/>
                  </a:cubicBezTo>
                  <a:cubicBezTo>
                    <a:pt x="263" y="528"/>
                    <a:pt x="259" y="532"/>
                    <a:pt x="257" y="538"/>
                  </a:cubicBezTo>
                  <a:cubicBezTo>
                    <a:pt x="248" y="567"/>
                    <a:pt x="236" y="596"/>
                    <a:pt x="221" y="623"/>
                  </a:cubicBezTo>
                  <a:cubicBezTo>
                    <a:pt x="220" y="624"/>
                    <a:pt x="219" y="626"/>
                    <a:pt x="218" y="628"/>
                  </a:cubicBezTo>
                  <a:cubicBezTo>
                    <a:pt x="219" y="628"/>
                    <a:pt x="219" y="628"/>
                    <a:pt x="220" y="629"/>
                  </a:cubicBezTo>
                  <a:cubicBezTo>
                    <a:pt x="222" y="626"/>
                    <a:pt x="224" y="624"/>
                    <a:pt x="225" y="622"/>
                  </a:cubicBezTo>
                  <a:cubicBezTo>
                    <a:pt x="232" y="608"/>
                    <a:pt x="241" y="594"/>
                    <a:pt x="254" y="583"/>
                  </a:cubicBezTo>
                  <a:cubicBezTo>
                    <a:pt x="272" y="568"/>
                    <a:pt x="293" y="559"/>
                    <a:pt x="318" y="560"/>
                  </a:cubicBezTo>
                  <a:cubicBezTo>
                    <a:pt x="325" y="560"/>
                    <a:pt x="325" y="560"/>
                    <a:pt x="323" y="567"/>
                  </a:cubicBezTo>
                  <a:cubicBezTo>
                    <a:pt x="319" y="578"/>
                    <a:pt x="313" y="588"/>
                    <a:pt x="306" y="597"/>
                  </a:cubicBezTo>
                  <a:cubicBezTo>
                    <a:pt x="296" y="609"/>
                    <a:pt x="285" y="622"/>
                    <a:pt x="269" y="629"/>
                  </a:cubicBezTo>
                  <a:cubicBezTo>
                    <a:pt x="255" y="636"/>
                    <a:pt x="241" y="639"/>
                    <a:pt x="226" y="632"/>
                  </a:cubicBezTo>
                  <a:cubicBezTo>
                    <a:pt x="225" y="631"/>
                    <a:pt x="224" y="631"/>
                    <a:pt x="223" y="631"/>
                  </a:cubicBezTo>
                  <a:cubicBezTo>
                    <a:pt x="219" y="635"/>
                    <a:pt x="213" y="637"/>
                    <a:pt x="210" y="641"/>
                  </a:cubicBezTo>
                  <a:cubicBezTo>
                    <a:pt x="195" y="665"/>
                    <a:pt x="178" y="686"/>
                    <a:pt x="158" y="706"/>
                  </a:cubicBezTo>
                  <a:cubicBezTo>
                    <a:pt x="157" y="707"/>
                    <a:pt x="157" y="708"/>
                    <a:pt x="156" y="709"/>
                  </a:cubicBezTo>
                  <a:cubicBezTo>
                    <a:pt x="156" y="709"/>
                    <a:pt x="156" y="709"/>
                    <a:pt x="156" y="712"/>
                  </a:cubicBezTo>
                  <a:cubicBezTo>
                    <a:pt x="159" y="709"/>
                    <a:pt x="161" y="708"/>
                    <a:pt x="163" y="706"/>
                  </a:cubicBezTo>
                  <a:cubicBezTo>
                    <a:pt x="174" y="694"/>
                    <a:pt x="187" y="684"/>
                    <a:pt x="203" y="679"/>
                  </a:cubicBezTo>
                  <a:cubicBezTo>
                    <a:pt x="227" y="672"/>
                    <a:pt x="251" y="674"/>
                    <a:pt x="274" y="684"/>
                  </a:cubicBezTo>
                  <a:cubicBezTo>
                    <a:pt x="275" y="685"/>
                    <a:pt x="275" y="685"/>
                    <a:pt x="277" y="686"/>
                  </a:cubicBezTo>
                  <a:cubicBezTo>
                    <a:pt x="274" y="690"/>
                    <a:pt x="271" y="694"/>
                    <a:pt x="267" y="698"/>
                  </a:cubicBezTo>
                  <a:cubicBezTo>
                    <a:pt x="245" y="717"/>
                    <a:pt x="219" y="730"/>
                    <a:pt x="188" y="729"/>
                  </a:cubicBezTo>
                  <a:cubicBezTo>
                    <a:pt x="179" y="729"/>
                    <a:pt x="171" y="725"/>
                    <a:pt x="164" y="719"/>
                  </a:cubicBezTo>
                  <a:cubicBezTo>
                    <a:pt x="158" y="714"/>
                    <a:pt x="151" y="714"/>
                    <a:pt x="144" y="719"/>
                  </a:cubicBezTo>
                  <a:cubicBezTo>
                    <a:pt x="127" y="735"/>
                    <a:pt x="108" y="748"/>
                    <a:pt x="87" y="758"/>
                  </a:cubicBezTo>
                  <a:cubicBezTo>
                    <a:pt x="73" y="765"/>
                    <a:pt x="73" y="765"/>
                    <a:pt x="73" y="765"/>
                  </a:cubicBezTo>
                  <a:cubicBezTo>
                    <a:pt x="74" y="766"/>
                    <a:pt x="74" y="766"/>
                    <a:pt x="74" y="767"/>
                  </a:cubicBezTo>
                  <a:cubicBezTo>
                    <a:pt x="76" y="766"/>
                    <a:pt x="78" y="766"/>
                    <a:pt x="80" y="765"/>
                  </a:cubicBezTo>
                  <a:cubicBezTo>
                    <a:pt x="91" y="759"/>
                    <a:pt x="103" y="753"/>
                    <a:pt x="116" y="752"/>
                  </a:cubicBezTo>
                  <a:cubicBezTo>
                    <a:pt x="142" y="748"/>
                    <a:pt x="165" y="757"/>
                    <a:pt x="187" y="771"/>
                  </a:cubicBezTo>
                  <a:cubicBezTo>
                    <a:pt x="190" y="774"/>
                    <a:pt x="194" y="777"/>
                    <a:pt x="198" y="780"/>
                  </a:cubicBezTo>
                  <a:cubicBezTo>
                    <a:pt x="194" y="784"/>
                    <a:pt x="190" y="787"/>
                    <a:pt x="185" y="789"/>
                  </a:cubicBezTo>
                  <a:cubicBezTo>
                    <a:pt x="161" y="800"/>
                    <a:pt x="135" y="804"/>
                    <a:pt x="108" y="796"/>
                  </a:cubicBezTo>
                  <a:cubicBezTo>
                    <a:pt x="95" y="793"/>
                    <a:pt x="84" y="786"/>
                    <a:pt x="78" y="775"/>
                  </a:cubicBezTo>
                  <a:cubicBezTo>
                    <a:pt x="76" y="770"/>
                    <a:pt x="66" y="768"/>
                    <a:pt x="61" y="770"/>
                  </a:cubicBezTo>
                  <a:cubicBezTo>
                    <a:pt x="43" y="777"/>
                    <a:pt x="25" y="781"/>
                    <a:pt x="6" y="784"/>
                  </a:cubicBezTo>
                  <a:cubicBezTo>
                    <a:pt x="5" y="784"/>
                    <a:pt x="3" y="784"/>
                    <a:pt x="1" y="784"/>
                  </a:cubicBezTo>
                  <a:cubicBezTo>
                    <a:pt x="0" y="780"/>
                    <a:pt x="2" y="777"/>
                    <a:pt x="7" y="776"/>
                  </a:cubicBezTo>
                  <a:cubicBezTo>
                    <a:pt x="25" y="773"/>
                    <a:pt x="44" y="768"/>
                    <a:pt x="61" y="761"/>
                  </a:cubicBezTo>
                  <a:cubicBezTo>
                    <a:pt x="70" y="758"/>
                    <a:pt x="74" y="752"/>
                    <a:pt x="72" y="743"/>
                  </a:cubicBezTo>
                  <a:cubicBezTo>
                    <a:pt x="70" y="724"/>
                    <a:pt x="74" y="706"/>
                    <a:pt x="82" y="689"/>
                  </a:cubicBezTo>
                  <a:cubicBezTo>
                    <a:pt x="91" y="671"/>
                    <a:pt x="105" y="656"/>
                    <a:pt x="122" y="646"/>
                  </a:cubicBezTo>
                  <a:cubicBezTo>
                    <a:pt x="124" y="645"/>
                    <a:pt x="125" y="644"/>
                    <a:pt x="128" y="643"/>
                  </a:cubicBezTo>
                  <a:cubicBezTo>
                    <a:pt x="127" y="647"/>
                    <a:pt x="127" y="649"/>
                    <a:pt x="127" y="652"/>
                  </a:cubicBezTo>
                  <a:cubicBezTo>
                    <a:pt x="123" y="672"/>
                    <a:pt x="121" y="693"/>
                    <a:pt x="114" y="713"/>
                  </a:cubicBezTo>
                  <a:cubicBezTo>
                    <a:pt x="109" y="728"/>
                    <a:pt x="100" y="739"/>
                    <a:pt x="85" y="747"/>
                  </a:cubicBezTo>
                  <a:cubicBezTo>
                    <a:pt x="83" y="748"/>
                    <a:pt x="81" y="749"/>
                    <a:pt x="79" y="749"/>
                  </a:cubicBezTo>
                  <a:cubicBezTo>
                    <a:pt x="75" y="749"/>
                    <a:pt x="74" y="751"/>
                    <a:pt x="74" y="756"/>
                  </a:cubicBezTo>
                  <a:cubicBezTo>
                    <a:pt x="76" y="755"/>
                    <a:pt x="77" y="755"/>
                    <a:pt x="78" y="754"/>
                  </a:cubicBezTo>
                  <a:cubicBezTo>
                    <a:pt x="105" y="742"/>
                    <a:pt x="129" y="726"/>
                    <a:pt x="150" y="705"/>
                  </a:cubicBezTo>
                  <a:cubicBezTo>
                    <a:pt x="156" y="700"/>
                    <a:pt x="155" y="692"/>
                    <a:pt x="152" y="686"/>
                  </a:cubicBezTo>
                  <a:cubicBezTo>
                    <a:pt x="142" y="659"/>
                    <a:pt x="144" y="632"/>
                    <a:pt x="153" y="605"/>
                  </a:cubicBezTo>
                  <a:cubicBezTo>
                    <a:pt x="158" y="592"/>
                    <a:pt x="165" y="579"/>
                    <a:pt x="175" y="568"/>
                  </a:cubicBezTo>
                  <a:cubicBezTo>
                    <a:pt x="176" y="567"/>
                    <a:pt x="177" y="566"/>
                    <a:pt x="178" y="565"/>
                  </a:cubicBezTo>
                  <a:cubicBezTo>
                    <a:pt x="179" y="572"/>
                    <a:pt x="180" y="579"/>
                    <a:pt x="181" y="586"/>
                  </a:cubicBezTo>
                  <a:cubicBezTo>
                    <a:pt x="182" y="599"/>
                    <a:pt x="184" y="612"/>
                    <a:pt x="185" y="625"/>
                  </a:cubicBezTo>
                  <a:cubicBezTo>
                    <a:pt x="186" y="643"/>
                    <a:pt x="184" y="661"/>
                    <a:pt x="173" y="676"/>
                  </a:cubicBezTo>
                  <a:cubicBezTo>
                    <a:pt x="170" y="680"/>
                    <a:pt x="166" y="685"/>
                    <a:pt x="161" y="688"/>
                  </a:cubicBezTo>
                  <a:cubicBezTo>
                    <a:pt x="157" y="691"/>
                    <a:pt x="156" y="694"/>
                    <a:pt x="157" y="699"/>
                  </a:cubicBezTo>
                  <a:cubicBezTo>
                    <a:pt x="162" y="693"/>
                    <a:pt x="167" y="689"/>
                    <a:pt x="171" y="684"/>
                  </a:cubicBezTo>
                  <a:cubicBezTo>
                    <a:pt x="187" y="666"/>
                    <a:pt x="201" y="647"/>
                    <a:pt x="212" y="626"/>
                  </a:cubicBezTo>
                  <a:cubicBezTo>
                    <a:pt x="216" y="620"/>
                    <a:pt x="214" y="612"/>
                    <a:pt x="210" y="607"/>
                  </a:cubicBezTo>
                  <a:cubicBezTo>
                    <a:pt x="184" y="568"/>
                    <a:pt x="184" y="527"/>
                    <a:pt x="201" y="485"/>
                  </a:cubicBezTo>
                  <a:cubicBezTo>
                    <a:pt x="202" y="484"/>
                    <a:pt x="202" y="483"/>
                    <a:pt x="203" y="482"/>
                  </a:cubicBezTo>
                  <a:cubicBezTo>
                    <a:pt x="203" y="482"/>
                    <a:pt x="203" y="482"/>
                    <a:pt x="204" y="482"/>
                  </a:cubicBezTo>
                  <a:cubicBezTo>
                    <a:pt x="214" y="508"/>
                    <a:pt x="227" y="533"/>
                    <a:pt x="230" y="561"/>
                  </a:cubicBezTo>
                  <a:cubicBezTo>
                    <a:pt x="231" y="578"/>
                    <a:pt x="229" y="594"/>
                    <a:pt x="217" y="608"/>
                  </a:cubicBezTo>
                  <a:cubicBezTo>
                    <a:pt x="216" y="609"/>
                    <a:pt x="216" y="613"/>
                    <a:pt x="216" y="616"/>
                  </a:cubicBezTo>
                  <a:cubicBezTo>
                    <a:pt x="217" y="616"/>
                    <a:pt x="217" y="616"/>
                    <a:pt x="218" y="616"/>
                  </a:cubicBezTo>
                  <a:cubicBezTo>
                    <a:pt x="224" y="606"/>
                    <a:pt x="224" y="606"/>
                    <a:pt x="224" y="606"/>
                  </a:cubicBezTo>
                  <a:cubicBezTo>
                    <a:pt x="237" y="578"/>
                    <a:pt x="247" y="550"/>
                    <a:pt x="254" y="520"/>
                  </a:cubicBezTo>
                  <a:cubicBezTo>
                    <a:pt x="255" y="519"/>
                    <a:pt x="255" y="517"/>
                    <a:pt x="255" y="516"/>
                  </a:cubicBezTo>
                  <a:cubicBezTo>
                    <a:pt x="252" y="510"/>
                    <a:pt x="250" y="503"/>
                    <a:pt x="242" y="498"/>
                  </a:cubicBezTo>
                  <a:cubicBezTo>
                    <a:pt x="229" y="489"/>
                    <a:pt x="221" y="475"/>
                    <a:pt x="215" y="460"/>
                  </a:cubicBezTo>
                  <a:cubicBezTo>
                    <a:pt x="204" y="436"/>
                    <a:pt x="203" y="412"/>
                    <a:pt x="206" y="387"/>
                  </a:cubicBezTo>
                  <a:cubicBezTo>
                    <a:pt x="206" y="386"/>
                    <a:pt x="207" y="386"/>
                    <a:pt x="207" y="385"/>
                  </a:cubicBezTo>
                  <a:cubicBezTo>
                    <a:pt x="208" y="385"/>
                    <a:pt x="208" y="385"/>
                    <a:pt x="208" y="386"/>
                  </a:cubicBezTo>
                  <a:cubicBezTo>
                    <a:pt x="220" y="402"/>
                    <a:pt x="233" y="418"/>
                    <a:pt x="244" y="435"/>
                  </a:cubicBezTo>
                  <a:cubicBezTo>
                    <a:pt x="255" y="451"/>
                    <a:pt x="261" y="468"/>
                    <a:pt x="258" y="488"/>
                  </a:cubicBezTo>
                  <a:cubicBezTo>
                    <a:pt x="258" y="492"/>
                    <a:pt x="257" y="496"/>
                    <a:pt x="255" y="499"/>
                  </a:cubicBezTo>
                  <a:cubicBezTo>
                    <a:pt x="252" y="504"/>
                    <a:pt x="254" y="507"/>
                    <a:pt x="257" y="512"/>
                  </a:cubicBezTo>
                  <a:cubicBezTo>
                    <a:pt x="259" y="501"/>
                    <a:pt x="261" y="492"/>
                    <a:pt x="262" y="483"/>
                  </a:cubicBezTo>
                  <a:cubicBezTo>
                    <a:pt x="265" y="460"/>
                    <a:pt x="266" y="437"/>
                    <a:pt x="268" y="414"/>
                  </a:cubicBezTo>
                  <a:cubicBezTo>
                    <a:pt x="268" y="409"/>
                    <a:pt x="261" y="398"/>
                    <a:pt x="257" y="397"/>
                  </a:cubicBezTo>
                  <a:cubicBezTo>
                    <a:pt x="237" y="391"/>
                    <a:pt x="224" y="376"/>
                    <a:pt x="213" y="359"/>
                  </a:cubicBezTo>
                  <a:cubicBezTo>
                    <a:pt x="202" y="340"/>
                    <a:pt x="197" y="321"/>
                    <a:pt x="196" y="300"/>
                  </a:cubicBezTo>
                  <a:cubicBezTo>
                    <a:pt x="196" y="296"/>
                    <a:pt x="196" y="296"/>
                    <a:pt x="196" y="296"/>
                  </a:cubicBezTo>
                  <a:cubicBezTo>
                    <a:pt x="196" y="296"/>
                    <a:pt x="196" y="295"/>
                    <a:pt x="196" y="294"/>
                  </a:cubicBezTo>
                  <a:cubicBezTo>
                    <a:pt x="199" y="297"/>
                    <a:pt x="202" y="299"/>
                    <a:pt x="204" y="301"/>
                  </a:cubicBezTo>
                  <a:cubicBezTo>
                    <a:pt x="216" y="311"/>
                    <a:pt x="228" y="320"/>
                    <a:pt x="240" y="331"/>
                  </a:cubicBezTo>
                  <a:cubicBezTo>
                    <a:pt x="253" y="343"/>
                    <a:pt x="262" y="359"/>
                    <a:pt x="263" y="378"/>
                  </a:cubicBezTo>
                  <a:cubicBezTo>
                    <a:pt x="263" y="383"/>
                    <a:pt x="263" y="388"/>
                    <a:pt x="262" y="392"/>
                  </a:cubicBezTo>
                  <a:cubicBezTo>
                    <a:pt x="261" y="397"/>
                    <a:pt x="264" y="399"/>
                    <a:pt x="268" y="402"/>
                  </a:cubicBezTo>
                  <a:cubicBezTo>
                    <a:pt x="268" y="397"/>
                    <a:pt x="268" y="393"/>
                    <a:pt x="268" y="389"/>
                  </a:cubicBezTo>
                  <a:cubicBezTo>
                    <a:pt x="266" y="360"/>
                    <a:pt x="262" y="331"/>
                    <a:pt x="255" y="303"/>
                  </a:cubicBezTo>
                  <a:cubicBezTo>
                    <a:pt x="254" y="295"/>
                    <a:pt x="247" y="289"/>
                    <a:pt x="238" y="289"/>
                  </a:cubicBezTo>
                  <a:cubicBezTo>
                    <a:pt x="220" y="289"/>
                    <a:pt x="206" y="280"/>
                    <a:pt x="193" y="268"/>
                  </a:cubicBezTo>
                  <a:cubicBezTo>
                    <a:pt x="178" y="254"/>
                    <a:pt x="169" y="236"/>
                    <a:pt x="163" y="217"/>
                  </a:cubicBezTo>
                  <a:cubicBezTo>
                    <a:pt x="163" y="217"/>
                    <a:pt x="163" y="216"/>
                    <a:pt x="163" y="215"/>
                  </a:cubicBezTo>
                  <a:cubicBezTo>
                    <a:pt x="163" y="215"/>
                    <a:pt x="163" y="215"/>
                    <a:pt x="163" y="215"/>
                  </a:cubicBezTo>
                  <a:cubicBezTo>
                    <a:pt x="163" y="215"/>
                    <a:pt x="164" y="214"/>
                    <a:pt x="164" y="214"/>
                  </a:cubicBezTo>
                  <a:cubicBezTo>
                    <a:pt x="181" y="221"/>
                    <a:pt x="199" y="228"/>
                    <a:pt x="216" y="236"/>
                  </a:cubicBezTo>
                  <a:cubicBezTo>
                    <a:pt x="230" y="244"/>
                    <a:pt x="241" y="255"/>
                    <a:pt x="245" y="272"/>
                  </a:cubicBezTo>
                  <a:cubicBezTo>
                    <a:pt x="246" y="276"/>
                    <a:pt x="246" y="279"/>
                    <a:pt x="246" y="283"/>
                  </a:cubicBezTo>
                  <a:cubicBezTo>
                    <a:pt x="246" y="287"/>
                    <a:pt x="248" y="289"/>
                    <a:pt x="252" y="291"/>
                  </a:cubicBezTo>
                  <a:cubicBezTo>
                    <a:pt x="252" y="289"/>
                    <a:pt x="252" y="288"/>
                    <a:pt x="252" y="287"/>
                  </a:cubicBezTo>
                  <a:cubicBezTo>
                    <a:pt x="244" y="258"/>
                    <a:pt x="233" y="230"/>
                    <a:pt x="220" y="203"/>
                  </a:cubicBezTo>
                  <a:cubicBezTo>
                    <a:pt x="219" y="199"/>
                    <a:pt x="209" y="195"/>
                    <a:pt x="205" y="196"/>
                  </a:cubicBezTo>
                  <a:cubicBezTo>
                    <a:pt x="180" y="204"/>
                    <a:pt x="160" y="195"/>
                    <a:pt x="141" y="180"/>
                  </a:cubicBezTo>
                  <a:cubicBezTo>
                    <a:pt x="131" y="172"/>
                    <a:pt x="124" y="162"/>
                    <a:pt x="118" y="152"/>
                  </a:cubicBezTo>
                  <a:cubicBezTo>
                    <a:pt x="121" y="152"/>
                    <a:pt x="125" y="151"/>
                    <a:pt x="128" y="152"/>
                  </a:cubicBezTo>
                  <a:cubicBezTo>
                    <a:pt x="144" y="153"/>
                    <a:pt x="161" y="152"/>
                    <a:pt x="176" y="158"/>
                  </a:cubicBezTo>
                  <a:cubicBezTo>
                    <a:pt x="193" y="163"/>
                    <a:pt x="204" y="173"/>
                    <a:pt x="208" y="190"/>
                  </a:cubicBezTo>
                  <a:cubicBezTo>
                    <a:pt x="209" y="194"/>
                    <a:pt x="212" y="194"/>
                    <a:pt x="216" y="195"/>
                  </a:cubicBezTo>
                  <a:cubicBezTo>
                    <a:pt x="215" y="193"/>
                    <a:pt x="215" y="192"/>
                    <a:pt x="214" y="190"/>
                  </a:cubicBezTo>
                  <a:cubicBezTo>
                    <a:pt x="203" y="169"/>
                    <a:pt x="190" y="148"/>
                    <a:pt x="175" y="129"/>
                  </a:cubicBezTo>
                  <a:cubicBezTo>
                    <a:pt x="172" y="125"/>
                    <a:pt x="163" y="123"/>
                    <a:pt x="159" y="125"/>
                  </a:cubicBezTo>
                  <a:cubicBezTo>
                    <a:pt x="133" y="139"/>
                    <a:pt x="108" y="133"/>
                    <a:pt x="85" y="116"/>
                  </a:cubicBezTo>
                  <a:cubicBezTo>
                    <a:pt x="79" y="111"/>
                    <a:pt x="75" y="105"/>
                    <a:pt x="70" y="100"/>
                  </a:cubicBezTo>
                  <a:cubicBezTo>
                    <a:pt x="70" y="100"/>
                    <a:pt x="70" y="99"/>
                    <a:pt x="71" y="99"/>
                  </a:cubicBezTo>
                  <a:cubicBezTo>
                    <a:pt x="73" y="98"/>
                    <a:pt x="76" y="98"/>
                    <a:pt x="79" y="97"/>
                  </a:cubicBezTo>
                  <a:cubicBezTo>
                    <a:pt x="93" y="95"/>
                    <a:pt x="107" y="91"/>
                    <a:pt x="122" y="93"/>
                  </a:cubicBezTo>
                  <a:cubicBezTo>
                    <a:pt x="139" y="95"/>
                    <a:pt x="153" y="101"/>
                    <a:pt x="161" y="118"/>
                  </a:cubicBezTo>
                  <a:cubicBezTo>
                    <a:pt x="163" y="122"/>
                    <a:pt x="163" y="122"/>
                    <a:pt x="169" y="121"/>
                  </a:cubicBezTo>
                  <a:cubicBezTo>
                    <a:pt x="163" y="114"/>
                    <a:pt x="158" y="107"/>
                    <a:pt x="151" y="101"/>
                  </a:cubicBezTo>
                  <a:cubicBezTo>
                    <a:pt x="142" y="91"/>
                    <a:pt x="133" y="83"/>
                    <a:pt x="123" y="74"/>
                  </a:cubicBezTo>
                  <a:cubicBezTo>
                    <a:pt x="122" y="72"/>
                    <a:pt x="120" y="71"/>
                    <a:pt x="118" y="71"/>
                  </a:cubicBezTo>
                  <a:cubicBezTo>
                    <a:pt x="93" y="69"/>
                    <a:pt x="74" y="57"/>
                    <a:pt x="60" y="37"/>
                  </a:cubicBezTo>
                  <a:cubicBezTo>
                    <a:pt x="53" y="27"/>
                    <a:pt x="47" y="16"/>
                    <a:pt x="44" y="4"/>
                  </a:cubicBezTo>
                  <a:cubicBezTo>
                    <a:pt x="44" y="3"/>
                    <a:pt x="44" y="2"/>
                    <a:pt x="43" y="0"/>
                  </a:cubicBezTo>
                  <a:cubicBezTo>
                    <a:pt x="50" y="3"/>
                    <a:pt x="57" y="5"/>
                    <a:pt x="64" y="8"/>
                  </a:cubicBezTo>
                  <a:cubicBezTo>
                    <a:pt x="79" y="13"/>
                    <a:pt x="95" y="19"/>
                    <a:pt x="107" y="32"/>
                  </a:cubicBezTo>
                  <a:cubicBezTo>
                    <a:pt x="117" y="42"/>
                    <a:pt x="123" y="52"/>
                    <a:pt x="122" y="66"/>
                  </a:cubicBezTo>
                  <a:cubicBezTo>
                    <a:pt x="122" y="67"/>
                    <a:pt x="122" y="69"/>
                    <a:pt x="123" y="70"/>
                  </a:cubicBezTo>
                  <a:cubicBezTo>
                    <a:pt x="145" y="88"/>
                    <a:pt x="164" y="109"/>
                    <a:pt x="181" y="131"/>
                  </a:cubicBezTo>
                  <a:cubicBezTo>
                    <a:pt x="181" y="132"/>
                    <a:pt x="182" y="132"/>
                    <a:pt x="182" y="133"/>
                  </a:cubicBezTo>
                  <a:cubicBezTo>
                    <a:pt x="183" y="133"/>
                    <a:pt x="183" y="133"/>
                    <a:pt x="184" y="132"/>
                  </a:cubicBezTo>
                  <a:cubicBezTo>
                    <a:pt x="182" y="129"/>
                    <a:pt x="182" y="126"/>
                    <a:pt x="180" y="124"/>
                  </a:cubicBezTo>
                  <a:cubicBezTo>
                    <a:pt x="160" y="103"/>
                    <a:pt x="150" y="77"/>
                    <a:pt x="148" y="49"/>
                  </a:cubicBezTo>
                  <a:cubicBezTo>
                    <a:pt x="147" y="36"/>
                    <a:pt x="148" y="24"/>
                    <a:pt x="149" y="12"/>
                  </a:cubicBezTo>
                  <a:cubicBezTo>
                    <a:pt x="149" y="10"/>
                    <a:pt x="150" y="8"/>
                    <a:pt x="151" y="4"/>
                  </a:cubicBezTo>
                  <a:cubicBezTo>
                    <a:pt x="157" y="12"/>
                    <a:pt x="163" y="17"/>
                    <a:pt x="168" y="24"/>
                  </a:cubicBezTo>
                  <a:cubicBezTo>
                    <a:pt x="182" y="42"/>
                    <a:pt x="192" y="62"/>
                    <a:pt x="195" y="85"/>
                  </a:cubicBezTo>
                  <a:cubicBezTo>
                    <a:pt x="196" y="99"/>
                    <a:pt x="196" y="113"/>
                    <a:pt x="186" y="124"/>
                  </a:cubicBezTo>
                  <a:cubicBezTo>
                    <a:pt x="186" y="125"/>
                    <a:pt x="185" y="127"/>
                    <a:pt x="185" y="128"/>
                  </a:cubicBezTo>
                  <a:cubicBezTo>
                    <a:pt x="186" y="135"/>
                    <a:pt x="187" y="141"/>
                    <a:pt x="191" y="147"/>
                  </a:cubicBezTo>
                  <a:cubicBezTo>
                    <a:pt x="207" y="168"/>
                    <a:pt x="220" y="191"/>
                    <a:pt x="231" y="215"/>
                  </a:cubicBezTo>
                  <a:cubicBezTo>
                    <a:pt x="233" y="219"/>
                    <a:pt x="233" y="219"/>
                    <a:pt x="233" y="219"/>
                  </a:cubicBezTo>
                  <a:cubicBezTo>
                    <a:pt x="233" y="219"/>
                    <a:pt x="234" y="218"/>
                    <a:pt x="234" y="218"/>
                  </a:cubicBezTo>
                  <a:cubicBezTo>
                    <a:pt x="234" y="216"/>
                    <a:pt x="234" y="213"/>
                    <a:pt x="233" y="211"/>
                  </a:cubicBezTo>
                  <a:cubicBezTo>
                    <a:pt x="219" y="187"/>
                    <a:pt x="214" y="162"/>
                    <a:pt x="216" y="135"/>
                  </a:cubicBezTo>
                  <a:cubicBezTo>
                    <a:pt x="217" y="118"/>
                    <a:pt x="221" y="102"/>
                    <a:pt x="228" y="87"/>
                  </a:cubicBezTo>
                  <a:cubicBezTo>
                    <a:pt x="228" y="86"/>
                    <a:pt x="229" y="86"/>
                    <a:pt x="230" y="84"/>
                  </a:cubicBezTo>
                  <a:cubicBezTo>
                    <a:pt x="232" y="87"/>
                    <a:pt x="234" y="89"/>
                    <a:pt x="235" y="91"/>
                  </a:cubicBezTo>
                  <a:cubicBezTo>
                    <a:pt x="249" y="120"/>
                    <a:pt x="256" y="151"/>
                    <a:pt x="254" y="184"/>
                  </a:cubicBezTo>
                  <a:cubicBezTo>
                    <a:pt x="253" y="195"/>
                    <a:pt x="248" y="205"/>
                    <a:pt x="240" y="213"/>
                  </a:cubicBezTo>
                  <a:cubicBezTo>
                    <a:pt x="239" y="214"/>
                    <a:pt x="237" y="216"/>
                    <a:pt x="238" y="216"/>
                  </a:cubicBezTo>
                  <a:cubicBezTo>
                    <a:pt x="238" y="223"/>
                    <a:pt x="237" y="229"/>
                    <a:pt x="240" y="236"/>
                  </a:cubicBezTo>
                  <a:cubicBezTo>
                    <a:pt x="250" y="260"/>
                    <a:pt x="258" y="285"/>
                    <a:pt x="263" y="311"/>
                  </a:cubicBezTo>
                  <a:cubicBezTo>
                    <a:pt x="263" y="311"/>
                    <a:pt x="263" y="312"/>
                    <a:pt x="265" y="312"/>
                  </a:cubicBezTo>
                  <a:cubicBezTo>
                    <a:pt x="265" y="310"/>
                    <a:pt x="265" y="307"/>
                    <a:pt x="265" y="304"/>
                  </a:cubicBezTo>
                  <a:cubicBezTo>
                    <a:pt x="263" y="290"/>
                    <a:pt x="259" y="275"/>
                    <a:pt x="259" y="260"/>
                  </a:cubicBezTo>
                  <a:cubicBezTo>
                    <a:pt x="257" y="230"/>
                    <a:pt x="268" y="203"/>
                    <a:pt x="288" y="180"/>
                  </a:cubicBezTo>
                  <a:cubicBezTo>
                    <a:pt x="288" y="180"/>
                    <a:pt x="289" y="180"/>
                    <a:pt x="290" y="179"/>
                  </a:cubicBezTo>
                  <a:cubicBezTo>
                    <a:pt x="291" y="184"/>
                    <a:pt x="293" y="188"/>
                    <a:pt x="294" y="192"/>
                  </a:cubicBezTo>
                  <a:cubicBezTo>
                    <a:pt x="300" y="221"/>
                    <a:pt x="301" y="249"/>
                    <a:pt x="294" y="277"/>
                  </a:cubicBezTo>
                  <a:cubicBezTo>
                    <a:pt x="291" y="290"/>
                    <a:pt x="284" y="301"/>
                    <a:pt x="272" y="308"/>
                  </a:cubicBezTo>
                  <a:cubicBezTo>
                    <a:pt x="271" y="308"/>
                    <a:pt x="270" y="309"/>
                    <a:pt x="270" y="309"/>
                  </a:cubicBezTo>
                  <a:cubicBezTo>
                    <a:pt x="269" y="316"/>
                    <a:pt x="266" y="322"/>
                    <a:pt x="267" y="328"/>
                  </a:cubicBezTo>
                  <a:cubicBezTo>
                    <a:pt x="271" y="356"/>
                    <a:pt x="273" y="384"/>
                    <a:pt x="274" y="411"/>
                  </a:cubicBezTo>
                  <a:cubicBezTo>
                    <a:pt x="274" y="412"/>
                    <a:pt x="274" y="413"/>
                    <a:pt x="274" y="414"/>
                  </a:cubicBezTo>
                  <a:cubicBezTo>
                    <a:pt x="274" y="414"/>
                    <a:pt x="275" y="414"/>
                    <a:pt x="275" y="414"/>
                  </a:cubicBezTo>
                  <a:cubicBezTo>
                    <a:pt x="276" y="412"/>
                    <a:pt x="277" y="409"/>
                    <a:pt x="277" y="407"/>
                  </a:cubicBezTo>
                  <a:cubicBezTo>
                    <a:pt x="276" y="390"/>
                    <a:pt x="276" y="374"/>
                    <a:pt x="281" y="358"/>
                  </a:cubicBezTo>
                  <a:cubicBezTo>
                    <a:pt x="289" y="331"/>
                    <a:pt x="303" y="309"/>
                    <a:pt x="327" y="292"/>
                  </a:cubicBezTo>
                  <a:cubicBezTo>
                    <a:pt x="327" y="291"/>
                    <a:pt x="328" y="291"/>
                    <a:pt x="330" y="29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文本框 9"/>
            <p:cNvSpPr txBox="1"/>
            <p:nvPr/>
          </p:nvSpPr>
          <p:spPr>
            <a:xfrm>
              <a:off x="1139586" y="2909084"/>
              <a:ext cx="1539332" cy="471283"/>
            </a:xfrm>
            <a:prstGeom prst="rect">
              <a:avLst/>
            </a:prstGeom>
            <a:noFill/>
            <a:ln>
              <a:noFill/>
            </a:ln>
          </p:spPr>
          <p:txBody>
            <a:bodyPr wrap="square" lIns="0" tIns="0" rIns="0" bIns="0" rtlCol="0">
              <a:spAutoFit/>
            </a:bodyPr>
            <a:lstStyle/>
            <a:p>
              <a:pPr algn="ctr">
                <a:lnSpc>
                  <a:spcPct val="125000"/>
                </a:lnSpc>
              </a:pPr>
              <a:r>
                <a:rPr lang="en-US" altLang="zh-CN" sz="1400" b="1" dirty="0" smtClean="0">
                  <a:solidFill>
                    <a:schemeClr val="accent1"/>
                  </a:solidFill>
                </a:rPr>
                <a:t>20XX</a:t>
              </a:r>
            </a:p>
            <a:p>
              <a:pPr algn="ctr">
                <a:lnSpc>
                  <a:spcPct val="125000"/>
                </a:lnSpc>
              </a:pPr>
              <a:r>
                <a:rPr lang="zh-CN" altLang="en-US" sz="1050" dirty="0" smtClean="0"/>
                <a:t>荣誉</a:t>
              </a:r>
              <a:r>
                <a:rPr lang="en-US" altLang="zh-CN" sz="1050" dirty="0" smtClean="0"/>
                <a:t>/</a:t>
              </a:r>
              <a:r>
                <a:rPr lang="zh-CN" altLang="en-US" sz="1050" dirty="0" smtClean="0"/>
                <a:t>奖项</a:t>
              </a:r>
              <a:r>
                <a:rPr lang="en-US" altLang="zh-CN" sz="1050" dirty="0" smtClean="0"/>
                <a:t>/</a:t>
              </a:r>
              <a:r>
                <a:rPr lang="zh-CN" altLang="en-US" sz="1050" dirty="0" smtClean="0"/>
                <a:t>证书名称</a:t>
              </a:r>
              <a:endParaRPr lang="zh-CN" altLang="en-US" sz="1050" dirty="0"/>
            </a:p>
          </p:txBody>
        </p:sp>
        <p:sp>
          <p:nvSpPr>
            <p:cNvPr id="11" name="Freeform 5"/>
            <p:cNvSpPr>
              <a:spLocks/>
            </p:cNvSpPr>
            <p:nvPr/>
          </p:nvSpPr>
          <p:spPr bwMode="auto">
            <a:xfrm>
              <a:off x="2678918" y="2964655"/>
              <a:ext cx="184997" cy="426365"/>
            </a:xfrm>
            <a:custGeom>
              <a:avLst/>
              <a:gdLst>
                <a:gd name="T0" fmla="*/ 309 w 347"/>
                <a:gd name="T1" fmla="*/ 390 h 804"/>
                <a:gd name="T2" fmla="*/ 263 w 347"/>
                <a:gd name="T3" fmla="*/ 517 h 804"/>
                <a:gd name="T4" fmla="*/ 343 w 347"/>
                <a:gd name="T5" fmla="*/ 421 h 804"/>
                <a:gd name="T6" fmla="*/ 306 w 347"/>
                <a:gd name="T7" fmla="*/ 506 h 804"/>
                <a:gd name="T8" fmla="*/ 221 w 347"/>
                <a:gd name="T9" fmla="*/ 623 h 804"/>
                <a:gd name="T10" fmla="*/ 254 w 347"/>
                <a:gd name="T11" fmla="*/ 583 h 804"/>
                <a:gd name="T12" fmla="*/ 269 w 347"/>
                <a:gd name="T13" fmla="*/ 629 h 804"/>
                <a:gd name="T14" fmla="*/ 158 w 347"/>
                <a:gd name="T15" fmla="*/ 706 h 804"/>
                <a:gd name="T16" fmla="*/ 203 w 347"/>
                <a:gd name="T17" fmla="*/ 679 h 804"/>
                <a:gd name="T18" fmla="*/ 188 w 347"/>
                <a:gd name="T19" fmla="*/ 729 h 804"/>
                <a:gd name="T20" fmla="*/ 73 w 347"/>
                <a:gd name="T21" fmla="*/ 765 h 804"/>
                <a:gd name="T22" fmla="*/ 187 w 347"/>
                <a:gd name="T23" fmla="*/ 771 h 804"/>
                <a:gd name="T24" fmla="*/ 78 w 347"/>
                <a:gd name="T25" fmla="*/ 775 h 804"/>
                <a:gd name="T26" fmla="*/ 7 w 347"/>
                <a:gd name="T27" fmla="*/ 776 h 804"/>
                <a:gd name="T28" fmla="*/ 122 w 347"/>
                <a:gd name="T29" fmla="*/ 646 h 804"/>
                <a:gd name="T30" fmla="*/ 85 w 347"/>
                <a:gd name="T31" fmla="*/ 747 h 804"/>
                <a:gd name="T32" fmla="*/ 150 w 347"/>
                <a:gd name="T33" fmla="*/ 705 h 804"/>
                <a:gd name="T34" fmla="*/ 178 w 347"/>
                <a:gd name="T35" fmla="*/ 565 h 804"/>
                <a:gd name="T36" fmla="*/ 161 w 347"/>
                <a:gd name="T37" fmla="*/ 688 h 804"/>
                <a:gd name="T38" fmla="*/ 210 w 347"/>
                <a:gd name="T39" fmla="*/ 607 h 804"/>
                <a:gd name="T40" fmla="*/ 230 w 347"/>
                <a:gd name="T41" fmla="*/ 561 h 804"/>
                <a:gd name="T42" fmla="*/ 224 w 347"/>
                <a:gd name="T43" fmla="*/ 606 h 804"/>
                <a:gd name="T44" fmla="*/ 215 w 347"/>
                <a:gd name="T45" fmla="*/ 460 h 804"/>
                <a:gd name="T46" fmla="*/ 244 w 347"/>
                <a:gd name="T47" fmla="*/ 435 h 804"/>
                <a:gd name="T48" fmla="*/ 262 w 347"/>
                <a:gd name="T49" fmla="*/ 483 h 804"/>
                <a:gd name="T50" fmla="*/ 196 w 347"/>
                <a:gd name="T51" fmla="*/ 300 h 804"/>
                <a:gd name="T52" fmla="*/ 240 w 347"/>
                <a:gd name="T53" fmla="*/ 331 h 804"/>
                <a:gd name="T54" fmla="*/ 268 w 347"/>
                <a:gd name="T55" fmla="*/ 389 h 804"/>
                <a:gd name="T56" fmla="*/ 163 w 347"/>
                <a:gd name="T57" fmla="*/ 217 h 804"/>
                <a:gd name="T58" fmla="*/ 216 w 347"/>
                <a:gd name="T59" fmla="*/ 236 h 804"/>
                <a:gd name="T60" fmla="*/ 252 w 347"/>
                <a:gd name="T61" fmla="*/ 287 h 804"/>
                <a:gd name="T62" fmla="*/ 118 w 347"/>
                <a:gd name="T63" fmla="*/ 152 h 804"/>
                <a:gd name="T64" fmla="*/ 216 w 347"/>
                <a:gd name="T65" fmla="*/ 195 h 804"/>
                <a:gd name="T66" fmla="*/ 85 w 347"/>
                <a:gd name="T67" fmla="*/ 116 h 804"/>
                <a:gd name="T68" fmla="*/ 122 w 347"/>
                <a:gd name="T69" fmla="*/ 93 h 804"/>
                <a:gd name="T70" fmla="*/ 123 w 347"/>
                <a:gd name="T71" fmla="*/ 74 h 804"/>
                <a:gd name="T72" fmla="*/ 43 w 347"/>
                <a:gd name="T73" fmla="*/ 0 h 804"/>
                <a:gd name="T74" fmla="*/ 123 w 347"/>
                <a:gd name="T75" fmla="*/ 70 h 804"/>
                <a:gd name="T76" fmla="*/ 180 w 347"/>
                <a:gd name="T77" fmla="*/ 124 h 804"/>
                <a:gd name="T78" fmla="*/ 168 w 347"/>
                <a:gd name="T79" fmla="*/ 24 h 804"/>
                <a:gd name="T80" fmla="*/ 191 w 347"/>
                <a:gd name="T81" fmla="*/ 147 h 804"/>
                <a:gd name="T82" fmla="*/ 233 w 347"/>
                <a:gd name="T83" fmla="*/ 211 h 804"/>
                <a:gd name="T84" fmla="*/ 235 w 347"/>
                <a:gd name="T85" fmla="*/ 91 h 804"/>
                <a:gd name="T86" fmla="*/ 240 w 347"/>
                <a:gd name="T87" fmla="*/ 236 h 804"/>
                <a:gd name="T88" fmla="*/ 259 w 347"/>
                <a:gd name="T89" fmla="*/ 260 h 804"/>
                <a:gd name="T90" fmla="*/ 294 w 347"/>
                <a:gd name="T91" fmla="*/ 277 h 804"/>
                <a:gd name="T92" fmla="*/ 274 w 347"/>
                <a:gd name="T93" fmla="*/ 411 h 804"/>
                <a:gd name="T94" fmla="*/ 281 w 347"/>
                <a:gd name="T95" fmla="*/ 358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7" h="804">
                  <a:moveTo>
                    <a:pt x="330" y="290"/>
                  </a:moveTo>
                  <a:cubicBezTo>
                    <a:pt x="330" y="292"/>
                    <a:pt x="331" y="294"/>
                    <a:pt x="331" y="295"/>
                  </a:cubicBezTo>
                  <a:cubicBezTo>
                    <a:pt x="333" y="319"/>
                    <a:pt x="329" y="341"/>
                    <a:pt x="321" y="363"/>
                  </a:cubicBezTo>
                  <a:cubicBezTo>
                    <a:pt x="318" y="373"/>
                    <a:pt x="314" y="382"/>
                    <a:pt x="309" y="390"/>
                  </a:cubicBezTo>
                  <a:cubicBezTo>
                    <a:pt x="303" y="401"/>
                    <a:pt x="294" y="409"/>
                    <a:pt x="282" y="412"/>
                  </a:cubicBezTo>
                  <a:cubicBezTo>
                    <a:pt x="280" y="412"/>
                    <a:pt x="279" y="413"/>
                    <a:pt x="278" y="414"/>
                  </a:cubicBezTo>
                  <a:cubicBezTo>
                    <a:pt x="276" y="420"/>
                    <a:pt x="273" y="425"/>
                    <a:pt x="273" y="430"/>
                  </a:cubicBezTo>
                  <a:cubicBezTo>
                    <a:pt x="272" y="459"/>
                    <a:pt x="270" y="488"/>
                    <a:pt x="263" y="517"/>
                  </a:cubicBezTo>
                  <a:cubicBezTo>
                    <a:pt x="262" y="518"/>
                    <a:pt x="262" y="519"/>
                    <a:pt x="263" y="520"/>
                  </a:cubicBezTo>
                  <a:cubicBezTo>
                    <a:pt x="264" y="518"/>
                    <a:pt x="265" y="517"/>
                    <a:pt x="265" y="515"/>
                  </a:cubicBezTo>
                  <a:cubicBezTo>
                    <a:pt x="269" y="496"/>
                    <a:pt x="275" y="478"/>
                    <a:pt x="287" y="463"/>
                  </a:cubicBezTo>
                  <a:cubicBezTo>
                    <a:pt x="302" y="444"/>
                    <a:pt x="319" y="429"/>
                    <a:pt x="343" y="421"/>
                  </a:cubicBezTo>
                  <a:cubicBezTo>
                    <a:pt x="343" y="420"/>
                    <a:pt x="344" y="420"/>
                    <a:pt x="344" y="420"/>
                  </a:cubicBezTo>
                  <a:cubicBezTo>
                    <a:pt x="345" y="420"/>
                    <a:pt x="345" y="420"/>
                    <a:pt x="346" y="420"/>
                  </a:cubicBezTo>
                  <a:cubicBezTo>
                    <a:pt x="346" y="424"/>
                    <a:pt x="347" y="427"/>
                    <a:pt x="346" y="431"/>
                  </a:cubicBezTo>
                  <a:cubicBezTo>
                    <a:pt x="339" y="459"/>
                    <a:pt x="327" y="485"/>
                    <a:pt x="306" y="506"/>
                  </a:cubicBezTo>
                  <a:cubicBezTo>
                    <a:pt x="296" y="516"/>
                    <a:pt x="285" y="522"/>
                    <a:pt x="270" y="521"/>
                  </a:cubicBezTo>
                  <a:cubicBezTo>
                    <a:pt x="269" y="521"/>
                    <a:pt x="266" y="522"/>
                    <a:pt x="266" y="523"/>
                  </a:cubicBezTo>
                  <a:cubicBezTo>
                    <a:pt x="263" y="528"/>
                    <a:pt x="259" y="532"/>
                    <a:pt x="257" y="538"/>
                  </a:cubicBezTo>
                  <a:cubicBezTo>
                    <a:pt x="248" y="567"/>
                    <a:pt x="236" y="596"/>
                    <a:pt x="221" y="623"/>
                  </a:cubicBezTo>
                  <a:cubicBezTo>
                    <a:pt x="220" y="624"/>
                    <a:pt x="219" y="626"/>
                    <a:pt x="218" y="628"/>
                  </a:cubicBezTo>
                  <a:cubicBezTo>
                    <a:pt x="219" y="628"/>
                    <a:pt x="219" y="628"/>
                    <a:pt x="220" y="629"/>
                  </a:cubicBezTo>
                  <a:cubicBezTo>
                    <a:pt x="222" y="626"/>
                    <a:pt x="224" y="624"/>
                    <a:pt x="225" y="622"/>
                  </a:cubicBezTo>
                  <a:cubicBezTo>
                    <a:pt x="232" y="608"/>
                    <a:pt x="241" y="594"/>
                    <a:pt x="254" y="583"/>
                  </a:cubicBezTo>
                  <a:cubicBezTo>
                    <a:pt x="272" y="568"/>
                    <a:pt x="293" y="559"/>
                    <a:pt x="318" y="560"/>
                  </a:cubicBezTo>
                  <a:cubicBezTo>
                    <a:pt x="325" y="560"/>
                    <a:pt x="325" y="560"/>
                    <a:pt x="323" y="567"/>
                  </a:cubicBezTo>
                  <a:cubicBezTo>
                    <a:pt x="319" y="578"/>
                    <a:pt x="313" y="588"/>
                    <a:pt x="306" y="597"/>
                  </a:cubicBezTo>
                  <a:cubicBezTo>
                    <a:pt x="296" y="609"/>
                    <a:pt x="285" y="622"/>
                    <a:pt x="269" y="629"/>
                  </a:cubicBezTo>
                  <a:cubicBezTo>
                    <a:pt x="255" y="636"/>
                    <a:pt x="241" y="639"/>
                    <a:pt x="226" y="632"/>
                  </a:cubicBezTo>
                  <a:cubicBezTo>
                    <a:pt x="225" y="631"/>
                    <a:pt x="224" y="631"/>
                    <a:pt x="223" y="631"/>
                  </a:cubicBezTo>
                  <a:cubicBezTo>
                    <a:pt x="219" y="635"/>
                    <a:pt x="213" y="637"/>
                    <a:pt x="210" y="641"/>
                  </a:cubicBezTo>
                  <a:cubicBezTo>
                    <a:pt x="195" y="665"/>
                    <a:pt x="178" y="686"/>
                    <a:pt x="158" y="706"/>
                  </a:cubicBezTo>
                  <a:cubicBezTo>
                    <a:pt x="157" y="707"/>
                    <a:pt x="157" y="708"/>
                    <a:pt x="156" y="709"/>
                  </a:cubicBezTo>
                  <a:cubicBezTo>
                    <a:pt x="156" y="709"/>
                    <a:pt x="156" y="709"/>
                    <a:pt x="156" y="712"/>
                  </a:cubicBezTo>
                  <a:cubicBezTo>
                    <a:pt x="159" y="709"/>
                    <a:pt x="161" y="708"/>
                    <a:pt x="163" y="706"/>
                  </a:cubicBezTo>
                  <a:cubicBezTo>
                    <a:pt x="174" y="694"/>
                    <a:pt x="187" y="684"/>
                    <a:pt x="203" y="679"/>
                  </a:cubicBezTo>
                  <a:cubicBezTo>
                    <a:pt x="227" y="672"/>
                    <a:pt x="251" y="674"/>
                    <a:pt x="274" y="684"/>
                  </a:cubicBezTo>
                  <a:cubicBezTo>
                    <a:pt x="275" y="685"/>
                    <a:pt x="275" y="685"/>
                    <a:pt x="277" y="686"/>
                  </a:cubicBezTo>
                  <a:cubicBezTo>
                    <a:pt x="274" y="690"/>
                    <a:pt x="271" y="694"/>
                    <a:pt x="267" y="698"/>
                  </a:cubicBezTo>
                  <a:cubicBezTo>
                    <a:pt x="245" y="717"/>
                    <a:pt x="219" y="730"/>
                    <a:pt x="188" y="729"/>
                  </a:cubicBezTo>
                  <a:cubicBezTo>
                    <a:pt x="179" y="729"/>
                    <a:pt x="171" y="725"/>
                    <a:pt x="164" y="719"/>
                  </a:cubicBezTo>
                  <a:cubicBezTo>
                    <a:pt x="158" y="714"/>
                    <a:pt x="151" y="714"/>
                    <a:pt x="144" y="719"/>
                  </a:cubicBezTo>
                  <a:cubicBezTo>
                    <a:pt x="127" y="735"/>
                    <a:pt x="108" y="748"/>
                    <a:pt x="87" y="758"/>
                  </a:cubicBezTo>
                  <a:cubicBezTo>
                    <a:pt x="73" y="765"/>
                    <a:pt x="73" y="765"/>
                    <a:pt x="73" y="765"/>
                  </a:cubicBezTo>
                  <a:cubicBezTo>
                    <a:pt x="74" y="766"/>
                    <a:pt x="74" y="766"/>
                    <a:pt x="74" y="767"/>
                  </a:cubicBezTo>
                  <a:cubicBezTo>
                    <a:pt x="76" y="766"/>
                    <a:pt x="78" y="766"/>
                    <a:pt x="80" y="765"/>
                  </a:cubicBezTo>
                  <a:cubicBezTo>
                    <a:pt x="91" y="759"/>
                    <a:pt x="103" y="753"/>
                    <a:pt x="116" y="752"/>
                  </a:cubicBezTo>
                  <a:cubicBezTo>
                    <a:pt x="142" y="748"/>
                    <a:pt x="165" y="757"/>
                    <a:pt x="187" y="771"/>
                  </a:cubicBezTo>
                  <a:cubicBezTo>
                    <a:pt x="190" y="774"/>
                    <a:pt x="194" y="777"/>
                    <a:pt x="198" y="780"/>
                  </a:cubicBezTo>
                  <a:cubicBezTo>
                    <a:pt x="194" y="784"/>
                    <a:pt x="190" y="787"/>
                    <a:pt x="185" y="789"/>
                  </a:cubicBezTo>
                  <a:cubicBezTo>
                    <a:pt x="161" y="800"/>
                    <a:pt x="135" y="804"/>
                    <a:pt x="108" y="796"/>
                  </a:cubicBezTo>
                  <a:cubicBezTo>
                    <a:pt x="95" y="793"/>
                    <a:pt x="84" y="786"/>
                    <a:pt x="78" y="775"/>
                  </a:cubicBezTo>
                  <a:cubicBezTo>
                    <a:pt x="76" y="770"/>
                    <a:pt x="66" y="768"/>
                    <a:pt x="61" y="770"/>
                  </a:cubicBezTo>
                  <a:cubicBezTo>
                    <a:pt x="43" y="777"/>
                    <a:pt x="25" y="781"/>
                    <a:pt x="6" y="784"/>
                  </a:cubicBezTo>
                  <a:cubicBezTo>
                    <a:pt x="5" y="784"/>
                    <a:pt x="3" y="784"/>
                    <a:pt x="1" y="784"/>
                  </a:cubicBezTo>
                  <a:cubicBezTo>
                    <a:pt x="0" y="780"/>
                    <a:pt x="2" y="777"/>
                    <a:pt x="7" y="776"/>
                  </a:cubicBezTo>
                  <a:cubicBezTo>
                    <a:pt x="25" y="773"/>
                    <a:pt x="44" y="768"/>
                    <a:pt x="61" y="761"/>
                  </a:cubicBezTo>
                  <a:cubicBezTo>
                    <a:pt x="70" y="758"/>
                    <a:pt x="74" y="752"/>
                    <a:pt x="72" y="743"/>
                  </a:cubicBezTo>
                  <a:cubicBezTo>
                    <a:pt x="70" y="724"/>
                    <a:pt x="74" y="706"/>
                    <a:pt x="82" y="689"/>
                  </a:cubicBezTo>
                  <a:cubicBezTo>
                    <a:pt x="91" y="671"/>
                    <a:pt x="105" y="656"/>
                    <a:pt x="122" y="646"/>
                  </a:cubicBezTo>
                  <a:cubicBezTo>
                    <a:pt x="124" y="645"/>
                    <a:pt x="125" y="644"/>
                    <a:pt x="128" y="643"/>
                  </a:cubicBezTo>
                  <a:cubicBezTo>
                    <a:pt x="127" y="647"/>
                    <a:pt x="127" y="649"/>
                    <a:pt x="127" y="652"/>
                  </a:cubicBezTo>
                  <a:cubicBezTo>
                    <a:pt x="123" y="672"/>
                    <a:pt x="121" y="693"/>
                    <a:pt x="114" y="713"/>
                  </a:cubicBezTo>
                  <a:cubicBezTo>
                    <a:pt x="109" y="728"/>
                    <a:pt x="100" y="739"/>
                    <a:pt x="85" y="747"/>
                  </a:cubicBezTo>
                  <a:cubicBezTo>
                    <a:pt x="83" y="748"/>
                    <a:pt x="81" y="749"/>
                    <a:pt x="79" y="749"/>
                  </a:cubicBezTo>
                  <a:cubicBezTo>
                    <a:pt x="75" y="749"/>
                    <a:pt x="74" y="751"/>
                    <a:pt x="74" y="756"/>
                  </a:cubicBezTo>
                  <a:cubicBezTo>
                    <a:pt x="76" y="755"/>
                    <a:pt x="77" y="755"/>
                    <a:pt x="78" y="754"/>
                  </a:cubicBezTo>
                  <a:cubicBezTo>
                    <a:pt x="105" y="742"/>
                    <a:pt x="129" y="726"/>
                    <a:pt x="150" y="705"/>
                  </a:cubicBezTo>
                  <a:cubicBezTo>
                    <a:pt x="156" y="700"/>
                    <a:pt x="155" y="692"/>
                    <a:pt x="152" y="686"/>
                  </a:cubicBezTo>
                  <a:cubicBezTo>
                    <a:pt x="142" y="659"/>
                    <a:pt x="144" y="632"/>
                    <a:pt x="153" y="605"/>
                  </a:cubicBezTo>
                  <a:cubicBezTo>
                    <a:pt x="158" y="592"/>
                    <a:pt x="165" y="579"/>
                    <a:pt x="175" y="568"/>
                  </a:cubicBezTo>
                  <a:cubicBezTo>
                    <a:pt x="176" y="567"/>
                    <a:pt x="177" y="566"/>
                    <a:pt x="178" y="565"/>
                  </a:cubicBezTo>
                  <a:cubicBezTo>
                    <a:pt x="179" y="572"/>
                    <a:pt x="180" y="579"/>
                    <a:pt x="181" y="586"/>
                  </a:cubicBezTo>
                  <a:cubicBezTo>
                    <a:pt x="182" y="599"/>
                    <a:pt x="184" y="612"/>
                    <a:pt x="185" y="625"/>
                  </a:cubicBezTo>
                  <a:cubicBezTo>
                    <a:pt x="186" y="643"/>
                    <a:pt x="184" y="661"/>
                    <a:pt x="173" y="676"/>
                  </a:cubicBezTo>
                  <a:cubicBezTo>
                    <a:pt x="170" y="680"/>
                    <a:pt x="166" y="685"/>
                    <a:pt x="161" y="688"/>
                  </a:cubicBezTo>
                  <a:cubicBezTo>
                    <a:pt x="157" y="691"/>
                    <a:pt x="156" y="694"/>
                    <a:pt x="157" y="699"/>
                  </a:cubicBezTo>
                  <a:cubicBezTo>
                    <a:pt x="162" y="693"/>
                    <a:pt x="167" y="689"/>
                    <a:pt x="171" y="684"/>
                  </a:cubicBezTo>
                  <a:cubicBezTo>
                    <a:pt x="187" y="666"/>
                    <a:pt x="201" y="647"/>
                    <a:pt x="212" y="626"/>
                  </a:cubicBezTo>
                  <a:cubicBezTo>
                    <a:pt x="216" y="620"/>
                    <a:pt x="214" y="612"/>
                    <a:pt x="210" y="607"/>
                  </a:cubicBezTo>
                  <a:cubicBezTo>
                    <a:pt x="184" y="568"/>
                    <a:pt x="184" y="527"/>
                    <a:pt x="201" y="485"/>
                  </a:cubicBezTo>
                  <a:cubicBezTo>
                    <a:pt x="202" y="484"/>
                    <a:pt x="202" y="483"/>
                    <a:pt x="203" y="482"/>
                  </a:cubicBezTo>
                  <a:cubicBezTo>
                    <a:pt x="203" y="482"/>
                    <a:pt x="203" y="482"/>
                    <a:pt x="204" y="482"/>
                  </a:cubicBezTo>
                  <a:cubicBezTo>
                    <a:pt x="214" y="508"/>
                    <a:pt x="227" y="533"/>
                    <a:pt x="230" y="561"/>
                  </a:cubicBezTo>
                  <a:cubicBezTo>
                    <a:pt x="231" y="578"/>
                    <a:pt x="229" y="594"/>
                    <a:pt x="217" y="608"/>
                  </a:cubicBezTo>
                  <a:cubicBezTo>
                    <a:pt x="216" y="609"/>
                    <a:pt x="216" y="613"/>
                    <a:pt x="216" y="616"/>
                  </a:cubicBezTo>
                  <a:cubicBezTo>
                    <a:pt x="217" y="616"/>
                    <a:pt x="217" y="616"/>
                    <a:pt x="218" y="616"/>
                  </a:cubicBezTo>
                  <a:cubicBezTo>
                    <a:pt x="224" y="606"/>
                    <a:pt x="224" y="606"/>
                    <a:pt x="224" y="606"/>
                  </a:cubicBezTo>
                  <a:cubicBezTo>
                    <a:pt x="237" y="578"/>
                    <a:pt x="247" y="550"/>
                    <a:pt x="254" y="520"/>
                  </a:cubicBezTo>
                  <a:cubicBezTo>
                    <a:pt x="255" y="519"/>
                    <a:pt x="255" y="517"/>
                    <a:pt x="255" y="516"/>
                  </a:cubicBezTo>
                  <a:cubicBezTo>
                    <a:pt x="252" y="510"/>
                    <a:pt x="250" y="503"/>
                    <a:pt x="242" y="498"/>
                  </a:cubicBezTo>
                  <a:cubicBezTo>
                    <a:pt x="229" y="489"/>
                    <a:pt x="221" y="475"/>
                    <a:pt x="215" y="460"/>
                  </a:cubicBezTo>
                  <a:cubicBezTo>
                    <a:pt x="204" y="436"/>
                    <a:pt x="203" y="412"/>
                    <a:pt x="206" y="387"/>
                  </a:cubicBezTo>
                  <a:cubicBezTo>
                    <a:pt x="206" y="386"/>
                    <a:pt x="207" y="386"/>
                    <a:pt x="207" y="385"/>
                  </a:cubicBezTo>
                  <a:cubicBezTo>
                    <a:pt x="208" y="385"/>
                    <a:pt x="208" y="385"/>
                    <a:pt x="208" y="386"/>
                  </a:cubicBezTo>
                  <a:cubicBezTo>
                    <a:pt x="220" y="402"/>
                    <a:pt x="233" y="418"/>
                    <a:pt x="244" y="435"/>
                  </a:cubicBezTo>
                  <a:cubicBezTo>
                    <a:pt x="255" y="451"/>
                    <a:pt x="261" y="468"/>
                    <a:pt x="258" y="488"/>
                  </a:cubicBezTo>
                  <a:cubicBezTo>
                    <a:pt x="258" y="492"/>
                    <a:pt x="257" y="496"/>
                    <a:pt x="255" y="499"/>
                  </a:cubicBezTo>
                  <a:cubicBezTo>
                    <a:pt x="252" y="504"/>
                    <a:pt x="254" y="507"/>
                    <a:pt x="257" y="512"/>
                  </a:cubicBezTo>
                  <a:cubicBezTo>
                    <a:pt x="259" y="501"/>
                    <a:pt x="261" y="492"/>
                    <a:pt x="262" y="483"/>
                  </a:cubicBezTo>
                  <a:cubicBezTo>
                    <a:pt x="265" y="460"/>
                    <a:pt x="266" y="437"/>
                    <a:pt x="268" y="414"/>
                  </a:cubicBezTo>
                  <a:cubicBezTo>
                    <a:pt x="268" y="409"/>
                    <a:pt x="261" y="398"/>
                    <a:pt x="257" y="397"/>
                  </a:cubicBezTo>
                  <a:cubicBezTo>
                    <a:pt x="237" y="391"/>
                    <a:pt x="224" y="376"/>
                    <a:pt x="213" y="359"/>
                  </a:cubicBezTo>
                  <a:cubicBezTo>
                    <a:pt x="202" y="340"/>
                    <a:pt x="197" y="321"/>
                    <a:pt x="196" y="300"/>
                  </a:cubicBezTo>
                  <a:cubicBezTo>
                    <a:pt x="196" y="296"/>
                    <a:pt x="196" y="296"/>
                    <a:pt x="196" y="296"/>
                  </a:cubicBezTo>
                  <a:cubicBezTo>
                    <a:pt x="196" y="296"/>
                    <a:pt x="196" y="295"/>
                    <a:pt x="196" y="294"/>
                  </a:cubicBezTo>
                  <a:cubicBezTo>
                    <a:pt x="199" y="297"/>
                    <a:pt x="202" y="299"/>
                    <a:pt x="204" y="301"/>
                  </a:cubicBezTo>
                  <a:cubicBezTo>
                    <a:pt x="216" y="311"/>
                    <a:pt x="228" y="320"/>
                    <a:pt x="240" y="331"/>
                  </a:cubicBezTo>
                  <a:cubicBezTo>
                    <a:pt x="253" y="343"/>
                    <a:pt x="262" y="359"/>
                    <a:pt x="263" y="378"/>
                  </a:cubicBezTo>
                  <a:cubicBezTo>
                    <a:pt x="263" y="383"/>
                    <a:pt x="263" y="388"/>
                    <a:pt x="262" y="392"/>
                  </a:cubicBezTo>
                  <a:cubicBezTo>
                    <a:pt x="261" y="397"/>
                    <a:pt x="264" y="399"/>
                    <a:pt x="268" y="402"/>
                  </a:cubicBezTo>
                  <a:cubicBezTo>
                    <a:pt x="268" y="397"/>
                    <a:pt x="268" y="393"/>
                    <a:pt x="268" y="389"/>
                  </a:cubicBezTo>
                  <a:cubicBezTo>
                    <a:pt x="266" y="360"/>
                    <a:pt x="262" y="331"/>
                    <a:pt x="255" y="303"/>
                  </a:cubicBezTo>
                  <a:cubicBezTo>
                    <a:pt x="254" y="295"/>
                    <a:pt x="247" y="289"/>
                    <a:pt x="238" y="289"/>
                  </a:cubicBezTo>
                  <a:cubicBezTo>
                    <a:pt x="220" y="289"/>
                    <a:pt x="206" y="280"/>
                    <a:pt x="193" y="268"/>
                  </a:cubicBezTo>
                  <a:cubicBezTo>
                    <a:pt x="178" y="254"/>
                    <a:pt x="169" y="236"/>
                    <a:pt x="163" y="217"/>
                  </a:cubicBezTo>
                  <a:cubicBezTo>
                    <a:pt x="163" y="217"/>
                    <a:pt x="163" y="216"/>
                    <a:pt x="163" y="215"/>
                  </a:cubicBezTo>
                  <a:cubicBezTo>
                    <a:pt x="163" y="215"/>
                    <a:pt x="163" y="215"/>
                    <a:pt x="163" y="215"/>
                  </a:cubicBezTo>
                  <a:cubicBezTo>
                    <a:pt x="163" y="215"/>
                    <a:pt x="164" y="214"/>
                    <a:pt x="164" y="214"/>
                  </a:cubicBezTo>
                  <a:cubicBezTo>
                    <a:pt x="181" y="221"/>
                    <a:pt x="199" y="228"/>
                    <a:pt x="216" y="236"/>
                  </a:cubicBezTo>
                  <a:cubicBezTo>
                    <a:pt x="230" y="244"/>
                    <a:pt x="241" y="255"/>
                    <a:pt x="245" y="272"/>
                  </a:cubicBezTo>
                  <a:cubicBezTo>
                    <a:pt x="246" y="276"/>
                    <a:pt x="246" y="279"/>
                    <a:pt x="246" y="283"/>
                  </a:cubicBezTo>
                  <a:cubicBezTo>
                    <a:pt x="246" y="287"/>
                    <a:pt x="248" y="289"/>
                    <a:pt x="252" y="291"/>
                  </a:cubicBezTo>
                  <a:cubicBezTo>
                    <a:pt x="252" y="289"/>
                    <a:pt x="252" y="288"/>
                    <a:pt x="252" y="287"/>
                  </a:cubicBezTo>
                  <a:cubicBezTo>
                    <a:pt x="244" y="258"/>
                    <a:pt x="233" y="230"/>
                    <a:pt x="220" y="203"/>
                  </a:cubicBezTo>
                  <a:cubicBezTo>
                    <a:pt x="219" y="199"/>
                    <a:pt x="209" y="195"/>
                    <a:pt x="205" y="196"/>
                  </a:cubicBezTo>
                  <a:cubicBezTo>
                    <a:pt x="180" y="204"/>
                    <a:pt x="160" y="195"/>
                    <a:pt x="141" y="180"/>
                  </a:cubicBezTo>
                  <a:cubicBezTo>
                    <a:pt x="131" y="172"/>
                    <a:pt x="124" y="162"/>
                    <a:pt x="118" y="152"/>
                  </a:cubicBezTo>
                  <a:cubicBezTo>
                    <a:pt x="121" y="152"/>
                    <a:pt x="125" y="151"/>
                    <a:pt x="128" y="152"/>
                  </a:cubicBezTo>
                  <a:cubicBezTo>
                    <a:pt x="144" y="153"/>
                    <a:pt x="161" y="152"/>
                    <a:pt x="176" y="158"/>
                  </a:cubicBezTo>
                  <a:cubicBezTo>
                    <a:pt x="193" y="163"/>
                    <a:pt x="204" y="173"/>
                    <a:pt x="208" y="190"/>
                  </a:cubicBezTo>
                  <a:cubicBezTo>
                    <a:pt x="209" y="194"/>
                    <a:pt x="212" y="194"/>
                    <a:pt x="216" y="195"/>
                  </a:cubicBezTo>
                  <a:cubicBezTo>
                    <a:pt x="215" y="193"/>
                    <a:pt x="215" y="192"/>
                    <a:pt x="214" y="190"/>
                  </a:cubicBezTo>
                  <a:cubicBezTo>
                    <a:pt x="203" y="169"/>
                    <a:pt x="190" y="148"/>
                    <a:pt x="175" y="129"/>
                  </a:cubicBezTo>
                  <a:cubicBezTo>
                    <a:pt x="172" y="125"/>
                    <a:pt x="163" y="123"/>
                    <a:pt x="159" y="125"/>
                  </a:cubicBezTo>
                  <a:cubicBezTo>
                    <a:pt x="133" y="139"/>
                    <a:pt x="108" y="133"/>
                    <a:pt x="85" y="116"/>
                  </a:cubicBezTo>
                  <a:cubicBezTo>
                    <a:pt x="79" y="111"/>
                    <a:pt x="75" y="105"/>
                    <a:pt x="70" y="100"/>
                  </a:cubicBezTo>
                  <a:cubicBezTo>
                    <a:pt x="70" y="100"/>
                    <a:pt x="70" y="99"/>
                    <a:pt x="71" y="99"/>
                  </a:cubicBezTo>
                  <a:cubicBezTo>
                    <a:pt x="73" y="98"/>
                    <a:pt x="76" y="98"/>
                    <a:pt x="79" y="97"/>
                  </a:cubicBezTo>
                  <a:cubicBezTo>
                    <a:pt x="93" y="95"/>
                    <a:pt x="107" y="91"/>
                    <a:pt x="122" y="93"/>
                  </a:cubicBezTo>
                  <a:cubicBezTo>
                    <a:pt x="139" y="95"/>
                    <a:pt x="153" y="101"/>
                    <a:pt x="161" y="118"/>
                  </a:cubicBezTo>
                  <a:cubicBezTo>
                    <a:pt x="163" y="122"/>
                    <a:pt x="163" y="122"/>
                    <a:pt x="169" y="121"/>
                  </a:cubicBezTo>
                  <a:cubicBezTo>
                    <a:pt x="163" y="114"/>
                    <a:pt x="158" y="107"/>
                    <a:pt x="151" y="101"/>
                  </a:cubicBezTo>
                  <a:cubicBezTo>
                    <a:pt x="142" y="91"/>
                    <a:pt x="133" y="83"/>
                    <a:pt x="123" y="74"/>
                  </a:cubicBezTo>
                  <a:cubicBezTo>
                    <a:pt x="122" y="72"/>
                    <a:pt x="120" y="71"/>
                    <a:pt x="118" y="71"/>
                  </a:cubicBezTo>
                  <a:cubicBezTo>
                    <a:pt x="93" y="69"/>
                    <a:pt x="74" y="57"/>
                    <a:pt x="60" y="37"/>
                  </a:cubicBezTo>
                  <a:cubicBezTo>
                    <a:pt x="53" y="27"/>
                    <a:pt x="47" y="16"/>
                    <a:pt x="44" y="4"/>
                  </a:cubicBezTo>
                  <a:cubicBezTo>
                    <a:pt x="44" y="3"/>
                    <a:pt x="44" y="2"/>
                    <a:pt x="43" y="0"/>
                  </a:cubicBezTo>
                  <a:cubicBezTo>
                    <a:pt x="50" y="3"/>
                    <a:pt x="57" y="5"/>
                    <a:pt x="64" y="8"/>
                  </a:cubicBezTo>
                  <a:cubicBezTo>
                    <a:pt x="79" y="13"/>
                    <a:pt x="95" y="19"/>
                    <a:pt x="107" y="32"/>
                  </a:cubicBezTo>
                  <a:cubicBezTo>
                    <a:pt x="117" y="42"/>
                    <a:pt x="123" y="52"/>
                    <a:pt x="122" y="66"/>
                  </a:cubicBezTo>
                  <a:cubicBezTo>
                    <a:pt x="122" y="67"/>
                    <a:pt x="122" y="69"/>
                    <a:pt x="123" y="70"/>
                  </a:cubicBezTo>
                  <a:cubicBezTo>
                    <a:pt x="145" y="88"/>
                    <a:pt x="164" y="109"/>
                    <a:pt x="181" y="131"/>
                  </a:cubicBezTo>
                  <a:cubicBezTo>
                    <a:pt x="181" y="132"/>
                    <a:pt x="182" y="132"/>
                    <a:pt x="182" y="133"/>
                  </a:cubicBezTo>
                  <a:cubicBezTo>
                    <a:pt x="183" y="133"/>
                    <a:pt x="183" y="133"/>
                    <a:pt x="184" y="132"/>
                  </a:cubicBezTo>
                  <a:cubicBezTo>
                    <a:pt x="182" y="129"/>
                    <a:pt x="182" y="126"/>
                    <a:pt x="180" y="124"/>
                  </a:cubicBezTo>
                  <a:cubicBezTo>
                    <a:pt x="160" y="103"/>
                    <a:pt x="150" y="77"/>
                    <a:pt x="148" y="49"/>
                  </a:cubicBezTo>
                  <a:cubicBezTo>
                    <a:pt x="147" y="36"/>
                    <a:pt x="148" y="24"/>
                    <a:pt x="149" y="12"/>
                  </a:cubicBezTo>
                  <a:cubicBezTo>
                    <a:pt x="149" y="10"/>
                    <a:pt x="150" y="8"/>
                    <a:pt x="151" y="4"/>
                  </a:cubicBezTo>
                  <a:cubicBezTo>
                    <a:pt x="157" y="12"/>
                    <a:pt x="163" y="17"/>
                    <a:pt x="168" y="24"/>
                  </a:cubicBezTo>
                  <a:cubicBezTo>
                    <a:pt x="182" y="42"/>
                    <a:pt x="192" y="62"/>
                    <a:pt x="195" y="85"/>
                  </a:cubicBezTo>
                  <a:cubicBezTo>
                    <a:pt x="196" y="99"/>
                    <a:pt x="196" y="113"/>
                    <a:pt x="186" y="124"/>
                  </a:cubicBezTo>
                  <a:cubicBezTo>
                    <a:pt x="186" y="125"/>
                    <a:pt x="185" y="127"/>
                    <a:pt x="185" y="128"/>
                  </a:cubicBezTo>
                  <a:cubicBezTo>
                    <a:pt x="186" y="135"/>
                    <a:pt x="187" y="141"/>
                    <a:pt x="191" y="147"/>
                  </a:cubicBezTo>
                  <a:cubicBezTo>
                    <a:pt x="207" y="168"/>
                    <a:pt x="220" y="191"/>
                    <a:pt x="231" y="215"/>
                  </a:cubicBezTo>
                  <a:cubicBezTo>
                    <a:pt x="233" y="219"/>
                    <a:pt x="233" y="219"/>
                    <a:pt x="233" y="219"/>
                  </a:cubicBezTo>
                  <a:cubicBezTo>
                    <a:pt x="233" y="219"/>
                    <a:pt x="234" y="218"/>
                    <a:pt x="234" y="218"/>
                  </a:cubicBezTo>
                  <a:cubicBezTo>
                    <a:pt x="234" y="216"/>
                    <a:pt x="234" y="213"/>
                    <a:pt x="233" y="211"/>
                  </a:cubicBezTo>
                  <a:cubicBezTo>
                    <a:pt x="219" y="187"/>
                    <a:pt x="214" y="162"/>
                    <a:pt x="216" y="135"/>
                  </a:cubicBezTo>
                  <a:cubicBezTo>
                    <a:pt x="217" y="118"/>
                    <a:pt x="221" y="102"/>
                    <a:pt x="228" y="87"/>
                  </a:cubicBezTo>
                  <a:cubicBezTo>
                    <a:pt x="228" y="86"/>
                    <a:pt x="229" y="86"/>
                    <a:pt x="230" y="84"/>
                  </a:cubicBezTo>
                  <a:cubicBezTo>
                    <a:pt x="232" y="87"/>
                    <a:pt x="234" y="89"/>
                    <a:pt x="235" y="91"/>
                  </a:cubicBezTo>
                  <a:cubicBezTo>
                    <a:pt x="249" y="120"/>
                    <a:pt x="256" y="151"/>
                    <a:pt x="254" y="184"/>
                  </a:cubicBezTo>
                  <a:cubicBezTo>
                    <a:pt x="253" y="195"/>
                    <a:pt x="248" y="205"/>
                    <a:pt x="240" y="213"/>
                  </a:cubicBezTo>
                  <a:cubicBezTo>
                    <a:pt x="239" y="214"/>
                    <a:pt x="237" y="216"/>
                    <a:pt x="238" y="216"/>
                  </a:cubicBezTo>
                  <a:cubicBezTo>
                    <a:pt x="238" y="223"/>
                    <a:pt x="237" y="229"/>
                    <a:pt x="240" y="236"/>
                  </a:cubicBezTo>
                  <a:cubicBezTo>
                    <a:pt x="250" y="260"/>
                    <a:pt x="258" y="285"/>
                    <a:pt x="263" y="311"/>
                  </a:cubicBezTo>
                  <a:cubicBezTo>
                    <a:pt x="263" y="311"/>
                    <a:pt x="263" y="312"/>
                    <a:pt x="265" y="312"/>
                  </a:cubicBezTo>
                  <a:cubicBezTo>
                    <a:pt x="265" y="310"/>
                    <a:pt x="265" y="307"/>
                    <a:pt x="265" y="304"/>
                  </a:cubicBezTo>
                  <a:cubicBezTo>
                    <a:pt x="263" y="290"/>
                    <a:pt x="259" y="275"/>
                    <a:pt x="259" y="260"/>
                  </a:cubicBezTo>
                  <a:cubicBezTo>
                    <a:pt x="257" y="230"/>
                    <a:pt x="268" y="203"/>
                    <a:pt x="288" y="180"/>
                  </a:cubicBezTo>
                  <a:cubicBezTo>
                    <a:pt x="288" y="180"/>
                    <a:pt x="289" y="180"/>
                    <a:pt x="290" y="179"/>
                  </a:cubicBezTo>
                  <a:cubicBezTo>
                    <a:pt x="291" y="184"/>
                    <a:pt x="293" y="188"/>
                    <a:pt x="294" y="192"/>
                  </a:cubicBezTo>
                  <a:cubicBezTo>
                    <a:pt x="300" y="221"/>
                    <a:pt x="301" y="249"/>
                    <a:pt x="294" y="277"/>
                  </a:cubicBezTo>
                  <a:cubicBezTo>
                    <a:pt x="291" y="290"/>
                    <a:pt x="284" y="301"/>
                    <a:pt x="272" y="308"/>
                  </a:cubicBezTo>
                  <a:cubicBezTo>
                    <a:pt x="271" y="308"/>
                    <a:pt x="270" y="309"/>
                    <a:pt x="270" y="309"/>
                  </a:cubicBezTo>
                  <a:cubicBezTo>
                    <a:pt x="269" y="316"/>
                    <a:pt x="266" y="322"/>
                    <a:pt x="267" y="328"/>
                  </a:cubicBezTo>
                  <a:cubicBezTo>
                    <a:pt x="271" y="356"/>
                    <a:pt x="273" y="384"/>
                    <a:pt x="274" y="411"/>
                  </a:cubicBezTo>
                  <a:cubicBezTo>
                    <a:pt x="274" y="412"/>
                    <a:pt x="274" y="413"/>
                    <a:pt x="274" y="414"/>
                  </a:cubicBezTo>
                  <a:cubicBezTo>
                    <a:pt x="274" y="414"/>
                    <a:pt x="275" y="414"/>
                    <a:pt x="275" y="414"/>
                  </a:cubicBezTo>
                  <a:cubicBezTo>
                    <a:pt x="276" y="412"/>
                    <a:pt x="277" y="409"/>
                    <a:pt x="277" y="407"/>
                  </a:cubicBezTo>
                  <a:cubicBezTo>
                    <a:pt x="276" y="390"/>
                    <a:pt x="276" y="374"/>
                    <a:pt x="281" y="358"/>
                  </a:cubicBezTo>
                  <a:cubicBezTo>
                    <a:pt x="289" y="331"/>
                    <a:pt x="303" y="309"/>
                    <a:pt x="327" y="292"/>
                  </a:cubicBezTo>
                  <a:cubicBezTo>
                    <a:pt x="327" y="291"/>
                    <a:pt x="328" y="291"/>
                    <a:pt x="330" y="29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2" name="组合 11"/>
          <p:cNvGrpSpPr/>
          <p:nvPr/>
        </p:nvGrpSpPr>
        <p:grpSpPr>
          <a:xfrm>
            <a:off x="3762267" y="3419855"/>
            <a:ext cx="1912938" cy="481936"/>
            <a:chOff x="950977" y="2909084"/>
            <a:chExt cx="1912938" cy="481936"/>
          </a:xfrm>
        </p:grpSpPr>
        <p:sp>
          <p:nvSpPr>
            <p:cNvPr id="13" name="Freeform 5"/>
            <p:cNvSpPr>
              <a:spLocks/>
            </p:cNvSpPr>
            <p:nvPr/>
          </p:nvSpPr>
          <p:spPr bwMode="auto">
            <a:xfrm flipH="1">
              <a:off x="950977" y="2964655"/>
              <a:ext cx="184997" cy="426365"/>
            </a:xfrm>
            <a:custGeom>
              <a:avLst/>
              <a:gdLst>
                <a:gd name="T0" fmla="*/ 309 w 347"/>
                <a:gd name="T1" fmla="*/ 390 h 804"/>
                <a:gd name="T2" fmla="*/ 263 w 347"/>
                <a:gd name="T3" fmla="*/ 517 h 804"/>
                <a:gd name="T4" fmla="*/ 343 w 347"/>
                <a:gd name="T5" fmla="*/ 421 h 804"/>
                <a:gd name="T6" fmla="*/ 306 w 347"/>
                <a:gd name="T7" fmla="*/ 506 h 804"/>
                <a:gd name="T8" fmla="*/ 221 w 347"/>
                <a:gd name="T9" fmla="*/ 623 h 804"/>
                <a:gd name="T10" fmla="*/ 254 w 347"/>
                <a:gd name="T11" fmla="*/ 583 h 804"/>
                <a:gd name="T12" fmla="*/ 269 w 347"/>
                <a:gd name="T13" fmla="*/ 629 h 804"/>
                <a:gd name="T14" fmla="*/ 158 w 347"/>
                <a:gd name="T15" fmla="*/ 706 h 804"/>
                <a:gd name="T16" fmla="*/ 203 w 347"/>
                <a:gd name="T17" fmla="*/ 679 h 804"/>
                <a:gd name="T18" fmla="*/ 188 w 347"/>
                <a:gd name="T19" fmla="*/ 729 h 804"/>
                <a:gd name="T20" fmla="*/ 73 w 347"/>
                <a:gd name="T21" fmla="*/ 765 h 804"/>
                <a:gd name="T22" fmla="*/ 187 w 347"/>
                <a:gd name="T23" fmla="*/ 771 h 804"/>
                <a:gd name="T24" fmla="*/ 78 w 347"/>
                <a:gd name="T25" fmla="*/ 775 h 804"/>
                <a:gd name="T26" fmla="*/ 7 w 347"/>
                <a:gd name="T27" fmla="*/ 776 h 804"/>
                <a:gd name="T28" fmla="*/ 122 w 347"/>
                <a:gd name="T29" fmla="*/ 646 h 804"/>
                <a:gd name="T30" fmla="*/ 85 w 347"/>
                <a:gd name="T31" fmla="*/ 747 h 804"/>
                <a:gd name="T32" fmla="*/ 150 w 347"/>
                <a:gd name="T33" fmla="*/ 705 h 804"/>
                <a:gd name="T34" fmla="*/ 178 w 347"/>
                <a:gd name="T35" fmla="*/ 565 h 804"/>
                <a:gd name="T36" fmla="*/ 161 w 347"/>
                <a:gd name="T37" fmla="*/ 688 h 804"/>
                <a:gd name="T38" fmla="*/ 210 w 347"/>
                <a:gd name="T39" fmla="*/ 607 h 804"/>
                <a:gd name="T40" fmla="*/ 230 w 347"/>
                <a:gd name="T41" fmla="*/ 561 h 804"/>
                <a:gd name="T42" fmla="*/ 224 w 347"/>
                <a:gd name="T43" fmla="*/ 606 h 804"/>
                <a:gd name="T44" fmla="*/ 215 w 347"/>
                <a:gd name="T45" fmla="*/ 460 h 804"/>
                <a:gd name="T46" fmla="*/ 244 w 347"/>
                <a:gd name="T47" fmla="*/ 435 h 804"/>
                <a:gd name="T48" fmla="*/ 262 w 347"/>
                <a:gd name="T49" fmla="*/ 483 h 804"/>
                <a:gd name="T50" fmla="*/ 196 w 347"/>
                <a:gd name="T51" fmla="*/ 300 h 804"/>
                <a:gd name="T52" fmla="*/ 240 w 347"/>
                <a:gd name="T53" fmla="*/ 331 h 804"/>
                <a:gd name="T54" fmla="*/ 268 w 347"/>
                <a:gd name="T55" fmla="*/ 389 h 804"/>
                <a:gd name="T56" fmla="*/ 163 w 347"/>
                <a:gd name="T57" fmla="*/ 217 h 804"/>
                <a:gd name="T58" fmla="*/ 216 w 347"/>
                <a:gd name="T59" fmla="*/ 236 h 804"/>
                <a:gd name="T60" fmla="*/ 252 w 347"/>
                <a:gd name="T61" fmla="*/ 287 h 804"/>
                <a:gd name="T62" fmla="*/ 118 w 347"/>
                <a:gd name="T63" fmla="*/ 152 h 804"/>
                <a:gd name="T64" fmla="*/ 216 w 347"/>
                <a:gd name="T65" fmla="*/ 195 h 804"/>
                <a:gd name="T66" fmla="*/ 85 w 347"/>
                <a:gd name="T67" fmla="*/ 116 h 804"/>
                <a:gd name="T68" fmla="*/ 122 w 347"/>
                <a:gd name="T69" fmla="*/ 93 h 804"/>
                <a:gd name="T70" fmla="*/ 123 w 347"/>
                <a:gd name="T71" fmla="*/ 74 h 804"/>
                <a:gd name="T72" fmla="*/ 43 w 347"/>
                <a:gd name="T73" fmla="*/ 0 h 804"/>
                <a:gd name="T74" fmla="*/ 123 w 347"/>
                <a:gd name="T75" fmla="*/ 70 h 804"/>
                <a:gd name="T76" fmla="*/ 180 w 347"/>
                <a:gd name="T77" fmla="*/ 124 h 804"/>
                <a:gd name="T78" fmla="*/ 168 w 347"/>
                <a:gd name="T79" fmla="*/ 24 h 804"/>
                <a:gd name="T80" fmla="*/ 191 w 347"/>
                <a:gd name="T81" fmla="*/ 147 h 804"/>
                <a:gd name="T82" fmla="*/ 233 w 347"/>
                <a:gd name="T83" fmla="*/ 211 h 804"/>
                <a:gd name="T84" fmla="*/ 235 w 347"/>
                <a:gd name="T85" fmla="*/ 91 h 804"/>
                <a:gd name="T86" fmla="*/ 240 w 347"/>
                <a:gd name="T87" fmla="*/ 236 h 804"/>
                <a:gd name="T88" fmla="*/ 259 w 347"/>
                <a:gd name="T89" fmla="*/ 260 h 804"/>
                <a:gd name="T90" fmla="*/ 294 w 347"/>
                <a:gd name="T91" fmla="*/ 277 h 804"/>
                <a:gd name="T92" fmla="*/ 274 w 347"/>
                <a:gd name="T93" fmla="*/ 411 h 804"/>
                <a:gd name="T94" fmla="*/ 281 w 347"/>
                <a:gd name="T95" fmla="*/ 358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7" h="804">
                  <a:moveTo>
                    <a:pt x="330" y="290"/>
                  </a:moveTo>
                  <a:cubicBezTo>
                    <a:pt x="330" y="292"/>
                    <a:pt x="331" y="294"/>
                    <a:pt x="331" y="295"/>
                  </a:cubicBezTo>
                  <a:cubicBezTo>
                    <a:pt x="333" y="319"/>
                    <a:pt x="329" y="341"/>
                    <a:pt x="321" y="363"/>
                  </a:cubicBezTo>
                  <a:cubicBezTo>
                    <a:pt x="318" y="373"/>
                    <a:pt x="314" y="382"/>
                    <a:pt x="309" y="390"/>
                  </a:cubicBezTo>
                  <a:cubicBezTo>
                    <a:pt x="303" y="401"/>
                    <a:pt x="294" y="409"/>
                    <a:pt x="282" y="412"/>
                  </a:cubicBezTo>
                  <a:cubicBezTo>
                    <a:pt x="280" y="412"/>
                    <a:pt x="279" y="413"/>
                    <a:pt x="278" y="414"/>
                  </a:cubicBezTo>
                  <a:cubicBezTo>
                    <a:pt x="276" y="420"/>
                    <a:pt x="273" y="425"/>
                    <a:pt x="273" y="430"/>
                  </a:cubicBezTo>
                  <a:cubicBezTo>
                    <a:pt x="272" y="459"/>
                    <a:pt x="270" y="488"/>
                    <a:pt x="263" y="517"/>
                  </a:cubicBezTo>
                  <a:cubicBezTo>
                    <a:pt x="262" y="518"/>
                    <a:pt x="262" y="519"/>
                    <a:pt x="263" y="520"/>
                  </a:cubicBezTo>
                  <a:cubicBezTo>
                    <a:pt x="264" y="518"/>
                    <a:pt x="265" y="517"/>
                    <a:pt x="265" y="515"/>
                  </a:cubicBezTo>
                  <a:cubicBezTo>
                    <a:pt x="269" y="496"/>
                    <a:pt x="275" y="478"/>
                    <a:pt x="287" y="463"/>
                  </a:cubicBezTo>
                  <a:cubicBezTo>
                    <a:pt x="302" y="444"/>
                    <a:pt x="319" y="429"/>
                    <a:pt x="343" y="421"/>
                  </a:cubicBezTo>
                  <a:cubicBezTo>
                    <a:pt x="343" y="420"/>
                    <a:pt x="344" y="420"/>
                    <a:pt x="344" y="420"/>
                  </a:cubicBezTo>
                  <a:cubicBezTo>
                    <a:pt x="345" y="420"/>
                    <a:pt x="345" y="420"/>
                    <a:pt x="346" y="420"/>
                  </a:cubicBezTo>
                  <a:cubicBezTo>
                    <a:pt x="346" y="424"/>
                    <a:pt x="347" y="427"/>
                    <a:pt x="346" y="431"/>
                  </a:cubicBezTo>
                  <a:cubicBezTo>
                    <a:pt x="339" y="459"/>
                    <a:pt x="327" y="485"/>
                    <a:pt x="306" y="506"/>
                  </a:cubicBezTo>
                  <a:cubicBezTo>
                    <a:pt x="296" y="516"/>
                    <a:pt x="285" y="522"/>
                    <a:pt x="270" y="521"/>
                  </a:cubicBezTo>
                  <a:cubicBezTo>
                    <a:pt x="269" y="521"/>
                    <a:pt x="266" y="522"/>
                    <a:pt x="266" y="523"/>
                  </a:cubicBezTo>
                  <a:cubicBezTo>
                    <a:pt x="263" y="528"/>
                    <a:pt x="259" y="532"/>
                    <a:pt x="257" y="538"/>
                  </a:cubicBezTo>
                  <a:cubicBezTo>
                    <a:pt x="248" y="567"/>
                    <a:pt x="236" y="596"/>
                    <a:pt x="221" y="623"/>
                  </a:cubicBezTo>
                  <a:cubicBezTo>
                    <a:pt x="220" y="624"/>
                    <a:pt x="219" y="626"/>
                    <a:pt x="218" y="628"/>
                  </a:cubicBezTo>
                  <a:cubicBezTo>
                    <a:pt x="219" y="628"/>
                    <a:pt x="219" y="628"/>
                    <a:pt x="220" y="629"/>
                  </a:cubicBezTo>
                  <a:cubicBezTo>
                    <a:pt x="222" y="626"/>
                    <a:pt x="224" y="624"/>
                    <a:pt x="225" y="622"/>
                  </a:cubicBezTo>
                  <a:cubicBezTo>
                    <a:pt x="232" y="608"/>
                    <a:pt x="241" y="594"/>
                    <a:pt x="254" y="583"/>
                  </a:cubicBezTo>
                  <a:cubicBezTo>
                    <a:pt x="272" y="568"/>
                    <a:pt x="293" y="559"/>
                    <a:pt x="318" y="560"/>
                  </a:cubicBezTo>
                  <a:cubicBezTo>
                    <a:pt x="325" y="560"/>
                    <a:pt x="325" y="560"/>
                    <a:pt x="323" y="567"/>
                  </a:cubicBezTo>
                  <a:cubicBezTo>
                    <a:pt x="319" y="578"/>
                    <a:pt x="313" y="588"/>
                    <a:pt x="306" y="597"/>
                  </a:cubicBezTo>
                  <a:cubicBezTo>
                    <a:pt x="296" y="609"/>
                    <a:pt x="285" y="622"/>
                    <a:pt x="269" y="629"/>
                  </a:cubicBezTo>
                  <a:cubicBezTo>
                    <a:pt x="255" y="636"/>
                    <a:pt x="241" y="639"/>
                    <a:pt x="226" y="632"/>
                  </a:cubicBezTo>
                  <a:cubicBezTo>
                    <a:pt x="225" y="631"/>
                    <a:pt x="224" y="631"/>
                    <a:pt x="223" y="631"/>
                  </a:cubicBezTo>
                  <a:cubicBezTo>
                    <a:pt x="219" y="635"/>
                    <a:pt x="213" y="637"/>
                    <a:pt x="210" y="641"/>
                  </a:cubicBezTo>
                  <a:cubicBezTo>
                    <a:pt x="195" y="665"/>
                    <a:pt x="178" y="686"/>
                    <a:pt x="158" y="706"/>
                  </a:cubicBezTo>
                  <a:cubicBezTo>
                    <a:pt x="157" y="707"/>
                    <a:pt x="157" y="708"/>
                    <a:pt x="156" y="709"/>
                  </a:cubicBezTo>
                  <a:cubicBezTo>
                    <a:pt x="156" y="709"/>
                    <a:pt x="156" y="709"/>
                    <a:pt x="156" y="712"/>
                  </a:cubicBezTo>
                  <a:cubicBezTo>
                    <a:pt x="159" y="709"/>
                    <a:pt x="161" y="708"/>
                    <a:pt x="163" y="706"/>
                  </a:cubicBezTo>
                  <a:cubicBezTo>
                    <a:pt x="174" y="694"/>
                    <a:pt x="187" y="684"/>
                    <a:pt x="203" y="679"/>
                  </a:cubicBezTo>
                  <a:cubicBezTo>
                    <a:pt x="227" y="672"/>
                    <a:pt x="251" y="674"/>
                    <a:pt x="274" y="684"/>
                  </a:cubicBezTo>
                  <a:cubicBezTo>
                    <a:pt x="275" y="685"/>
                    <a:pt x="275" y="685"/>
                    <a:pt x="277" y="686"/>
                  </a:cubicBezTo>
                  <a:cubicBezTo>
                    <a:pt x="274" y="690"/>
                    <a:pt x="271" y="694"/>
                    <a:pt x="267" y="698"/>
                  </a:cubicBezTo>
                  <a:cubicBezTo>
                    <a:pt x="245" y="717"/>
                    <a:pt x="219" y="730"/>
                    <a:pt x="188" y="729"/>
                  </a:cubicBezTo>
                  <a:cubicBezTo>
                    <a:pt x="179" y="729"/>
                    <a:pt x="171" y="725"/>
                    <a:pt x="164" y="719"/>
                  </a:cubicBezTo>
                  <a:cubicBezTo>
                    <a:pt x="158" y="714"/>
                    <a:pt x="151" y="714"/>
                    <a:pt x="144" y="719"/>
                  </a:cubicBezTo>
                  <a:cubicBezTo>
                    <a:pt x="127" y="735"/>
                    <a:pt x="108" y="748"/>
                    <a:pt x="87" y="758"/>
                  </a:cubicBezTo>
                  <a:cubicBezTo>
                    <a:pt x="73" y="765"/>
                    <a:pt x="73" y="765"/>
                    <a:pt x="73" y="765"/>
                  </a:cubicBezTo>
                  <a:cubicBezTo>
                    <a:pt x="74" y="766"/>
                    <a:pt x="74" y="766"/>
                    <a:pt x="74" y="767"/>
                  </a:cubicBezTo>
                  <a:cubicBezTo>
                    <a:pt x="76" y="766"/>
                    <a:pt x="78" y="766"/>
                    <a:pt x="80" y="765"/>
                  </a:cubicBezTo>
                  <a:cubicBezTo>
                    <a:pt x="91" y="759"/>
                    <a:pt x="103" y="753"/>
                    <a:pt x="116" y="752"/>
                  </a:cubicBezTo>
                  <a:cubicBezTo>
                    <a:pt x="142" y="748"/>
                    <a:pt x="165" y="757"/>
                    <a:pt x="187" y="771"/>
                  </a:cubicBezTo>
                  <a:cubicBezTo>
                    <a:pt x="190" y="774"/>
                    <a:pt x="194" y="777"/>
                    <a:pt x="198" y="780"/>
                  </a:cubicBezTo>
                  <a:cubicBezTo>
                    <a:pt x="194" y="784"/>
                    <a:pt x="190" y="787"/>
                    <a:pt x="185" y="789"/>
                  </a:cubicBezTo>
                  <a:cubicBezTo>
                    <a:pt x="161" y="800"/>
                    <a:pt x="135" y="804"/>
                    <a:pt x="108" y="796"/>
                  </a:cubicBezTo>
                  <a:cubicBezTo>
                    <a:pt x="95" y="793"/>
                    <a:pt x="84" y="786"/>
                    <a:pt x="78" y="775"/>
                  </a:cubicBezTo>
                  <a:cubicBezTo>
                    <a:pt x="76" y="770"/>
                    <a:pt x="66" y="768"/>
                    <a:pt x="61" y="770"/>
                  </a:cubicBezTo>
                  <a:cubicBezTo>
                    <a:pt x="43" y="777"/>
                    <a:pt x="25" y="781"/>
                    <a:pt x="6" y="784"/>
                  </a:cubicBezTo>
                  <a:cubicBezTo>
                    <a:pt x="5" y="784"/>
                    <a:pt x="3" y="784"/>
                    <a:pt x="1" y="784"/>
                  </a:cubicBezTo>
                  <a:cubicBezTo>
                    <a:pt x="0" y="780"/>
                    <a:pt x="2" y="777"/>
                    <a:pt x="7" y="776"/>
                  </a:cubicBezTo>
                  <a:cubicBezTo>
                    <a:pt x="25" y="773"/>
                    <a:pt x="44" y="768"/>
                    <a:pt x="61" y="761"/>
                  </a:cubicBezTo>
                  <a:cubicBezTo>
                    <a:pt x="70" y="758"/>
                    <a:pt x="74" y="752"/>
                    <a:pt x="72" y="743"/>
                  </a:cubicBezTo>
                  <a:cubicBezTo>
                    <a:pt x="70" y="724"/>
                    <a:pt x="74" y="706"/>
                    <a:pt x="82" y="689"/>
                  </a:cubicBezTo>
                  <a:cubicBezTo>
                    <a:pt x="91" y="671"/>
                    <a:pt x="105" y="656"/>
                    <a:pt x="122" y="646"/>
                  </a:cubicBezTo>
                  <a:cubicBezTo>
                    <a:pt x="124" y="645"/>
                    <a:pt x="125" y="644"/>
                    <a:pt x="128" y="643"/>
                  </a:cubicBezTo>
                  <a:cubicBezTo>
                    <a:pt x="127" y="647"/>
                    <a:pt x="127" y="649"/>
                    <a:pt x="127" y="652"/>
                  </a:cubicBezTo>
                  <a:cubicBezTo>
                    <a:pt x="123" y="672"/>
                    <a:pt x="121" y="693"/>
                    <a:pt x="114" y="713"/>
                  </a:cubicBezTo>
                  <a:cubicBezTo>
                    <a:pt x="109" y="728"/>
                    <a:pt x="100" y="739"/>
                    <a:pt x="85" y="747"/>
                  </a:cubicBezTo>
                  <a:cubicBezTo>
                    <a:pt x="83" y="748"/>
                    <a:pt x="81" y="749"/>
                    <a:pt x="79" y="749"/>
                  </a:cubicBezTo>
                  <a:cubicBezTo>
                    <a:pt x="75" y="749"/>
                    <a:pt x="74" y="751"/>
                    <a:pt x="74" y="756"/>
                  </a:cubicBezTo>
                  <a:cubicBezTo>
                    <a:pt x="76" y="755"/>
                    <a:pt x="77" y="755"/>
                    <a:pt x="78" y="754"/>
                  </a:cubicBezTo>
                  <a:cubicBezTo>
                    <a:pt x="105" y="742"/>
                    <a:pt x="129" y="726"/>
                    <a:pt x="150" y="705"/>
                  </a:cubicBezTo>
                  <a:cubicBezTo>
                    <a:pt x="156" y="700"/>
                    <a:pt x="155" y="692"/>
                    <a:pt x="152" y="686"/>
                  </a:cubicBezTo>
                  <a:cubicBezTo>
                    <a:pt x="142" y="659"/>
                    <a:pt x="144" y="632"/>
                    <a:pt x="153" y="605"/>
                  </a:cubicBezTo>
                  <a:cubicBezTo>
                    <a:pt x="158" y="592"/>
                    <a:pt x="165" y="579"/>
                    <a:pt x="175" y="568"/>
                  </a:cubicBezTo>
                  <a:cubicBezTo>
                    <a:pt x="176" y="567"/>
                    <a:pt x="177" y="566"/>
                    <a:pt x="178" y="565"/>
                  </a:cubicBezTo>
                  <a:cubicBezTo>
                    <a:pt x="179" y="572"/>
                    <a:pt x="180" y="579"/>
                    <a:pt x="181" y="586"/>
                  </a:cubicBezTo>
                  <a:cubicBezTo>
                    <a:pt x="182" y="599"/>
                    <a:pt x="184" y="612"/>
                    <a:pt x="185" y="625"/>
                  </a:cubicBezTo>
                  <a:cubicBezTo>
                    <a:pt x="186" y="643"/>
                    <a:pt x="184" y="661"/>
                    <a:pt x="173" y="676"/>
                  </a:cubicBezTo>
                  <a:cubicBezTo>
                    <a:pt x="170" y="680"/>
                    <a:pt x="166" y="685"/>
                    <a:pt x="161" y="688"/>
                  </a:cubicBezTo>
                  <a:cubicBezTo>
                    <a:pt x="157" y="691"/>
                    <a:pt x="156" y="694"/>
                    <a:pt x="157" y="699"/>
                  </a:cubicBezTo>
                  <a:cubicBezTo>
                    <a:pt x="162" y="693"/>
                    <a:pt x="167" y="689"/>
                    <a:pt x="171" y="684"/>
                  </a:cubicBezTo>
                  <a:cubicBezTo>
                    <a:pt x="187" y="666"/>
                    <a:pt x="201" y="647"/>
                    <a:pt x="212" y="626"/>
                  </a:cubicBezTo>
                  <a:cubicBezTo>
                    <a:pt x="216" y="620"/>
                    <a:pt x="214" y="612"/>
                    <a:pt x="210" y="607"/>
                  </a:cubicBezTo>
                  <a:cubicBezTo>
                    <a:pt x="184" y="568"/>
                    <a:pt x="184" y="527"/>
                    <a:pt x="201" y="485"/>
                  </a:cubicBezTo>
                  <a:cubicBezTo>
                    <a:pt x="202" y="484"/>
                    <a:pt x="202" y="483"/>
                    <a:pt x="203" y="482"/>
                  </a:cubicBezTo>
                  <a:cubicBezTo>
                    <a:pt x="203" y="482"/>
                    <a:pt x="203" y="482"/>
                    <a:pt x="204" y="482"/>
                  </a:cubicBezTo>
                  <a:cubicBezTo>
                    <a:pt x="214" y="508"/>
                    <a:pt x="227" y="533"/>
                    <a:pt x="230" y="561"/>
                  </a:cubicBezTo>
                  <a:cubicBezTo>
                    <a:pt x="231" y="578"/>
                    <a:pt x="229" y="594"/>
                    <a:pt x="217" y="608"/>
                  </a:cubicBezTo>
                  <a:cubicBezTo>
                    <a:pt x="216" y="609"/>
                    <a:pt x="216" y="613"/>
                    <a:pt x="216" y="616"/>
                  </a:cubicBezTo>
                  <a:cubicBezTo>
                    <a:pt x="217" y="616"/>
                    <a:pt x="217" y="616"/>
                    <a:pt x="218" y="616"/>
                  </a:cubicBezTo>
                  <a:cubicBezTo>
                    <a:pt x="224" y="606"/>
                    <a:pt x="224" y="606"/>
                    <a:pt x="224" y="606"/>
                  </a:cubicBezTo>
                  <a:cubicBezTo>
                    <a:pt x="237" y="578"/>
                    <a:pt x="247" y="550"/>
                    <a:pt x="254" y="520"/>
                  </a:cubicBezTo>
                  <a:cubicBezTo>
                    <a:pt x="255" y="519"/>
                    <a:pt x="255" y="517"/>
                    <a:pt x="255" y="516"/>
                  </a:cubicBezTo>
                  <a:cubicBezTo>
                    <a:pt x="252" y="510"/>
                    <a:pt x="250" y="503"/>
                    <a:pt x="242" y="498"/>
                  </a:cubicBezTo>
                  <a:cubicBezTo>
                    <a:pt x="229" y="489"/>
                    <a:pt x="221" y="475"/>
                    <a:pt x="215" y="460"/>
                  </a:cubicBezTo>
                  <a:cubicBezTo>
                    <a:pt x="204" y="436"/>
                    <a:pt x="203" y="412"/>
                    <a:pt x="206" y="387"/>
                  </a:cubicBezTo>
                  <a:cubicBezTo>
                    <a:pt x="206" y="386"/>
                    <a:pt x="207" y="386"/>
                    <a:pt x="207" y="385"/>
                  </a:cubicBezTo>
                  <a:cubicBezTo>
                    <a:pt x="208" y="385"/>
                    <a:pt x="208" y="385"/>
                    <a:pt x="208" y="386"/>
                  </a:cubicBezTo>
                  <a:cubicBezTo>
                    <a:pt x="220" y="402"/>
                    <a:pt x="233" y="418"/>
                    <a:pt x="244" y="435"/>
                  </a:cubicBezTo>
                  <a:cubicBezTo>
                    <a:pt x="255" y="451"/>
                    <a:pt x="261" y="468"/>
                    <a:pt x="258" y="488"/>
                  </a:cubicBezTo>
                  <a:cubicBezTo>
                    <a:pt x="258" y="492"/>
                    <a:pt x="257" y="496"/>
                    <a:pt x="255" y="499"/>
                  </a:cubicBezTo>
                  <a:cubicBezTo>
                    <a:pt x="252" y="504"/>
                    <a:pt x="254" y="507"/>
                    <a:pt x="257" y="512"/>
                  </a:cubicBezTo>
                  <a:cubicBezTo>
                    <a:pt x="259" y="501"/>
                    <a:pt x="261" y="492"/>
                    <a:pt x="262" y="483"/>
                  </a:cubicBezTo>
                  <a:cubicBezTo>
                    <a:pt x="265" y="460"/>
                    <a:pt x="266" y="437"/>
                    <a:pt x="268" y="414"/>
                  </a:cubicBezTo>
                  <a:cubicBezTo>
                    <a:pt x="268" y="409"/>
                    <a:pt x="261" y="398"/>
                    <a:pt x="257" y="397"/>
                  </a:cubicBezTo>
                  <a:cubicBezTo>
                    <a:pt x="237" y="391"/>
                    <a:pt x="224" y="376"/>
                    <a:pt x="213" y="359"/>
                  </a:cubicBezTo>
                  <a:cubicBezTo>
                    <a:pt x="202" y="340"/>
                    <a:pt x="197" y="321"/>
                    <a:pt x="196" y="300"/>
                  </a:cubicBezTo>
                  <a:cubicBezTo>
                    <a:pt x="196" y="296"/>
                    <a:pt x="196" y="296"/>
                    <a:pt x="196" y="296"/>
                  </a:cubicBezTo>
                  <a:cubicBezTo>
                    <a:pt x="196" y="296"/>
                    <a:pt x="196" y="295"/>
                    <a:pt x="196" y="294"/>
                  </a:cubicBezTo>
                  <a:cubicBezTo>
                    <a:pt x="199" y="297"/>
                    <a:pt x="202" y="299"/>
                    <a:pt x="204" y="301"/>
                  </a:cubicBezTo>
                  <a:cubicBezTo>
                    <a:pt x="216" y="311"/>
                    <a:pt x="228" y="320"/>
                    <a:pt x="240" y="331"/>
                  </a:cubicBezTo>
                  <a:cubicBezTo>
                    <a:pt x="253" y="343"/>
                    <a:pt x="262" y="359"/>
                    <a:pt x="263" y="378"/>
                  </a:cubicBezTo>
                  <a:cubicBezTo>
                    <a:pt x="263" y="383"/>
                    <a:pt x="263" y="388"/>
                    <a:pt x="262" y="392"/>
                  </a:cubicBezTo>
                  <a:cubicBezTo>
                    <a:pt x="261" y="397"/>
                    <a:pt x="264" y="399"/>
                    <a:pt x="268" y="402"/>
                  </a:cubicBezTo>
                  <a:cubicBezTo>
                    <a:pt x="268" y="397"/>
                    <a:pt x="268" y="393"/>
                    <a:pt x="268" y="389"/>
                  </a:cubicBezTo>
                  <a:cubicBezTo>
                    <a:pt x="266" y="360"/>
                    <a:pt x="262" y="331"/>
                    <a:pt x="255" y="303"/>
                  </a:cubicBezTo>
                  <a:cubicBezTo>
                    <a:pt x="254" y="295"/>
                    <a:pt x="247" y="289"/>
                    <a:pt x="238" y="289"/>
                  </a:cubicBezTo>
                  <a:cubicBezTo>
                    <a:pt x="220" y="289"/>
                    <a:pt x="206" y="280"/>
                    <a:pt x="193" y="268"/>
                  </a:cubicBezTo>
                  <a:cubicBezTo>
                    <a:pt x="178" y="254"/>
                    <a:pt x="169" y="236"/>
                    <a:pt x="163" y="217"/>
                  </a:cubicBezTo>
                  <a:cubicBezTo>
                    <a:pt x="163" y="217"/>
                    <a:pt x="163" y="216"/>
                    <a:pt x="163" y="215"/>
                  </a:cubicBezTo>
                  <a:cubicBezTo>
                    <a:pt x="163" y="215"/>
                    <a:pt x="163" y="215"/>
                    <a:pt x="163" y="215"/>
                  </a:cubicBezTo>
                  <a:cubicBezTo>
                    <a:pt x="163" y="215"/>
                    <a:pt x="164" y="214"/>
                    <a:pt x="164" y="214"/>
                  </a:cubicBezTo>
                  <a:cubicBezTo>
                    <a:pt x="181" y="221"/>
                    <a:pt x="199" y="228"/>
                    <a:pt x="216" y="236"/>
                  </a:cubicBezTo>
                  <a:cubicBezTo>
                    <a:pt x="230" y="244"/>
                    <a:pt x="241" y="255"/>
                    <a:pt x="245" y="272"/>
                  </a:cubicBezTo>
                  <a:cubicBezTo>
                    <a:pt x="246" y="276"/>
                    <a:pt x="246" y="279"/>
                    <a:pt x="246" y="283"/>
                  </a:cubicBezTo>
                  <a:cubicBezTo>
                    <a:pt x="246" y="287"/>
                    <a:pt x="248" y="289"/>
                    <a:pt x="252" y="291"/>
                  </a:cubicBezTo>
                  <a:cubicBezTo>
                    <a:pt x="252" y="289"/>
                    <a:pt x="252" y="288"/>
                    <a:pt x="252" y="287"/>
                  </a:cubicBezTo>
                  <a:cubicBezTo>
                    <a:pt x="244" y="258"/>
                    <a:pt x="233" y="230"/>
                    <a:pt x="220" y="203"/>
                  </a:cubicBezTo>
                  <a:cubicBezTo>
                    <a:pt x="219" y="199"/>
                    <a:pt x="209" y="195"/>
                    <a:pt x="205" y="196"/>
                  </a:cubicBezTo>
                  <a:cubicBezTo>
                    <a:pt x="180" y="204"/>
                    <a:pt x="160" y="195"/>
                    <a:pt x="141" y="180"/>
                  </a:cubicBezTo>
                  <a:cubicBezTo>
                    <a:pt x="131" y="172"/>
                    <a:pt x="124" y="162"/>
                    <a:pt x="118" y="152"/>
                  </a:cubicBezTo>
                  <a:cubicBezTo>
                    <a:pt x="121" y="152"/>
                    <a:pt x="125" y="151"/>
                    <a:pt x="128" y="152"/>
                  </a:cubicBezTo>
                  <a:cubicBezTo>
                    <a:pt x="144" y="153"/>
                    <a:pt x="161" y="152"/>
                    <a:pt x="176" y="158"/>
                  </a:cubicBezTo>
                  <a:cubicBezTo>
                    <a:pt x="193" y="163"/>
                    <a:pt x="204" y="173"/>
                    <a:pt x="208" y="190"/>
                  </a:cubicBezTo>
                  <a:cubicBezTo>
                    <a:pt x="209" y="194"/>
                    <a:pt x="212" y="194"/>
                    <a:pt x="216" y="195"/>
                  </a:cubicBezTo>
                  <a:cubicBezTo>
                    <a:pt x="215" y="193"/>
                    <a:pt x="215" y="192"/>
                    <a:pt x="214" y="190"/>
                  </a:cubicBezTo>
                  <a:cubicBezTo>
                    <a:pt x="203" y="169"/>
                    <a:pt x="190" y="148"/>
                    <a:pt x="175" y="129"/>
                  </a:cubicBezTo>
                  <a:cubicBezTo>
                    <a:pt x="172" y="125"/>
                    <a:pt x="163" y="123"/>
                    <a:pt x="159" y="125"/>
                  </a:cubicBezTo>
                  <a:cubicBezTo>
                    <a:pt x="133" y="139"/>
                    <a:pt x="108" y="133"/>
                    <a:pt x="85" y="116"/>
                  </a:cubicBezTo>
                  <a:cubicBezTo>
                    <a:pt x="79" y="111"/>
                    <a:pt x="75" y="105"/>
                    <a:pt x="70" y="100"/>
                  </a:cubicBezTo>
                  <a:cubicBezTo>
                    <a:pt x="70" y="100"/>
                    <a:pt x="70" y="99"/>
                    <a:pt x="71" y="99"/>
                  </a:cubicBezTo>
                  <a:cubicBezTo>
                    <a:pt x="73" y="98"/>
                    <a:pt x="76" y="98"/>
                    <a:pt x="79" y="97"/>
                  </a:cubicBezTo>
                  <a:cubicBezTo>
                    <a:pt x="93" y="95"/>
                    <a:pt x="107" y="91"/>
                    <a:pt x="122" y="93"/>
                  </a:cubicBezTo>
                  <a:cubicBezTo>
                    <a:pt x="139" y="95"/>
                    <a:pt x="153" y="101"/>
                    <a:pt x="161" y="118"/>
                  </a:cubicBezTo>
                  <a:cubicBezTo>
                    <a:pt x="163" y="122"/>
                    <a:pt x="163" y="122"/>
                    <a:pt x="169" y="121"/>
                  </a:cubicBezTo>
                  <a:cubicBezTo>
                    <a:pt x="163" y="114"/>
                    <a:pt x="158" y="107"/>
                    <a:pt x="151" y="101"/>
                  </a:cubicBezTo>
                  <a:cubicBezTo>
                    <a:pt x="142" y="91"/>
                    <a:pt x="133" y="83"/>
                    <a:pt x="123" y="74"/>
                  </a:cubicBezTo>
                  <a:cubicBezTo>
                    <a:pt x="122" y="72"/>
                    <a:pt x="120" y="71"/>
                    <a:pt x="118" y="71"/>
                  </a:cubicBezTo>
                  <a:cubicBezTo>
                    <a:pt x="93" y="69"/>
                    <a:pt x="74" y="57"/>
                    <a:pt x="60" y="37"/>
                  </a:cubicBezTo>
                  <a:cubicBezTo>
                    <a:pt x="53" y="27"/>
                    <a:pt x="47" y="16"/>
                    <a:pt x="44" y="4"/>
                  </a:cubicBezTo>
                  <a:cubicBezTo>
                    <a:pt x="44" y="3"/>
                    <a:pt x="44" y="2"/>
                    <a:pt x="43" y="0"/>
                  </a:cubicBezTo>
                  <a:cubicBezTo>
                    <a:pt x="50" y="3"/>
                    <a:pt x="57" y="5"/>
                    <a:pt x="64" y="8"/>
                  </a:cubicBezTo>
                  <a:cubicBezTo>
                    <a:pt x="79" y="13"/>
                    <a:pt x="95" y="19"/>
                    <a:pt x="107" y="32"/>
                  </a:cubicBezTo>
                  <a:cubicBezTo>
                    <a:pt x="117" y="42"/>
                    <a:pt x="123" y="52"/>
                    <a:pt x="122" y="66"/>
                  </a:cubicBezTo>
                  <a:cubicBezTo>
                    <a:pt x="122" y="67"/>
                    <a:pt x="122" y="69"/>
                    <a:pt x="123" y="70"/>
                  </a:cubicBezTo>
                  <a:cubicBezTo>
                    <a:pt x="145" y="88"/>
                    <a:pt x="164" y="109"/>
                    <a:pt x="181" y="131"/>
                  </a:cubicBezTo>
                  <a:cubicBezTo>
                    <a:pt x="181" y="132"/>
                    <a:pt x="182" y="132"/>
                    <a:pt x="182" y="133"/>
                  </a:cubicBezTo>
                  <a:cubicBezTo>
                    <a:pt x="183" y="133"/>
                    <a:pt x="183" y="133"/>
                    <a:pt x="184" y="132"/>
                  </a:cubicBezTo>
                  <a:cubicBezTo>
                    <a:pt x="182" y="129"/>
                    <a:pt x="182" y="126"/>
                    <a:pt x="180" y="124"/>
                  </a:cubicBezTo>
                  <a:cubicBezTo>
                    <a:pt x="160" y="103"/>
                    <a:pt x="150" y="77"/>
                    <a:pt x="148" y="49"/>
                  </a:cubicBezTo>
                  <a:cubicBezTo>
                    <a:pt x="147" y="36"/>
                    <a:pt x="148" y="24"/>
                    <a:pt x="149" y="12"/>
                  </a:cubicBezTo>
                  <a:cubicBezTo>
                    <a:pt x="149" y="10"/>
                    <a:pt x="150" y="8"/>
                    <a:pt x="151" y="4"/>
                  </a:cubicBezTo>
                  <a:cubicBezTo>
                    <a:pt x="157" y="12"/>
                    <a:pt x="163" y="17"/>
                    <a:pt x="168" y="24"/>
                  </a:cubicBezTo>
                  <a:cubicBezTo>
                    <a:pt x="182" y="42"/>
                    <a:pt x="192" y="62"/>
                    <a:pt x="195" y="85"/>
                  </a:cubicBezTo>
                  <a:cubicBezTo>
                    <a:pt x="196" y="99"/>
                    <a:pt x="196" y="113"/>
                    <a:pt x="186" y="124"/>
                  </a:cubicBezTo>
                  <a:cubicBezTo>
                    <a:pt x="186" y="125"/>
                    <a:pt x="185" y="127"/>
                    <a:pt x="185" y="128"/>
                  </a:cubicBezTo>
                  <a:cubicBezTo>
                    <a:pt x="186" y="135"/>
                    <a:pt x="187" y="141"/>
                    <a:pt x="191" y="147"/>
                  </a:cubicBezTo>
                  <a:cubicBezTo>
                    <a:pt x="207" y="168"/>
                    <a:pt x="220" y="191"/>
                    <a:pt x="231" y="215"/>
                  </a:cubicBezTo>
                  <a:cubicBezTo>
                    <a:pt x="233" y="219"/>
                    <a:pt x="233" y="219"/>
                    <a:pt x="233" y="219"/>
                  </a:cubicBezTo>
                  <a:cubicBezTo>
                    <a:pt x="233" y="219"/>
                    <a:pt x="234" y="218"/>
                    <a:pt x="234" y="218"/>
                  </a:cubicBezTo>
                  <a:cubicBezTo>
                    <a:pt x="234" y="216"/>
                    <a:pt x="234" y="213"/>
                    <a:pt x="233" y="211"/>
                  </a:cubicBezTo>
                  <a:cubicBezTo>
                    <a:pt x="219" y="187"/>
                    <a:pt x="214" y="162"/>
                    <a:pt x="216" y="135"/>
                  </a:cubicBezTo>
                  <a:cubicBezTo>
                    <a:pt x="217" y="118"/>
                    <a:pt x="221" y="102"/>
                    <a:pt x="228" y="87"/>
                  </a:cubicBezTo>
                  <a:cubicBezTo>
                    <a:pt x="228" y="86"/>
                    <a:pt x="229" y="86"/>
                    <a:pt x="230" y="84"/>
                  </a:cubicBezTo>
                  <a:cubicBezTo>
                    <a:pt x="232" y="87"/>
                    <a:pt x="234" y="89"/>
                    <a:pt x="235" y="91"/>
                  </a:cubicBezTo>
                  <a:cubicBezTo>
                    <a:pt x="249" y="120"/>
                    <a:pt x="256" y="151"/>
                    <a:pt x="254" y="184"/>
                  </a:cubicBezTo>
                  <a:cubicBezTo>
                    <a:pt x="253" y="195"/>
                    <a:pt x="248" y="205"/>
                    <a:pt x="240" y="213"/>
                  </a:cubicBezTo>
                  <a:cubicBezTo>
                    <a:pt x="239" y="214"/>
                    <a:pt x="237" y="216"/>
                    <a:pt x="238" y="216"/>
                  </a:cubicBezTo>
                  <a:cubicBezTo>
                    <a:pt x="238" y="223"/>
                    <a:pt x="237" y="229"/>
                    <a:pt x="240" y="236"/>
                  </a:cubicBezTo>
                  <a:cubicBezTo>
                    <a:pt x="250" y="260"/>
                    <a:pt x="258" y="285"/>
                    <a:pt x="263" y="311"/>
                  </a:cubicBezTo>
                  <a:cubicBezTo>
                    <a:pt x="263" y="311"/>
                    <a:pt x="263" y="312"/>
                    <a:pt x="265" y="312"/>
                  </a:cubicBezTo>
                  <a:cubicBezTo>
                    <a:pt x="265" y="310"/>
                    <a:pt x="265" y="307"/>
                    <a:pt x="265" y="304"/>
                  </a:cubicBezTo>
                  <a:cubicBezTo>
                    <a:pt x="263" y="290"/>
                    <a:pt x="259" y="275"/>
                    <a:pt x="259" y="260"/>
                  </a:cubicBezTo>
                  <a:cubicBezTo>
                    <a:pt x="257" y="230"/>
                    <a:pt x="268" y="203"/>
                    <a:pt x="288" y="180"/>
                  </a:cubicBezTo>
                  <a:cubicBezTo>
                    <a:pt x="288" y="180"/>
                    <a:pt x="289" y="180"/>
                    <a:pt x="290" y="179"/>
                  </a:cubicBezTo>
                  <a:cubicBezTo>
                    <a:pt x="291" y="184"/>
                    <a:pt x="293" y="188"/>
                    <a:pt x="294" y="192"/>
                  </a:cubicBezTo>
                  <a:cubicBezTo>
                    <a:pt x="300" y="221"/>
                    <a:pt x="301" y="249"/>
                    <a:pt x="294" y="277"/>
                  </a:cubicBezTo>
                  <a:cubicBezTo>
                    <a:pt x="291" y="290"/>
                    <a:pt x="284" y="301"/>
                    <a:pt x="272" y="308"/>
                  </a:cubicBezTo>
                  <a:cubicBezTo>
                    <a:pt x="271" y="308"/>
                    <a:pt x="270" y="309"/>
                    <a:pt x="270" y="309"/>
                  </a:cubicBezTo>
                  <a:cubicBezTo>
                    <a:pt x="269" y="316"/>
                    <a:pt x="266" y="322"/>
                    <a:pt x="267" y="328"/>
                  </a:cubicBezTo>
                  <a:cubicBezTo>
                    <a:pt x="271" y="356"/>
                    <a:pt x="273" y="384"/>
                    <a:pt x="274" y="411"/>
                  </a:cubicBezTo>
                  <a:cubicBezTo>
                    <a:pt x="274" y="412"/>
                    <a:pt x="274" y="413"/>
                    <a:pt x="274" y="414"/>
                  </a:cubicBezTo>
                  <a:cubicBezTo>
                    <a:pt x="274" y="414"/>
                    <a:pt x="275" y="414"/>
                    <a:pt x="275" y="414"/>
                  </a:cubicBezTo>
                  <a:cubicBezTo>
                    <a:pt x="276" y="412"/>
                    <a:pt x="277" y="409"/>
                    <a:pt x="277" y="407"/>
                  </a:cubicBezTo>
                  <a:cubicBezTo>
                    <a:pt x="276" y="390"/>
                    <a:pt x="276" y="374"/>
                    <a:pt x="281" y="358"/>
                  </a:cubicBezTo>
                  <a:cubicBezTo>
                    <a:pt x="289" y="331"/>
                    <a:pt x="303" y="309"/>
                    <a:pt x="327" y="292"/>
                  </a:cubicBezTo>
                  <a:cubicBezTo>
                    <a:pt x="327" y="291"/>
                    <a:pt x="328" y="291"/>
                    <a:pt x="330" y="29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文本框 13"/>
            <p:cNvSpPr txBox="1"/>
            <p:nvPr/>
          </p:nvSpPr>
          <p:spPr>
            <a:xfrm>
              <a:off x="1139586" y="2909084"/>
              <a:ext cx="1539332" cy="471283"/>
            </a:xfrm>
            <a:prstGeom prst="rect">
              <a:avLst/>
            </a:prstGeom>
            <a:noFill/>
            <a:ln>
              <a:noFill/>
            </a:ln>
          </p:spPr>
          <p:txBody>
            <a:bodyPr wrap="square" lIns="0" tIns="0" rIns="0" bIns="0" rtlCol="0">
              <a:spAutoFit/>
            </a:bodyPr>
            <a:lstStyle/>
            <a:p>
              <a:pPr algn="ctr">
                <a:lnSpc>
                  <a:spcPct val="125000"/>
                </a:lnSpc>
              </a:pPr>
              <a:r>
                <a:rPr lang="en-US" altLang="zh-CN" sz="1400" b="1" dirty="0" smtClean="0">
                  <a:solidFill>
                    <a:schemeClr val="accent1"/>
                  </a:solidFill>
                </a:rPr>
                <a:t>20XX</a:t>
              </a:r>
            </a:p>
            <a:p>
              <a:pPr algn="ctr">
                <a:lnSpc>
                  <a:spcPct val="125000"/>
                </a:lnSpc>
              </a:pPr>
              <a:r>
                <a:rPr lang="zh-CN" altLang="en-US" sz="1050" dirty="0" smtClean="0"/>
                <a:t>荣誉</a:t>
              </a:r>
              <a:r>
                <a:rPr lang="en-US" altLang="zh-CN" sz="1050" dirty="0" smtClean="0"/>
                <a:t>/</a:t>
              </a:r>
              <a:r>
                <a:rPr lang="zh-CN" altLang="en-US" sz="1050" dirty="0" smtClean="0"/>
                <a:t>奖项</a:t>
              </a:r>
              <a:r>
                <a:rPr lang="en-US" altLang="zh-CN" sz="1050" dirty="0" smtClean="0"/>
                <a:t>/</a:t>
              </a:r>
              <a:r>
                <a:rPr lang="zh-CN" altLang="en-US" sz="1050" dirty="0" smtClean="0"/>
                <a:t>证书名称</a:t>
              </a:r>
              <a:endParaRPr lang="zh-CN" altLang="en-US" sz="1050" dirty="0"/>
            </a:p>
          </p:txBody>
        </p:sp>
        <p:sp>
          <p:nvSpPr>
            <p:cNvPr id="15" name="Freeform 5"/>
            <p:cNvSpPr>
              <a:spLocks/>
            </p:cNvSpPr>
            <p:nvPr/>
          </p:nvSpPr>
          <p:spPr bwMode="auto">
            <a:xfrm>
              <a:off x="2678918" y="2964655"/>
              <a:ext cx="184997" cy="426365"/>
            </a:xfrm>
            <a:custGeom>
              <a:avLst/>
              <a:gdLst>
                <a:gd name="T0" fmla="*/ 309 w 347"/>
                <a:gd name="T1" fmla="*/ 390 h 804"/>
                <a:gd name="T2" fmla="*/ 263 w 347"/>
                <a:gd name="T3" fmla="*/ 517 h 804"/>
                <a:gd name="T4" fmla="*/ 343 w 347"/>
                <a:gd name="T5" fmla="*/ 421 h 804"/>
                <a:gd name="T6" fmla="*/ 306 w 347"/>
                <a:gd name="T7" fmla="*/ 506 h 804"/>
                <a:gd name="T8" fmla="*/ 221 w 347"/>
                <a:gd name="T9" fmla="*/ 623 h 804"/>
                <a:gd name="T10" fmla="*/ 254 w 347"/>
                <a:gd name="T11" fmla="*/ 583 h 804"/>
                <a:gd name="T12" fmla="*/ 269 w 347"/>
                <a:gd name="T13" fmla="*/ 629 h 804"/>
                <a:gd name="T14" fmla="*/ 158 w 347"/>
                <a:gd name="T15" fmla="*/ 706 h 804"/>
                <a:gd name="T16" fmla="*/ 203 w 347"/>
                <a:gd name="T17" fmla="*/ 679 h 804"/>
                <a:gd name="T18" fmla="*/ 188 w 347"/>
                <a:gd name="T19" fmla="*/ 729 h 804"/>
                <a:gd name="T20" fmla="*/ 73 w 347"/>
                <a:gd name="T21" fmla="*/ 765 h 804"/>
                <a:gd name="T22" fmla="*/ 187 w 347"/>
                <a:gd name="T23" fmla="*/ 771 h 804"/>
                <a:gd name="T24" fmla="*/ 78 w 347"/>
                <a:gd name="T25" fmla="*/ 775 h 804"/>
                <a:gd name="T26" fmla="*/ 7 w 347"/>
                <a:gd name="T27" fmla="*/ 776 h 804"/>
                <a:gd name="T28" fmla="*/ 122 w 347"/>
                <a:gd name="T29" fmla="*/ 646 h 804"/>
                <a:gd name="T30" fmla="*/ 85 w 347"/>
                <a:gd name="T31" fmla="*/ 747 h 804"/>
                <a:gd name="T32" fmla="*/ 150 w 347"/>
                <a:gd name="T33" fmla="*/ 705 h 804"/>
                <a:gd name="T34" fmla="*/ 178 w 347"/>
                <a:gd name="T35" fmla="*/ 565 h 804"/>
                <a:gd name="T36" fmla="*/ 161 w 347"/>
                <a:gd name="T37" fmla="*/ 688 h 804"/>
                <a:gd name="T38" fmla="*/ 210 w 347"/>
                <a:gd name="T39" fmla="*/ 607 h 804"/>
                <a:gd name="T40" fmla="*/ 230 w 347"/>
                <a:gd name="T41" fmla="*/ 561 h 804"/>
                <a:gd name="T42" fmla="*/ 224 w 347"/>
                <a:gd name="T43" fmla="*/ 606 h 804"/>
                <a:gd name="T44" fmla="*/ 215 w 347"/>
                <a:gd name="T45" fmla="*/ 460 h 804"/>
                <a:gd name="T46" fmla="*/ 244 w 347"/>
                <a:gd name="T47" fmla="*/ 435 h 804"/>
                <a:gd name="T48" fmla="*/ 262 w 347"/>
                <a:gd name="T49" fmla="*/ 483 h 804"/>
                <a:gd name="T50" fmla="*/ 196 w 347"/>
                <a:gd name="T51" fmla="*/ 300 h 804"/>
                <a:gd name="T52" fmla="*/ 240 w 347"/>
                <a:gd name="T53" fmla="*/ 331 h 804"/>
                <a:gd name="T54" fmla="*/ 268 w 347"/>
                <a:gd name="T55" fmla="*/ 389 h 804"/>
                <a:gd name="T56" fmla="*/ 163 w 347"/>
                <a:gd name="T57" fmla="*/ 217 h 804"/>
                <a:gd name="T58" fmla="*/ 216 w 347"/>
                <a:gd name="T59" fmla="*/ 236 h 804"/>
                <a:gd name="T60" fmla="*/ 252 w 347"/>
                <a:gd name="T61" fmla="*/ 287 h 804"/>
                <a:gd name="T62" fmla="*/ 118 w 347"/>
                <a:gd name="T63" fmla="*/ 152 h 804"/>
                <a:gd name="T64" fmla="*/ 216 w 347"/>
                <a:gd name="T65" fmla="*/ 195 h 804"/>
                <a:gd name="T66" fmla="*/ 85 w 347"/>
                <a:gd name="T67" fmla="*/ 116 h 804"/>
                <a:gd name="T68" fmla="*/ 122 w 347"/>
                <a:gd name="T69" fmla="*/ 93 h 804"/>
                <a:gd name="T70" fmla="*/ 123 w 347"/>
                <a:gd name="T71" fmla="*/ 74 h 804"/>
                <a:gd name="T72" fmla="*/ 43 w 347"/>
                <a:gd name="T73" fmla="*/ 0 h 804"/>
                <a:gd name="T74" fmla="*/ 123 w 347"/>
                <a:gd name="T75" fmla="*/ 70 h 804"/>
                <a:gd name="T76" fmla="*/ 180 w 347"/>
                <a:gd name="T77" fmla="*/ 124 h 804"/>
                <a:gd name="T78" fmla="*/ 168 w 347"/>
                <a:gd name="T79" fmla="*/ 24 h 804"/>
                <a:gd name="T80" fmla="*/ 191 w 347"/>
                <a:gd name="T81" fmla="*/ 147 h 804"/>
                <a:gd name="T82" fmla="*/ 233 w 347"/>
                <a:gd name="T83" fmla="*/ 211 h 804"/>
                <a:gd name="T84" fmla="*/ 235 w 347"/>
                <a:gd name="T85" fmla="*/ 91 h 804"/>
                <a:gd name="T86" fmla="*/ 240 w 347"/>
                <a:gd name="T87" fmla="*/ 236 h 804"/>
                <a:gd name="T88" fmla="*/ 259 w 347"/>
                <a:gd name="T89" fmla="*/ 260 h 804"/>
                <a:gd name="T90" fmla="*/ 294 w 347"/>
                <a:gd name="T91" fmla="*/ 277 h 804"/>
                <a:gd name="T92" fmla="*/ 274 w 347"/>
                <a:gd name="T93" fmla="*/ 411 h 804"/>
                <a:gd name="T94" fmla="*/ 281 w 347"/>
                <a:gd name="T95" fmla="*/ 358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7" h="804">
                  <a:moveTo>
                    <a:pt x="330" y="290"/>
                  </a:moveTo>
                  <a:cubicBezTo>
                    <a:pt x="330" y="292"/>
                    <a:pt x="331" y="294"/>
                    <a:pt x="331" y="295"/>
                  </a:cubicBezTo>
                  <a:cubicBezTo>
                    <a:pt x="333" y="319"/>
                    <a:pt x="329" y="341"/>
                    <a:pt x="321" y="363"/>
                  </a:cubicBezTo>
                  <a:cubicBezTo>
                    <a:pt x="318" y="373"/>
                    <a:pt x="314" y="382"/>
                    <a:pt x="309" y="390"/>
                  </a:cubicBezTo>
                  <a:cubicBezTo>
                    <a:pt x="303" y="401"/>
                    <a:pt x="294" y="409"/>
                    <a:pt x="282" y="412"/>
                  </a:cubicBezTo>
                  <a:cubicBezTo>
                    <a:pt x="280" y="412"/>
                    <a:pt x="279" y="413"/>
                    <a:pt x="278" y="414"/>
                  </a:cubicBezTo>
                  <a:cubicBezTo>
                    <a:pt x="276" y="420"/>
                    <a:pt x="273" y="425"/>
                    <a:pt x="273" y="430"/>
                  </a:cubicBezTo>
                  <a:cubicBezTo>
                    <a:pt x="272" y="459"/>
                    <a:pt x="270" y="488"/>
                    <a:pt x="263" y="517"/>
                  </a:cubicBezTo>
                  <a:cubicBezTo>
                    <a:pt x="262" y="518"/>
                    <a:pt x="262" y="519"/>
                    <a:pt x="263" y="520"/>
                  </a:cubicBezTo>
                  <a:cubicBezTo>
                    <a:pt x="264" y="518"/>
                    <a:pt x="265" y="517"/>
                    <a:pt x="265" y="515"/>
                  </a:cubicBezTo>
                  <a:cubicBezTo>
                    <a:pt x="269" y="496"/>
                    <a:pt x="275" y="478"/>
                    <a:pt x="287" y="463"/>
                  </a:cubicBezTo>
                  <a:cubicBezTo>
                    <a:pt x="302" y="444"/>
                    <a:pt x="319" y="429"/>
                    <a:pt x="343" y="421"/>
                  </a:cubicBezTo>
                  <a:cubicBezTo>
                    <a:pt x="343" y="420"/>
                    <a:pt x="344" y="420"/>
                    <a:pt x="344" y="420"/>
                  </a:cubicBezTo>
                  <a:cubicBezTo>
                    <a:pt x="345" y="420"/>
                    <a:pt x="345" y="420"/>
                    <a:pt x="346" y="420"/>
                  </a:cubicBezTo>
                  <a:cubicBezTo>
                    <a:pt x="346" y="424"/>
                    <a:pt x="347" y="427"/>
                    <a:pt x="346" y="431"/>
                  </a:cubicBezTo>
                  <a:cubicBezTo>
                    <a:pt x="339" y="459"/>
                    <a:pt x="327" y="485"/>
                    <a:pt x="306" y="506"/>
                  </a:cubicBezTo>
                  <a:cubicBezTo>
                    <a:pt x="296" y="516"/>
                    <a:pt x="285" y="522"/>
                    <a:pt x="270" y="521"/>
                  </a:cubicBezTo>
                  <a:cubicBezTo>
                    <a:pt x="269" y="521"/>
                    <a:pt x="266" y="522"/>
                    <a:pt x="266" y="523"/>
                  </a:cubicBezTo>
                  <a:cubicBezTo>
                    <a:pt x="263" y="528"/>
                    <a:pt x="259" y="532"/>
                    <a:pt x="257" y="538"/>
                  </a:cubicBezTo>
                  <a:cubicBezTo>
                    <a:pt x="248" y="567"/>
                    <a:pt x="236" y="596"/>
                    <a:pt x="221" y="623"/>
                  </a:cubicBezTo>
                  <a:cubicBezTo>
                    <a:pt x="220" y="624"/>
                    <a:pt x="219" y="626"/>
                    <a:pt x="218" y="628"/>
                  </a:cubicBezTo>
                  <a:cubicBezTo>
                    <a:pt x="219" y="628"/>
                    <a:pt x="219" y="628"/>
                    <a:pt x="220" y="629"/>
                  </a:cubicBezTo>
                  <a:cubicBezTo>
                    <a:pt x="222" y="626"/>
                    <a:pt x="224" y="624"/>
                    <a:pt x="225" y="622"/>
                  </a:cubicBezTo>
                  <a:cubicBezTo>
                    <a:pt x="232" y="608"/>
                    <a:pt x="241" y="594"/>
                    <a:pt x="254" y="583"/>
                  </a:cubicBezTo>
                  <a:cubicBezTo>
                    <a:pt x="272" y="568"/>
                    <a:pt x="293" y="559"/>
                    <a:pt x="318" y="560"/>
                  </a:cubicBezTo>
                  <a:cubicBezTo>
                    <a:pt x="325" y="560"/>
                    <a:pt x="325" y="560"/>
                    <a:pt x="323" y="567"/>
                  </a:cubicBezTo>
                  <a:cubicBezTo>
                    <a:pt x="319" y="578"/>
                    <a:pt x="313" y="588"/>
                    <a:pt x="306" y="597"/>
                  </a:cubicBezTo>
                  <a:cubicBezTo>
                    <a:pt x="296" y="609"/>
                    <a:pt x="285" y="622"/>
                    <a:pt x="269" y="629"/>
                  </a:cubicBezTo>
                  <a:cubicBezTo>
                    <a:pt x="255" y="636"/>
                    <a:pt x="241" y="639"/>
                    <a:pt x="226" y="632"/>
                  </a:cubicBezTo>
                  <a:cubicBezTo>
                    <a:pt x="225" y="631"/>
                    <a:pt x="224" y="631"/>
                    <a:pt x="223" y="631"/>
                  </a:cubicBezTo>
                  <a:cubicBezTo>
                    <a:pt x="219" y="635"/>
                    <a:pt x="213" y="637"/>
                    <a:pt x="210" y="641"/>
                  </a:cubicBezTo>
                  <a:cubicBezTo>
                    <a:pt x="195" y="665"/>
                    <a:pt x="178" y="686"/>
                    <a:pt x="158" y="706"/>
                  </a:cubicBezTo>
                  <a:cubicBezTo>
                    <a:pt x="157" y="707"/>
                    <a:pt x="157" y="708"/>
                    <a:pt x="156" y="709"/>
                  </a:cubicBezTo>
                  <a:cubicBezTo>
                    <a:pt x="156" y="709"/>
                    <a:pt x="156" y="709"/>
                    <a:pt x="156" y="712"/>
                  </a:cubicBezTo>
                  <a:cubicBezTo>
                    <a:pt x="159" y="709"/>
                    <a:pt x="161" y="708"/>
                    <a:pt x="163" y="706"/>
                  </a:cubicBezTo>
                  <a:cubicBezTo>
                    <a:pt x="174" y="694"/>
                    <a:pt x="187" y="684"/>
                    <a:pt x="203" y="679"/>
                  </a:cubicBezTo>
                  <a:cubicBezTo>
                    <a:pt x="227" y="672"/>
                    <a:pt x="251" y="674"/>
                    <a:pt x="274" y="684"/>
                  </a:cubicBezTo>
                  <a:cubicBezTo>
                    <a:pt x="275" y="685"/>
                    <a:pt x="275" y="685"/>
                    <a:pt x="277" y="686"/>
                  </a:cubicBezTo>
                  <a:cubicBezTo>
                    <a:pt x="274" y="690"/>
                    <a:pt x="271" y="694"/>
                    <a:pt x="267" y="698"/>
                  </a:cubicBezTo>
                  <a:cubicBezTo>
                    <a:pt x="245" y="717"/>
                    <a:pt x="219" y="730"/>
                    <a:pt x="188" y="729"/>
                  </a:cubicBezTo>
                  <a:cubicBezTo>
                    <a:pt x="179" y="729"/>
                    <a:pt x="171" y="725"/>
                    <a:pt x="164" y="719"/>
                  </a:cubicBezTo>
                  <a:cubicBezTo>
                    <a:pt x="158" y="714"/>
                    <a:pt x="151" y="714"/>
                    <a:pt x="144" y="719"/>
                  </a:cubicBezTo>
                  <a:cubicBezTo>
                    <a:pt x="127" y="735"/>
                    <a:pt x="108" y="748"/>
                    <a:pt x="87" y="758"/>
                  </a:cubicBezTo>
                  <a:cubicBezTo>
                    <a:pt x="73" y="765"/>
                    <a:pt x="73" y="765"/>
                    <a:pt x="73" y="765"/>
                  </a:cubicBezTo>
                  <a:cubicBezTo>
                    <a:pt x="74" y="766"/>
                    <a:pt x="74" y="766"/>
                    <a:pt x="74" y="767"/>
                  </a:cubicBezTo>
                  <a:cubicBezTo>
                    <a:pt x="76" y="766"/>
                    <a:pt x="78" y="766"/>
                    <a:pt x="80" y="765"/>
                  </a:cubicBezTo>
                  <a:cubicBezTo>
                    <a:pt x="91" y="759"/>
                    <a:pt x="103" y="753"/>
                    <a:pt x="116" y="752"/>
                  </a:cubicBezTo>
                  <a:cubicBezTo>
                    <a:pt x="142" y="748"/>
                    <a:pt x="165" y="757"/>
                    <a:pt x="187" y="771"/>
                  </a:cubicBezTo>
                  <a:cubicBezTo>
                    <a:pt x="190" y="774"/>
                    <a:pt x="194" y="777"/>
                    <a:pt x="198" y="780"/>
                  </a:cubicBezTo>
                  <a:cubicBezTo>
                    <a:pt x="194" y="784"/>
                    <a:pt x="190" y="787"/>
                    <a:pt x="185" y="789"/>
                  </a:cubicBezTo>
                  <a:cubicBezTo>
                    <a:pt x="161" y="800"/>
                    <a:pt x="135" y="804"/>
                    <a:pt x="108" y="796"/>
                  </a:cubicBezTo>
                  <a:cubicBezTo>
                    <a:pt x="95" y="793"/>
                    <a:pt x="84" y="786"/>
                    <a:pt x="78" y="775"/>
                  </a:cubicBezTo>
                  <a:cubicBezTo>
                    <a:pt x="76" y="770"/>
                    <a:pt x="66" y="768"/>
                    <a:pt x="61" y="770"/>
                  </a:cubicBezTo>
                  <a:cubicBezTo>
                    <a:pt x="43" y="777"/>
                    <a:pt x="25" y="781"/>
                    <a:pt x="6" y="784"/>
                  </a:cubicBezTo>
                  <a:cubicBezTo>
                    <a:pt x="5" y="784"/>
                    <a:pt x="3" y="784"/>
                    <a:pt x="1" y="784"/>
                  </a:cubicBezTo>
                  <a:cubicBezTo>
                    <a:pt x="0" y="780"/>
                    <a:pt x="2" y="777"/>
                    <a:pt x="7" y="776"/>
                  </a:cubicBezTo>
                  <a:cubicBezTo>
                    <a:pt x="25" y="773"/>
                    <a:pt x="44" y="768"/>
                    <a:pt x="61" y="761"/>
                  </a:cubicBezTo>
                  <a:cubicBezTo>
                    <a:pt x="70" y="758"/>
                    <a:pt x="74" y="752"/>
                    <a:pt x="72" y="743"/>
                  </a:cubicBezTo>
                  <a:cubicBezTo>
                    <a:pt x="70" y="724"/>
                    <a:pt x="74" y="706"/>
                    <a:pt x="82" y="689"/>
                  </a:cubicBezTo>
                  <a:cubicBezTo>
                    <a:pt x="91" y="671"/>
                    <a:pt x="105" y="656"/>
                    <a:pt x="122" y="646"/>
                  </a:cubicBezTo>
                  <a:cubicBezTo>
                    <a:pt x="124" y="645"/>
                    <a:pt x="125" y="644"/>
                    <a:pt x="128" y="643"/>
                  </a:cubicBezTo>
                  <a:cubicBezTo>
                    <a:pt x="127" y="647"/>
                    <a:pt x="127" y="649"/>
                    <a:pt x="127" y="652"/>
                  </a:cubicBezTo>
                  <a:cubicBezTo>
                    <a:pt x="123" y="672"/>
                    <a:pt x="121" y="693"/>
                    <a:pt x="114" y="713"/>
                  </a:cubicBezTo>
                  <a:cubicBezTo>
                    <a:pt x="109" y="728"/>
                    <a:pt x="100" y="739"/>
                    <a:pt x="85" y="747"/>
                  </a:cubicBezTo>
                  <a:cubicBezTo>
                    <a:pt x="83" y="748"/>
                    <a:pt x="81" y="749"/>
                    <a:pt x="79" y="749"/>
                  </a:cubicBezTo>
                  <a:cubicBezTo>
                    <a:pt x="75" y="749"/>
                    <a:pt x="74" y="751"/>
                    <a:pt x="74" y="756"/>
                  </a:cubicBezTo>
                  <a:cubicBezTo>
                    <a:pt x="76" y="755"/>
                    <a:pt x="77" y="755"/>
                    <a:pt x="78" y="754"/>
                  </a:cubicBezTo>
                  <a:cubicBezTo>
                    <a:pt x="105" y="742"/>
                    <a:pt x="129" y="726"/>
                    <a:pt x="150" y="705"/>
                  </a:cubicBezTo>
                  <a:cubicBezTo>
                    <a:pt x="156" y="700"/>
                    <a:pt x="155" y="692"/>
                    <a:pt x="152" y="686"/>
                  </a:cubicBezTo>
                  <a:cubicBezTo>
                    <a:pt x="142" y="659"/>
                    <a:pt x="144" y="632"/>
                    <a:pt x="153" y="605"/>
                  </a:cubicBezTo>
                  <a:cubicBezTo>
                    <a:pt x="158" y="592"/>
                    <a:pt x="165" y="579"/>
                    <a:pt x="175" y="568"/>
                  </a:cubicBezTo>
                  <a:cubicBezTo>
                    <a:pt x="176" y="567"/>
                    <a:pt x="177" y="566"/>
                    <a:pt x="178" y="565"/>
                  </a:cubicBezTo>
                  <a:cubicBezTo>
                    <a:pt x="179" y="572"/>
                    <a:pt x="180" y="579"/>
                    <a:pt x="181" y="586"/>
                  </a:cubicBezTo>
                  <a:cubicBezTo>
                    <a:pt x="182" y="599"/>
                    <a:pt x="184" y="612"/>
                    <a:pt x="185" y="625"/>
                  </a:cubicBezTo>
                  <a:cubicBezTo>
                    <a:pt x="186" y="643"/>
                    <a:pt x="184" y="661"/>
                    <a:pt x="173" y="676"/>
                  </a:cubicBezTo>
                  <a:cubicBezTo>
                    <a:pt x="170" y="680"/>
                    <a:pt x="166" y="685"/>
                    <a:pt x="161" y="688"/>
                  </a:cubicBezTo>
                  <a:cubicBezTo>
                    <a:pt x="157" y="691"/>
                    <a:pt x="156" y="694"/>
                    <a:pt x="157" y="699"/>
                  </a:cubicBezTo>
                  <a:cubicBezTo>
                    <a:pt x="162" y="693"/>
                    <a:pt x="167" y="689"/>
                    <a:pt x="171" y="684"/>
                  </a:cubicBezTo>
                  <a:cubicBezTo>
                    <a:pt x="187" y="666"/>
                    <a:pt x="201" y="647"/>
                    <a:pt x="212" y="626"/>
                  </a:cubicBezTo>
                  <a:cubicBezTo>
                    <a:pt x="216" y="620"/>
                    <a:pt x="214" y="612"/>
                    <a:pt x="210" y="607"/>
                  </a:cubicBezTo>
                  <a:cubicBezTo>
                    <a:pt x="184" y="568"/>
                    <a:pt x="184" y="527"/>
                    <a:pt x="201" y="485"/>
                  </a:cubicBezTo>
                  <a:cubicBezTo>
                    <a:pt x="202" y="484"/>
                    <a:pt x="202" y="483"/>
                    <a:pt x="203" y="482"/>
                  </a:cubicBezTo>
                  <a:cubicBezTo>
                    <a:pt x="203" y="482"/>
                    <a:pt x="203" y="482"/>
                    <a:pt x="204" y="482"/>
                  </a:cubicBezTo>
                  <a:cubicBezTo>
                    <a:pt x="214" y="508"/>
                    <a:pt x="227" y="533"/>
                    <a:pt x="230" y="561"/>
                  </a:cubicBezTo>
                  <a:cubicBezTo>
                    <a:pt x="231" y="578"/>
                    <a:pt x="229" y="594"/>
                    <a:pt x="217" y="608"/>
                  </a:cubicBezTo>
                  <a:cubicBezTo>
                    <a:pt x="216" y="609"/>
                    <a:pt x="216" y="613"/>
                    <a:pt x="216" y="616"/>
                  </a:cubicBezTo>
                  <a:cubicBezTo>
                    <a:pt x="217" y="616"/>
                    <a:pt x="217" y="616"/>
                    <a:pt x="218" y="616"/>
                  </a:cubicBezTo>
                  <a:cubicBezTo>
                    <a:pt x="224" y="606"/>
                    <a:pt x="224" y="606"/>
                    <a:pt x="224" y="606"/>
                  </a:cubicBezTo>
                  <a:cubicBezTo>
                    <a:pt x="237" y="578"/>
                    <a:pt x="247" y="550"/>
                    <a:pt x="254" y="520"/>
                  </a:cubicBezTo>
                  <a:cubicBezTo>
                    <a:pt x="255" y="519"/>
                    <a:pt x="255" y="517"/>
                    <a:pt x="255" y="516"/>
                  </a:cubicBezTo>
                  <a:cubicBezTo>
                    <a:pt x="252" y="510"/>
                    <a:pt x="250" y="503"/>
                    <a:pt x="242" y="498"/>
                  </a:cubicBezTo>
                  <a:cubicBezTo>
                    <a:pt x="229" y="489"/>
                    <a:pt x="221" y="475"/>
                    <a:pt x="215" y="460"/>
                  </a:cubicBezTo>
                  <a:cubicBezTo>
                    <a:pt x="204" y="436"/>
                    <a:pt x="203" y="412"/>
                    <a:pt x="206" y="387"/>
                  </a:cubicBezTo>
                  <a:cubicBezTo>
                    <a:pt x="206" y="386"/>
                    <a:pt x="207" y="386"/>
                    <a:pt x="207" y="385"/>
                  </a:cubicBezTo>
                  <a:cubicBezTo>
                    <a:pt x="208" y="385"/>
                    <a:pt x="208" y="385"/>
                    <a:pt x="208" y="386"/>
                  </a:cubicBezTo>
                  <a:cubicBezTo>
                    <a:pt x="220" y="402"/>
                    <a:pt x="233" y="418"/>
                    <a:pt x="244" y="435"/>
                  </a:cubicBezTo>
                  <a:cubicBezTo>
                    <a:pt x="255" y="451"/>
                    <a:pt x="261" y="468"/>
                    <a:pt x="258" y="488"/>
                  </a:cubicBezTo>
                  <a:cubicBezTo>
                    <a:pt x="258" y="492"/>
                    <a:pt x="257" y="496"/>
                    <a:pt x="255" y="499"/>
                  </a:cubicBezTo>
                  <a:cubicBezTo>
                    <a:pt x="252" y="504"/>
                    <a:pt x="254" y="507"/>
                    <a:pt x="257" y="512"/>
                  </a:cubicBezTo>
                  <a:cubicBezTo>
                    <a:pt x="259" y="501"/>
                    <a:pt x="261" y="492"/>
                    <a:pt x="262" y="483"/>
                  </a:cubicBezTo>
                  <a:cubicBezTo>
                    <a:pt x="265" y="460"/>
                    <a:pt x="266" y="437"/>
                    <a:pt x="268" y="414"/>
                  </a:cubicBezTo>
                  <a:cubicBezTo>
                    <a:pt x="268" y="409"/>
                    <a:pt x="261" y="398"/>
                    <a:pt x="257" y="397"/>
                  </a:cubicBezTo>
                  <a:cubicBezTo>
                    <a:pt x="237" y="391"/>
                    <a:pt x="224" y="376"/>
                    <a:pt x="213" y="359"/>
                  </a:cubicBezTo>
                  <a:cubicBezTo>
                    <a:pt x="202" y="340"/>
                    <a:pt x="197" y="321"/>
                    <a:pt x="196" y="300"/>
                  </a:cubicBezTo>
                  <a:cubicBezTo>
                    <a:pt x="196" y="296"/>
                    <a:pt x="196" y="296"/>
                    <a:pt x="196" y="296"/>
                  </a:cubicBezTo>
                  <a:cubicBezTo>
                    <a:pt x="196" y="296"/>
                    <a:pt x="196" y="295"/>
                    <a:pt x="196" y="294"/>
                  </a:cubicBezTo>
                  <a:cubicBezTo>
                    <a:pt x="199" y="297"/>
                    <a:pt x="202" y="299"/>
                    <a:pt x="204" y="301"/>
                  </a:cubicBezTo>
                  <a:cubicBezTo>
                    <a:pt x="216" y="311"/>
                    <a:pt x="228" y="320"/>
                    <a:pt x="240" y="331"/>
                  </a:cubicBezTo>
                  <a:cubicBezTo>
                    <a:pt x="253" y="343"/>
                    <a:pt x="262" y="359"/>
                    <a:pt x="263" y="378"/>
                  </a:cubicBezTo>
                  <a:cubicBezTo>
                    <a:pt x="263" y="383"/>
                    <a:pt x="263" y="388"/>
                    <a:pt x="262" y="392"/>
                  </a:cubicBezTo>
                  <a:cubicBezTo>
                    <a:pt x="261" y="397"/>
                    <a:pt x="264" y="399"/>
                    <a:pt x="268" y="402"/>
                  </a:cubicBezTo>
                  <a:cubicBezTo>
                    <a:pt x="268" y="397"/>
                    <a:pt x="268" y="393"/>
                    <a:pt x="268" y="389"/>
                  </a:cubicBezTo>
                  <a:cubicBezTo>
                    <a:pt x="266" y="360"/>
                    <a:pt x="262" y="331"/>
                    <a:pt x="255" y="303"/>
                  </a:cubicBezTo>
                  <a:cubicBezTo>
                    <a:pt x="254" y="295"/>
                    <a:pt x="247" y="289"/>
                    <a:pt x="238" y="289"/>
                  </a:cubicBezTo>
                  <a:cubicBezTo>
                    <a:pt x="220" y="289"/>
                    <a:pt x="206" y="280"/>
                    <a:pt x="193" y="268"/>
                  </a:cubicBezTo>
                  <a:cubicBezTo>
                    <a:pt x="178" y="254"/>
                    <a:pt x="169" y="236"/>
                    <a:pt x="163" y="217"/>
                  </a:cubicBezTo>
                  <a:cubicBezTo>
                    <a:pt x="163" y="217"/>
                    <a:pt x="163" y="216"/>
                    <a:pt x="163" y="215"/>
                  </a:cubicBezTo>
                  <a:cubicBezTo>
                    <a:pt x="163" y="215"/>
                    <a:pt x="163" y="215"/>
                    <a:pt x="163" y="215"/>
                  </a:cubicBezTo>
                  <a:cubicBezTo>
                    <a:pt x="163" y="215"/>
                    <a:pt x="164" y="214"/>
                    <a:pt x="164" y="214"/>
                  </a:cubicBezTo>
                  <a:cubicBezTo>
                    <a:pt x="181" y="221"/>
                    <a:pt x="199" y="228"/>
                    <a:pt x="216" y="236"/>
                  </a:cubicBezTo>
                  <a:cubicBezTo>
                    <a:pt x="230" y="244"/>
                    <a:pt x="241" y="255"/>
                    <a:pt x="245" y="272"/>
                  </a:cubicBezTo>
                  <a:cubicBezTo>
                    <a:pt x="246" y="276"/>
                    <a:pt x="246" y="279"/>
                    <a:pt x="246" y="283"/>
                  </a:cubicBezTo>
                  <a:cubicBezTo>
                    <a:pt x="246" y="287"/>
                    <a:pt x="248" y="289"/>
                    <a:pt x="252" y="291"/>
                  </a:cubicBezTo>
                  <a:cubicBezTo>
                    <a:pt x="252" y="289"/>
                    <a:pt x="252" y="288"/>
                    <a:pt x="252" y="287"/>
                  </a:cubicBezTo>
                  <a:cubicBezTo>
                    <a:pt x="244" y="258"/>
                    <a:pt x="233" y="230"/>
                    <a:pt x="220" y="203"/>
                  </a:cubicBezTo>
                  <a:cubicBezTo>
                    <a:pt x="219" y="199"/>
                    <a:pt x="209" y="195"/>
                    <a:pt x="205" y="196"/>
                  </a:cubicBezTo>
                  <a:cubicBezTo>
                    <a:pt x="180" y="204"/>
                    <a:pt x="160" y="195"/>
                    <a:pt x="141" y="180"/>
                  </a:cubicBezTo>
                  <a:cubicBezTo>
                    <a:pt x="131" y="172"/>
                    <a:pt x="124" y="162"/>
                    <a:pt x="118" y="152"/>
                  </a:cubicBezTo>
                  <a:cubicBezTo>
                    <a:pt x="121" y="152"/>
                    <a:pt x="125" y="151"/>
                    <a:pt x="128" y="152"/>
                  </a:cubicBezTo>
                  <a:cubicBezTo>
                    <a:pt x="144" y="153"/>
                    <a:pt x="161" y="152"/>
                    <a:pt x="176" y="158"/>
                  </a:cubicBezTo>
                  <a:cubicBezTo>
                    <a:pt x="193" y="163"/>
                    <a:pt x="204" y="173"/>
                    <a:pt x="208" y="190"/>
                  </a:cubicBezTo>
                  <a:cubicBezTo>
                    <a:pt x="209" y="194"/>
                    <a:pt x="212" y="194"/>
                    <a:pt x="216" y="195"/>
                  </a:cubicBezTo>
                  <a:cubicBezTo>
                    <a:pt x="215" y="193"/>
                    <a:pt x="215" y="192"/>
                    <a:pt x="214" y="190"/>
                  </a:cubicBezTo>
                  <a:cubicBezTo>
                    <a:pt x="203" y="169"/>
                    <a:pt x="190" y="148"/>
                    <a:pt x="175" y="129"/>
                  </a:cubicBezTo>
                  <a:cubicBezTo>
                    <a:pt x="172" y="125"/>
                    <a:pt x="163" y="123"/>
                    <a:pt x="159" y="125"/>
                  </a:cubicBezTo>
                  <a:cubicBezTo>
                    <a:pt x="133" y="139"/>
                    <a:pt x="108" y="133"/>
                    <a:pt x="85" y="116"/>
                  </a:cubicBezTo>
                  <a:cubicBezTo>
                    <a:pt x="79" y="111"/>
                    <a:pt x="75" y="105"/>
                    <a:pt x="70" y="100"/>
                  </a:cubicBezTo>
                  <a:cubicBezTo>
                    <a:pt x="70" y="100"/>
                    <a:pt x="70" y="99"/>
                    <a:pt x="71" y="99"/>
                  </a:cubicBezTo>
                  <a:cubicBezTo>
                    <a:pt x="73" y="98"/>
                    <a:pt x="76" y="98"/>
                    <a:pt x="79" y="97"/>
                  </a:cubicBezTo>
                  <a:cubicBezTo>
                    <a:pt x="93" y="95"/>
                    <a:pt x="107" y="91"/>
                    <a:pt x="122" y="93"/>
                  </a:cubicBezTo>
                  <a:cubicBezTo>
                    <a:pt x="139" y="95"/>
                    <a:pt x="153" y="101"/>
                    <a:pt x="161" y="118"/>
                  </a:cubicBezTo>
                  <a:cubicBezTo>
                    <a:pt x="163" y="122"/>
                    <a:pt x="163" y="122"/>
                    <a:pt x="169" y="121"/>
                  </a:cubicBezTo>
                  <a:cubicBezTo>
                    <a:pt x="163" y="114"/>
                    <a:pt x="158" y="107"/>
                    <a:pt x="151" y="101"/>
                  </a:cubicBezTo>
                  <a:cubicBezTo>
                    <a:pt x="142" y="91"/>
                    <a:pt x="133" y="83"/>
                    <a:pt x="123" y="74"/>
                  </a:cubicBezTo>
                  <a:cubicBezTo>
                    <a:pt x="122" y="72"/>
                    <a:pt x="120" y="71"/>
                    <a:pt x="118" y="71"/>
                  </a:cubicBezTo>
                  <a:cubicBezTo>
                    <a:pt x="93" y="69"/>
                    <a:pt x="74" y="57"/>
                    <a:pt x="60" y="37"/>
                  </a:cubicBezTo>
                  <a:cubicBezTo>
                    <a:pt x="53" y="27"/>
                    <a:pt x="47" y="16"/>
                    <a:pt x="44" y="4"/>
                  </a:cubicBezTo>
                  <a:cubicBezTo>
                    <a:pt x="44" y="3"/>
                    <a:pt x="44" y="2"/>
                    <a:pt x="43" y="0"/>
                  </a:cubicBezTo>
                  <a:cubicBezTo>
                    <a:pt x="50" y="3"/>
                    <a:pt x="57" y="5"/>
                    <a:pt x="64" y="8"/>
                  </a:cubicBezTo>
                  <a:cubicBezTo>
                    <a:pt x="79" y="13"/>
                    <a:pt x="95" y="19"/>
                    <a:pt x="107" y="32"/>
                  </a:cubicBezTo>
                  <a:cubicBezTo>
                    <a:pt x="117" y="42"/>
                    <a:pt x="123" y="52"/>
                    <a:pt x="122" y="66"/>
                  </a:cubicBezTo>
                  <a:cubicBezTo>
                    <a:pt x="122" y="67"/>
                    <a:pt x="122" y="69"/>
                    <a:pt x="123" y="70"/>
                  </a:cubicBezTo>
                  <a:cubicBezTo>
                    <a:pt x="145" y="88"/>
                    <a:pt x="164" y="109"/>
                    <a:pt x="181" y="131"/>
                  </a:cubicBezTo>
                  <a:cubicBezTo>
                    <a:pt x="181" y="132"/>
                    <a:pt x="182" y="132"/>
                    <a:pt x="182" y="133"/>
                  </a:cubicBezTo>
                  <a:cubicBezTo>
                    <a:pt x="183" y="133"/>
                    <a:pt x="183" y="133"/>
                    <a:pt x="184" y="132"/>
                  </a:cubicBezTo>
                  <a:cubicBezTo>
                    <a:pt x="182" y="129"/>
                    <a:pt x="182" y="126"/>
                    <a:pt x="180" y="124"/>
                  </a:cubicBezTo>
                  <a:cubicBezTo>
                    <a:pt x="160" y="103"/>
                    <a:pt x="150" y="77"/>
                    <a:pt x="148" y="49"/>
                  </a:cubicBezTo>
                  <a:cubicBezTo>
                    <a:pt x="147" y="36"/>
                    <a:pt x="148" y="24"/>
                    <a:pt x="149" y="12"/>
                  </a:cubicBezTo>
                  <a:cubicBezTo>
                    <a:pt x="149" y="10"/>
                    <a:pt x="150" y="8"/>
                    <a:pt x="151" y="4"/>
                  </a:cubicBezTo>
                  <a:cubicBezTo>
                    <a:pt x="157" y="12"/>
                    <a:pt x="163" y="17"/>
                    <a:pt x="168" y="24"/>
                  </a:cubicBezTo>
                  <a:cubicBezTo>
                    <a:pt x="182" y="42"/>
                    <a:pt x="192" y="62"/>
                    <a:pt x="195" y="85"/>
                  </a:cubicBezTo>
                  <a:cubicBezTo>
                    <a:pt x="196" y="99"/>
                    <a:pt x="196" y="113"/>
                    <a:pt x="186" y="124"/>
                  </a:cubicBezTo>
                  <a:cubicBezTo>
                    <a:pt x="186" y="125"/>
                    <a:pt x="185" y="127"/>
                    <a:pt x="185" y="128"/>
                  </a:cubicBezTo>
                  <a:cubicBezTo>
                    <a:pt x="186" y="135"/>
                    <a:pt x="187" y="141"/>
                    <a:pt x="191" y="147"/>
                  </a:cubicBezTo>
                  <a:cubicBezTo>
                    <a:pt x="207" y="168"/>
                    <a:pt x="220" y="191"/>
                    <a:pt x="231" y="215"/>
                  </a:cubicBezTo>
                  <a:cubicBezTo>
                    <a:pt x="233" y="219"/>
                    <a:pt x="233" y="219"/>
                    <a:pt x="233" y="219"/>
                  </a:cubicBezTo>
                  <a:cubicBezTo>
                    <a:pt x="233" y="219"/>
                    <a:pt x="234" y="218"/>
                    <a:pt x="234" y="218"/>
                  </a:cubicBezTo>
                  <a:cubicBezTo>
                    <a:pt x="234" y="216"/>
                    <a:pt x="234" y="213"/>
                    <a:pt x="233" y="211"/>
                  </a:cubicBezTo>
                  <a:cubicBezTo>
                    <a:pt x="219" y="187"/>
                    <a:pt x="214" y="162"/>
                    <a:pt x="216" y="135"/>
                  </a:cubicBezTo>
                  <a:cubicBezTo>
                    <a:pt x="217" y="118"/>
                    <a:pt x="221" y="102"/>
                    <a:pt x="228" y="87"/>
                  </a:cubicBezTo>
                  <a:cubicBezTo>
                    <a:pt x="228" y="86"/>
                    <a:pt x="229" y="86"/>
                    <a:pt x="230" y="84"/>
                  </a:cubicBezTo>
                  <a:cubicBezTo>
                    <a:pt x="232" y="87"/>
                    <a:pt x="234" y="89"/>
                    <a:pt x="235" y="91"/>
                  </a:cubicBezTo>
                  <a:cubicBezTo>
                    <a:pt x="249" y="120"/>
                    <a:pt x="256" y="151"/>
                    <a:pt x="254" y="184"/>
                  </a:cubicBezTo>
                  <a:cubicBezTo>
                    <a:pt x="253" y="195"/>
                    <a:pt x="248" y="205"/>
                    <a:pt x="240" y="213"/>
                  </a:cubicBezTo>
                  <a:cubicBezTo>
                    <a:pt x="239" y="214"/>
                    <a:pt x="237" y="216"/>
                    <a:pt x="238" y="216"/>
                  </a:cubicBezTo>
                  <a:cubicBezTo>
                    <a:pt x="238" y="223"/>
                    <a:pt x="237" y="229"/>
                    <a:pt x="240" y="236"/>
                  </a:cubicBezTo>
                  <a:cubicBezTo>
                    <a:pt x="250" y="260"/>
                    <a:pt x="258" y="285"/>
                    <a:pt x="263" y="311"/>
                  </a:cubicBezTo>
                  <a:cubicBezTo>
                    <a:pt x="263" y="311"/>
                    <a:pt x="263" y="312"/>
                    <a:pt x="265" y="312"/>
                  </a:cubicBezTo>
                  <a:cubicBezTo>
                    <a:pt x="265" y="310"/>
                    <a:pt x="265" y="307"/>
                    <a:pt x="265" y="304"/>
                  </a:cubicBezTo>
                  <a:cubicBezTo>
                    <a:pt x="263" y="290"/>
                    <a:pt x="259" y="275"/>
                    <a:pt x="259" y="260"/>
                  </a:cubicBezTo>
                  <a:cubicBezTo>
                    <a:pt x="257" y="230"/>
                    <a:pt x="268" y="203"/>
                    <a:pt x="288" y="180"/>
                  </a:cubicBezTo>
                  <a:cubicBezTo>
                    <a:pt x="288" y="180"/>
                    <a:pt x="289" y="180"/>
                    <a:pt x="290" y="179"/>
                  </a:cubicBezTo>
                  <a:cubicBezTo>
                    <a:pt x="291" y="184"/>
                    <a:pt x="293" y="188"/>
                    <a:pt x="294" y="192"/>
                  </a:cubicBezTo>
                  <a:cubicBezTo>
                    <a:pt x="300" y="221"/>
                    <a:pt x="301" y="249"/>
                    <a:pt x="294" y="277"/>
                  </a:cubicBezTo>
                  <a:cubicBezTo>
                    <a:pt x="291" y="290"/>
                    <a:pt x="284" y="301"/>
                    <a:pt x="272" y="308"/>
                  </a:cubicBezTo>
                  <a:cubicBezTo>
                    <a:pt x="271" y="308"/>
                    <a:pt x="270" y="309"/>
                    <a:pt x="270" y="309"/>
                  </a:cubicBezTo>
                  <a:cubicBezTo>
                    <a:pt x="269" y="316"/>
                    <a:pt x="266" y="322"/>
                    <a:pt x="267" y="328"/>
                  </a:cubicBezTo>
                  <a:cubicBezTo>
                    <a:pt x="271" y="356"/>
                    <a:pt x="273" y="384"/>
                    <a:pt x="274" y="411"/>
                  </a:cubicBezTo>
                  <a:cubicBezTo>
                    <a:pt x="274" y="412"/>
                    <a:pt x="274" y="413"/>
                    <a:pt x="274" y="414"/>
                  </a:cubicBezTo>
                  <a:cubicBezTo>
                    <a:pt x="274" y="414"/>
                    <a:pt x="275" y="414"/>
                    <a:pt x="275" y="414"/>
                  </a:cubicBezTo>
                  <a:cubicBezTo>
                    <a:pt x="276" y="412"/>
                    <a:pt x="277" y="409"/>
                    <a:pt x="277" y="407"/>
                  </a:cubicBezTo>
                  <a:cubicBezTo>
                    <a:pt x="276" y="390"/>
                    <a:pt x="276" y="374"/>
                    <a:pt x="281" y="358"/>
                  </a:cubicBezTo>
                  <a:cubicBezTo>
                    <a:pt x="289" y="331"/>
                    <a:pt x="303" y="309"/>
                    <a:pt x="327" y="292"/>
                  </a:cubicBezTo>
                  <a:cubicBezTo>
                    <a:pt x="327" y="291"/>
                    <a:pt x="328" y="291"/>
                    <a:pt x="330" y="29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6" name="组合 15"/>
          <p:cNvGrpSpPr/>
          <p:nvPr/>
        </p:nvGrpSpPr>
        <p:grpSpPr>
          <a:xfrm>
            <a:off x="6516792" y="3419855"/>
            <a:ext cx="1912938" cy="481936"/>
            <a:chOff x="950977" y="2909084"/>
            <a:chExt cx="1912938" cy="481936"/>
          </a:xfrm>
        </p:grpSpPr>
        <p:sp>
          <p:nvSpPr>
            <p:cNvPr id="17" name="Freeform 5"/>
            <p:cNvSpPr>
              <a:spLocks/>
            </p:cNvSpPr>
            <p:nvPr/>
          </p:nvSpPr>
          <p:spPr bwMode="auto">
            <a:xfrm flipH="1">
              <a:off x="950977" y="2964655"/>
              <a:ext cx="184997" cy="426365"/>
            </a:xfrm>
            <a:custGeom>
              <a:avLst/>
              <a:gdLst>
                <a:gd name="T0" fmla="*/ 309 w 347"/>
                <a:gd name="T1" fmla="*/ 390 h 804"/>
                <a:gd name="T2" fmla="*/ 263 w 347"/>
                <a:gd name="T3" fmla="*/ 517 h 804"/>
                <a:gd name="T4" fmla="*/ 343 w 347"/>
                <a:gd name="T5" fmla="*/ 421 h 804"/>
                <a:gd name="T6" fmla="*/ 306 w 347"/>
                <a:gd name="T7" fmla="*/ 506 h 804"/>
                <a:gd name="T8" fmla="*/ 221 w 347"/>
                <a:gd name="T9" fmla="*/ 623 h 804"/>
                <a:gd name="T10" fmla="*/ 254 w 347"/>
                <a:gd name="T11" fmla="*/ 583 h 804"/>
                <a:gd name="T12" fmla="*/ 269 w 347"/>
                <a:gd name="T13" fmla="*/ 629 h 804"/>
                <a:gd name="T14" fmla="*/ 158 w 347"/>
                <a:gd name="T15" fmla="*/ 706 h 804"/>
                <a:gd name="T16" fmla="*/ 203 w 347"/>
                <a:gd name="T17" fmla="*/ 679 h 804"/>
                <a:gd name="T18" fmla="*/ 188 w 347"/>
                <a:gd name="T19" fmla="*/ 729 h 804"/>
                <a:gd name="T20" fmla="*/ 73 w 347"/>
                <a:gd name="T21" fmla="*/ 765 h 804"/>
                <a:gd name="T22" fmla="*/ 187 w 347"/>
                <a:gd name="T23" fmla="*/ 771 h 804"/>
                <a:gd name="T24" fmla="*/ 78 w 347"/>
                <a:gd name="T25" fmla="*/ 775 h 804"/>
                <a:gd name="T26" fmla="*/ 7 w 347"/>
                <a:gd name="T27" fmla="*/ 776 h 804"/>
                <a:gd name="T28" fmla="*/ 122 w 347"/>
                <a:gd name="T29" fmla="*/ 646 h 804"/>
                <a:gd name="T30" fmla="*/ 85 w 347"/>
                <a:gd name="T31" fmla="*/ 747 h 804"/>
                <a:gd name="T32" fmla="*/ 150 w 347"/>
                <a:gd name="T33" fmla="*/ 705 h 804"/>
                <a:gd name="T34" fmla="*/ 178 w 347"/>
                <a:gd name="T35" fmla="*/ 565 h 804"/>
                <a:gd name="T36" fmla="*/ 161 w 347"/>
                <a:gd name="T37" fmla="*/ 688 h 804"/>
                <a:gd name="T38" fmla="*/ 210 w 347"/>
                <a:gd name="T39" fmla="*/ 607 h 804"/>
                <a:gd name="T40" fmla="*/ 230 w 347"/>
                <a:gd name="T41" fmla="*/ 561 h 804"/>
                <a:gd name="T42" fmla="*/ 224 w 347"/>
                <a:gd name="T43" fmla="*/ 606 h 804"/>
                <a:gd name="T44" fmla="*/ 215 w 347"/>
                <a:gd name="T45" fmla="*/ 460 h 804"/>
                <a:gd name="T46" fmla="*/ 244 w 347"/>
                <a:gd name="T47" fmla="*/ 435 h 804"/>
                <a:gd name="T48" fmla="*/ 262 w 347"/>
                <a:gd name="T49" fmla="*/ 483 h 804"/>
                <a:gd name="T50" fmla="*/ 196 w 347"/>
                <a:gd name="T51" fmla="*/ 300 h 804"/>
                <a:gd name="T52" fmla="*/ 240 w 347"/>
                <a:gd name="T53" fmla="*/ 331 h 804"/>
                <a:gd name="T54" fmla="*/ 268 w 347"/>
                <a:gd name="T55" fmla="*/ 389 h 804"/>
                <a:gd name="T56" fmla="*/ 163 w 347"/>
                <a:gd name="T57" fmla="*/ 217 h 804"/>
                <a:gd name="T58" fmla="*/ 216 w 347"/>
                <a:gd name="T59" fmla="*/ 236 h 804"/>
                <a:gd name="T60" fmla="*/ 252 w 347"/>
                <a:gd name="T61" fmla="*/ 287 h 804"/>
                <a:gd name="T62" fmla="*/ 118 w 347"/>
                <a:gd name="T63" fmla="*/ 152 h 804"/>
                <a:gd name="T64" fmla="*/ 216 w 347"/>
                <a:gd name="T65" fmla="*/ 195 h 804"/>
                <a:gd name="T66" fmla="*/ 85 w 347"/>
                <a:gd name="T67" fmla="*/ 116 h 804"/>
                <a:gd name="T68" fmla="*/ 122 w 347"/>
                <a:gd name="T69" fmla="*/ 93 h 804"/>
                <a:gd name="T70" fmla="*/ 123 w 347"/>
                <a:gd name="T71" fmla="*/ 74 h 804"/>
                <a:gd name="T72" fmla="*/ 43 w 347"/>
                <a:gd name="T73" fmla="*/ 0 h 804"/>
                <a:gd name="T74" fmla="*/ 123 w 347"/>
                <a:gd name="T75" fmla="*/ 70 h 804"/>
                <a:gd name="T76" fmla="*/ 180 w 347"/>
                <a:gd name="T77" fmla="*/ 124 h 804"/>
                <a:gd name="T78" fmla="*/ 168 w 347"/>
                <a:gd name="T79" fmla="*/ 24 h 804"/>
                <a:gd name="T80" fmla="*/ 191 w 347"/>
                <a:gd name="T81" fmla="*/ 147 h 804"/>
                <a:gd name="T82" fmla="*/ 233 w 347"/>
                <a:gd name="T83" fmla="*/ 211 h 804"/>
                <a:gd name="T84" fmla="*/ 235 w 347"/>
                <a:gd name="T85" fmla="*/ 91 h 804"/>
                <a:gd name="T86" fmla="*/ 240 w 347"/>
                <a:gd name="T87" fmla="*/ 236 h 804"/>
                <a:gd name="T88" fmla="*/ 259 w 347"/>
                <a:gd name="T89" fmla="*/ 260 h 804"/>
                <a:gd name="T90" fmla="*/ 294 w 347"/>
                <a:gd name="T91" fmla="*/ 277 h 804"/>
                <a:gd name="T92" fmla="*/ 274 w 347"/>
                <a:gd name="T93" fmla="*/ 411 h 804"/>
                <a:gd name="T94" fmla="*/ 281 w 347"/>
                <a:gd name="T95" fmla="*/ 358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7" h="804">
                  <a:moveTo>
                    <a:pt x="330" y="290"/>
                  </a:moveTo>
                  <a:cubicBezTo>
                    <a:pt x="330" y="292"/>
                    <a:pt x="331" y="294"/>
                    <a:pt x="331" y="295"/>
                  </a:cubicBezTo>
                  <a:cubicBezTo>
                    <a:pt x="333" y="319"/>
                    <a:pt x="329" y="341"/>
                    <a:pt x="321" y="363"/>
                  </a:cubicBezTo>
                  <a:cubicBezTo>
                    <a:pt x="318" y="373"/>
                    <a:pt x="314" y="382"/>
                    <a:pt x="309" y="390"/>
                  </a:cubicBezTo>
                  <a:cubicBezTo>
                    <a:pt x="303" y="401"/>
                    <a:pt x="294" y="409"/>
                    <a:pt x="282" y="412"/>
                  </a:cubicBezTo>
                  <a:cubicBezTo>
                    <a:pt x="280" y="412"/>
                    <a:pt x="279" y="413"/>
                    <a:pt x="278" y="414"/>
                  </a:cubicBezTo>
                  <a:cubicBezTo>
                    <a:pt x="276" y="420"/>
                    <a:pt x="273" y="425"/>
                    <a:pt x="273" y="430"/>
                  </a:cubicBezTo>
                  <a:cubicBezTo>
                    <a:pt x="272" y="459"/>
                    <a:pt x="270" y="488"/>
                    <a:pt x="263" y="517"/>
                  </a:cubicBezTo>
                  <a:cubicBezTo>
                    <a:pt x="262" y="518"/>
                    <a:pt x="262" y="519"/>
                    <a:pt x="263" y="520"/>
                  </a:cubicBezTo>
                  <a:cubicBezTo>
                    <a:pt x="264" y="518"/>
                    <a:pt x="265" y="517"/>
                    <a:pt x="265" y="515"/>
                  </a:cubicBezTo>
                  <a:cubicBezTo>
                    <a:pt x="269" y="496"/>
                    <a:pt x="275" y="478"/>
                    <a:pt x="287" y="463"/>
                  </a:cubicBezTo>
                  <a:cubicBezTo>
                    <a:pt x="302" y="444"/>
                    <a:pt x="319" y="429"/>
                    <a:pt x="343" y="421"/>
                  </a:cubicBezTo>
                  <a:cubicBezTo>
                    <a:pt x="343" y="420"/>
                    <a:pt x="344" y="420"/>
                    <a:pt x="344" y="420"/>
                  </a:cubicBezTo>
                  <a:cubicBezTo>
                    <a:pt x="345" y="420"/>
                    <a:pt x="345" y="420"/>
                    <a:pt x="346" y="420"/>
                  </a:cubicBezTo>
                  <a:cubicBezTo>
                    <a:pt x="346" y="424"/>
                    <a:pt x="347" y="427"/>
                    <a:pt x="346" y="431"/>
                  </a:cubicBezTo>
                  <a:cubicBezTo>
                    <a:pt x="339" y="459"/>
                    <a:pt x="327" y="485"/>
                    <a:pt x="306" y="506"/>
                  </a:cubicBezTo>
                  <a:cubicBezTo>
                    <a:pt x="296" y="516"/>
                    <a:pt x="285" y="522"/>
                    <a:pt x="270" y="521"/>
                  </a:cubicBezTo>
                  <a:cubicBezTo>
                    <a:pt x="269" y="521"/>
                    <a:pt x="266" y="522"/>
                    <a:pt x="266" y="523"/>
                  </a:cubicBezTo>
                  <a:cubicBezTo>
                    <a:pt x="263" y="528"/>
                    <a:pt x="259" y="532"/>
                    <a:pt x="257" y="538"/>
                  </a:cubicBezTo>
                  <a:cubicBezTo>
                    <a:pt x="248" y="567"/>
                    <a:pt x="236" y="596"/>
                    <a:pt x="221" y="623"/>
                  </a:cubicBezTo>
                  <a:cubicBezTo>
                    <a:pt x="220" y="624"/>
                    <a:pt x="219" y="626"/>
                    <a:pt x="218" y="628"/>
                  </a:cubicBezTo>
                  <a:cubicBezTo>
                    <a:pt x="219" y="628"/>
                    <a:pt x="219" y="628"/>
                    <a:pt x="220" y="629"/>
                  </a:cubicBezTo>
                  <a:cubicBezTo>
                    <a:pt x="222" y="626"/>
                    <a:pt x="224" y="624"/>
                    <a:pt x="225" y="622"/>
                  </a:cubicBezTo>
                  <a:cubicBezTo>
                    <a:pt x="232" y="608"/>
                    <a:pt x="241" y="594"/>
                    <a:pt x="254" y="583"/>
                  </a:cubicBezTo>
                  <a:cubicBezTo>
                    <a:pt x="272" y="568"/>
                    <a:pt x="293" y="559"/>
                    <a:pt x="318" y="560"/>
                  </a:cubicBezTo>
                  <a:cubicBezTo>
                    <a:pt x="325" y="560"/>
                    <a:pt x="325" y="560"/>
                    <a:pt x="323" y="567"/>
                  </a:cubicBezTo>
                  <a:cubicBezTo>
                    <a:pt x="319" y="578"/>
                    <a:pt x="313" y="588"/>
                    <a:pt x="306" y="597"/>
                  </a:cubicBezTo>
                  <a:cubicBezTo>
                    <a:pt x="296" y="609"/>
                    <a:pt x="285" y="622"/>
                    <a:pt x="269" y="629"/>
                  </a:cubicBezTo>
                  <a:cubicBezTo>
                    <a:pt x="255" y="636"/>
                    <a:pt x="241" y="639"/>
                    <a:pt x="226" y="632"/>
                  </a:cubicBezTo>
                  <a:cubicBezTo>
                    <a:pt x="225" y="631"/>
                    <a:pt x="224" y="631"/>
                    <a:pt x="223" y="631"/>
                  </a:cubicBezTo>
                  <a:cubicBezTo>
                    <a:pt x="219" y="635"/>
                    <a:pt x="213" y="637"/>
                    <a:pt x="210" y="641"/>
                  </a:cubicBezTo>
                  <a:cubicBezTo>
                    <a:pt x="195" y="665"/>
                    <a:pt x="178" y="686"/>
                    <a:pt x="158" y="706"/>
                  </a:cubicBezTo>
                  <a:cubicBezTo>
                    <a:pt x="157" y="707"/>
                    <a:pt x="157" y="708"/>
                    <a:pt x="156" y="709"/>
                  </a:cubicBezTo>
                  <a:cubicBezTo>
                    <a:pt x="156" y="709"/>
                    <a:pt x="156" y="709"/>
                    <a:pt x="156" y="712"/>
                  </a:cubicBezTo>
                  <a:cubicBezTo>
                    <a:pt x="159" y="709"/>
                    <a:pt x="161" y="708"/>
                    <a:pt x="163" y="706"/>
                  </a:cubicBezTo>
                  <a:cubicBezTo>
                    <a:pt x="174" y="694"/>
                    <a:pt x="187" y="684"/>
                    <a:pt x="203" y="679"/>
                  </a:cubicBezTo>
                  <a:cubicBezTo>
                    <a:pt x="227" y="672"/>
                    <a:pt x="251" y="674"/>
                    <a:pt x="274" y="684"/>
                  </a:cubicBezTo>
                  <a:cubicBezTo>
                    <a:pt x="275" y="685"/>
                    <a:pt x="275" y="685"/>
                    <a:pt x="277" y="686"/>
                  </a:cubicBezTo>
                  <a:cubicBezTo>
                    <a:pt x="274" y="690"/>
                    <a:pt x="271" y="694"/>
                    <a:pt x="267" y="698"/>
                  </a:cubicBezTo>
                  <a:cubicBezTo>
                    <a:pt x="245" y="717"/>
                    <a:pt x="219" y="730"/>
                    <a:pt x="188" y="729"/>
                  </a:cubicBezTo>
                  <a:cubicBezTo>
                    <a:pt x="179" y="729"/>
                    <a:pt x="171" y="725"/>
                    <a:pt x="164" y="719"/>
                  </a:cubicBezTo>
                  <a:cubicBezTo>
                    <a:pt x="158" y="714"/>
                    <a:pt x="151" y="714"/>
                    <a:pt x="144" y="719"/>
                  </a:cubicBezTo>
                  <a:cubicBezTo>
                    <a:pt x="127" y="735"/>
                    <a:pt x="108" y="748"/>
                    <a:pt x="87" y="758"/>
                  </a:cubicBezTo>
                  <a:cubicBezTo>
                    <a:pt x="73" y="765"/>
                    <a:pt x="73" y="765"/>
                    <a:pt x="73" y="765"/>
                  </a:cubicBezTo>
                  <a:cubicBezTo>
                    <a:pt x="74" y="766"/>
                    <a:pt x="74" y="766"/>
                    <a:pt x="74" y="767"/>
                  </a:cubicBezTo>
                  <a:cubicBezTo>
                    <a:pt x="76" y="766"/>
                    <a:pt x="78" y="766"/>
                    <a:pt x="80" y="765"/>
                  </a:cubicBezTo>
                  <a:cubicBezTo>
                    <a:pt x="91" y="759"/>
                    <a:pt x="103" y="753"/>
                    <a:pt x="116" y="752"/>
                  </a:cubicBezTo>
                  <a:cubicBezTo>
                    <a:pt x="142" y="748"/>
                    <a:pt x="165" y="757"/>
                    <a:pt x="187" y="771"/>
                  </a:cubicBezTo>
                  <a:cubicBezTo>
                    <a:pt x="190" y="774"/>
                    <a:pt x="194" y="777"/>
                    <a:pt x="198" y="780"/>
                  </a:cubicBezTo>
                  <a:cubicBezTo>
                    <a:pt x="194" y="784"/>
                    <a:pt x="190" y="787"/>
                    <a:pt x="185" y="789"/>
                  </a:cubicBezTo>
                  <a:cubicBezTo>
                    <a:pt x="161" y="800"/>
                    <a:pt x="135" y="804"/>
                    <a:pt x="108" y="796"/>
                  </a:cubicBezTo>
                  <a:cubicBezTo>
                    <a:pt x="95" y="793"/>
                    <a:pt x="84" y="786"/>
                    <a:pt x="78" y="775"/>
                  </a:cubicBezTo>
                  <a:cubicBezTo>
                    <a:pt x="76" y="770"/>
                    <a:pt x="66" y="768"/>
                    <a:pt x="61" y="770"/>
                  </a:cubicBezTo>
                  <a:cubicBezTo>
                    <a:pt x="43" y="777"/>
                    <a:pt x="25" y="781"/>
                    <a:pt x="6" y="784"/>
                  </a:cubicBezTo>
                  <a:cubicBezTo>
                    <a:pt x="5" y="784"/>
                    <a:pt x="3" y="784"/>
                    <a:pt x="1" y="784"/>
                  </a:cubicBezTo>
                  <a:cubicBezTo>
                    <a:pt x="0" y="780"/>
                    <a:pt x="2" y="777"/>
                    <a:pt x="7" y="776"/>
                  </a:cubicBezTo>
                  <a:cubicBezTo>
                    <a:pt x="25" y="773"/>
                    <a:pt x="44" y="768"/>
                    <a:pt x="61" y="761"/>
                  </a:cubicBezTo>
                  <a:cubicBezTo>
                    <a:pt x="70" y="758"/>
                    <a:pt x="74" y="752"/>
                    <a:pt x="72" y="743"/>
                  </a:cubicBezTo>
                  <a:cubicBezTo>
                    <a:pt x="70" y="724"/>
                    <a:pt x="74" y="706"/>
                    <a:pt x="82" y="689"/>
                  </a:cubicBezTo>
                  <a:cubicBezTo>
                    <a:pt x="91" y="671"/>
                    <a:pt x="105" y="656"/>
                    <a:pt x="122" y="646"/>
                  </a:cubicBezTo>
                  <a:cubicBezTo>
                    <a:pt x="124" y="645"/>
                    <a:pt x="125" y="644"/>
                    <a:pt x="128" y="643"/>
                  </a:cubicBezTo>
                  <a:cubicBezTo>
                    <a:pt x="127" y="647"/>
                    <a:pt x="127" y="649"/>
                    <a:pt x="127" y="652"/>
                  </a:cubicBezTo>
                  <a:cubicBezTo>
                    <a:pt x="123" y="672"/>
                    <a:pt x="121" y="693"/>
                    <a:pt x="114" y="713"/>
                  </a:cubicBezTo>
                  <a:cubicBezTo>
                    <a:pt x="109" y="728"/>
                    <a:pt x="100" y="739"/>
                    <a:pt x="85" y="747"/>
                  </a:cubicBezTo>
                  <a:cubicBezTo>
                    <a:pt x="83" y="748"/>
                    <a:pt x="81" y="749"/>
                    <a:pt x="79" y="749"/>
                  </a:cubicBezTo>
                  <a:cubicBezTo>
                    <a:pt x="75" y="749"/>
                    <a:pt x="74" y="751"/>
                    <a:pt x="74" y="756"/>
                  </a:cubicBezTo>
                  <a:cubicBezTo>
                    <a:pt x="76" y="755"/>
                    <a:pt x="77" y="755"/>
                    <a:pt x="78" y="754"/>
                  </a:cubicBezTo>
                  <a:cubicBezTo>
                    <a:pt x="105" y="742"/>
                    <a:pt x="129" y="726"/>
                    <a:pt x="150" y="705"/>
                  </a:cubicBezTo>
                  <a:cubicBezTo>
                    <a:pt x="156" y="700"/>
                    <a:pt x="155" y="692"/>
                    <a:pt x="152" y="686"/>
                  </a:cubicBezTo>
                  <a:cubicBezTo>
                    <a:pt x="142" y="659"/>
                    <a:pt x="144" y="632"/>
                    <a:pt x="153" y="605"/>
                  </a:cubicBezTo>
                  <a:cubicBezTo>
                    <a:pt x="158" y="592"/>
                    <a:pt x="165" y="579"/>
                    <a:pt x="175" y="568"/>
                  </a:cubicBezTo>
                  <a:cubicBezTo>
                    <a:pt x="176" y="567"/>
                    <a:pt x="177" y="566"/>
                    <a:pt x="178" y="565"/>
                  </a:cubicBezTo>
                  <a:cubicBezTo>
                    <a:pt x="179" y="572"/>
                    <a:pt x="180" y="579"/>
                    <a:pt x="181" y="586"/>
                  </a:cubicBezTo>
                  <a:cubicBezTo>
                    <a:pt x="182" y="599"/>
                    <a:pt x="184" y="612"/>
                    <a:pt x="185" y="625"/>
                  </a:cubicBezTo>
                  <a:cubicBezTo>
                    <a:pt x="186" y="643"/>
                    <a:pt x="184" y="661"/>
                    <a:pt x="173" y="676"/>
                  </a:cubicBezTo>
                  <a:cubicBezTo>
                    <a:pt x="170" y="680"/>
                    <a:pt x="166" y="685"/>
                    <a:pt x="161" y="688"/>
                  </a:cubicBezTo>
                  <a:cubicBezTo>
                    <a:pt x="157" y="691"/>
                    <a:pt x="156" y="694"/>
                    <a:pt x="157" y="699"/>
                  </a:cubicBezTo>
                  <a:cubicBezTo>
                    <a:pt x="162" y="693"/>
                    <a:pt x="167" y="689"/>
                    <a:pt x="171" y="684"/>
                  </a:cubicBezTo>
                  <a:cubicBezTo>
                    <a:pt x="187" y="666"/>
                    <a:pt x="201" y="647"/>
                    <a:pt x="212" y="626"/>
                  </a:cubicBezTo>
                  <a:cubicBezTo>
                    <a:pt x="216" y="620"/>
                    <a:pt x="214" y="612"/>
                    <a:pt x="210" y="607"/>
                  </a:cubicBezTo>
                  <a:cubicBezTo>
                    <a:pt x="184" y="568"/>
                    <a:pt x="184" y="527"/>
                    <a:pt x="201" y="485"/>
                  </a:cubicBezTo>
                  <a:cubicBezTo>
                    <a:pt x="202" y="484"/>
                    <a:pt x="202" y="483"/>
                    <a:pt x="203" y="482"/>
                  </a:cubicBezTo>
                  <a:cubicBezTo>
                    <a:pt x="203" y="482"/>
                    <a:pt x="203" y="482"/>
                    <a:pt x="204" y="482"/>
                  </a:cubicBezTo>
                  <a:cubicBezTo>
                    <a:pt x="214" y="508"/>
                    <a:pt x="227" y="533"/>
                    <a:pt x="230" y="561"/>
                  </a:cubicBezTo>
                  <a:cubicBezTo>
                    <a:pt x="231" y="578"/>
                    <a:pt x="229" y="594"/>
                    <a:pt x="217" y="608"/>
                  </a:cubicBezTo>
                  <a:cubicBezTo>
                    <a:pt x="216" y="609"/>
                    <a:pt x="216" y="613"/>
                    <a:pt x="216" y="616"/>
                  </a:cubicBezTo>
                  <a:cubicBezTo>
                    <a:pt x="217" y="616"/>
                    <a:pt x="217" y="616"/>
                    <a:pt x="218" y="616"/>
                  </a:cubicBezTo>
                  <a:cubicBezTo>
                    <a:pt x="224" y="606"/>
                    <a:pt x="224" y="606"/>
                    <a:pt x="224" y="606"/>
                  </a:cubicBezTo>
                  <a:cubicBezTo>
                    <a:pt x="237" y="578"/>
                    <a:pt x="247" y="550"/>
                    <a:pt x="254" y="520"/>
                  </a:cubicBezTo>
                  <a:cubicBezTo>
                    <a:pt x="255" y="519"/>
                    <a:pt x="255" y="517"/>
                    <a:pt x="255" y="516"/>
                  </a:cubicBezTo>
                  <a:cubicBezTo>
                    <a:pt x="252" y="510"/>
                    <a:pt x="250" y="503"/>
                    <a:pt x="242" y="498"/>
                  </a:cubicBezTo>
                  <a:cubicBezTo>
                    <a:pt x="229" y="489"/>
                    <a:pt x="221" y="475"/>
                    <a:pt x="215" y="460"/>
                  </a:cubicBezTo>
                  <a:cubicBezTo>
                    <a:pt x="204" y="436"/>
                    <a:pt x="203" y="412"/>
                    <a:pt x="206" y="387"/>
                  </a:cubicBezTo>
                  <a:cubicBezTo>
                    <a:pt x="206" y="386"/>
                    <a:pt x="207" y="386"/>
                    <a:pt x="207" y="385"/>
                  </a:cubicBezTo>
                  <a:cubicBezTo>
                    <a:pt x="208" y="385"/>
                    <a:pt x="208" y="385"/>
                    <a:pt x="208" y="386"/>
                  </a:cubicBezTo>
                  <a:cubicBezTo>
                    <a:pt x="220" y="402"/>
                    <a:pt x="233" y="418"/>
                    <a:pt x="244" y="435"/>
                  </a:cubicBezTo>
                  <a:cubicBezTo>
                    <a:pt x="255" y="451"/>
                    <a:pt x="261" y="468"/>
                    <a:pt x="258" y="488"/>
                  </a:cubicBezTo>
                  <a:cubicBezTo>
                    <a:pt x="258" y="492"/>
                    <a:pt x="257" y="496"/>
                    <a:pt x="255" y="499"/>
                  </a:cubicBezTo>
                  <a:cubicBezTo>
                    <a:pt x="252" y="504"/>
                    <a:pt x="254" y="507"/>
                    <a:pt x="257" y="512"/>
                  </a:cubicBezTo>
                  <a:cubicBezTo>
                    <a:pt x="259" y="501"/>
                    <a:pt x="261" y="492"/>
                    <a:pt x="262" y="483"/>
                  </a:cubicBezTo>
                  <a:cubicBezTo>
                    <a:pt x="265" y="460"/>
                    <a:pt x="266" y="437"/>
                    <a:pt x="268" y="414"/>
                  </a:cubicBezTo>
                  <a:cubicBezTo>
                    <a:pt x="268" y="409"/>
                    <a:pt x="261" y="398"/>
                    <a:pt x="257" y="397"/>
                  </a:cubicBezTo>
                  <a:cubicBezTo>
                    <a:pt x="237" y="391"/>
                    <a:pt x="224" y="376"/>
                    <a:pt x="213" y="359"/>
                  </a:cubicBezTo>
                  <a:cubicBezTo>
                    <a:pt x="202" y="340"/>
                    <a:pt x="197" y="321"/>
                    <a:pt x="196" y="300"/>
                  </a:cubicBezTo>
                  <a:cubicBezTo>
                    <a:pt x="196" y="296"/>
                    <a:pt x="196" y="296"/>
                    <a:pt x="196" y="296"/>
                  </a:cubicBezTo>
                  <a:cubicBezTo>
                    <a:pt x="196" y="296"/>
                    <a:pt x="196" y="295"/>
                    <a:pt x="196" y="294"/>
                  </a:cubicBezTo>
                  <a:cubicBezTo>
                    <a:pt x="199" y="297"/>
                    <a:pt x="202" y="299"/>
                    <a:pt x="204" y="301"/>
                  </a:cubicBezTo>
                  <a:cubicBezTo>
                    <a:pt x="216" y="311"/>
                    <a:pt x="228" y="320"/>
                    <a:pt x="240" y="331"/>
                  </a:cubicBezTo>
                  <a:cubicBezTo>
                    <a:pt x="253" y="343"/>
                    <a:pt x="262" y="359"/>
                    <a:pt x="263" y="378"/>
                  </a:cubicBezTo>
                  <a:cubicBezTo>
                    <a:pt x="263" y="383"/>
                    <a:pt x="263" y="388"/>
                    <a:pt x="262" y="392"/>
                  </a:cubicBezTo>
                  <a:cubicBezTo>
                    <a:pt x="261" y="397"/>
                    <a:pt x="264" y="399"/>
                    <a:pt x="268" y="402"/>
                  </a:cubicBezTo>
                  <a:cubicBezTo>
                    <a:pt x="268" y="397"/>
                    <a:pt x="268" y="393"/>
                    <a:pt x="268" y="389"/>
                  </a:cubicBezTo>
                  <a:cubicBezTo>
                    <a:pt x="266" y="360"/>
                    <a:pt x="262" y="331"/>
                    <a:pt x="255" y="303"/>
                  </a:cubicBezTo>
                  <a:cubicBezTo>
                    <a:pt x="254" y="295"/>
                    <a:pt x="247" y="289"/>
                    <a:pt x="238" y="289"/>
                  </a:cubicBezTo>
                  <a:cubicBezTo>
                    <a:pt x="220" y="289"/>
                    <a:pt x="206" y="280"/>
                    <a:pt x="193" y="268"/>
                  </a:cubicBezTo>
                  <a:cubicBezTo>
                    <a:pt x="178" y="254"/>
                    <a:pt x="169" y="236"/>
                    <a:pt x="163" y="217"/>
                  </a:cubicBezTo>
                  <a:cubicBezTo>
                    <a:pt x="163" y="217"/>
                    <a:pt x="163" y="216"/>
                    <a:pt x="163" y="215"/>
                  </a:cubicBezTo>
                  <a:cubicBezTo>
                    <a:pt x="163" y="215"/>
                    <a:pt x="163" y="215"/>
                    <a:pt x="163" y="215"/>
                  </a:cubicBezTo>
                  <a:cubicBezTo>
                    <a:pt x="163" y="215"/>
                    <a:pt x="164" y="214"/>
                    <a:pt x="164" y="214"/>
                  </a:cubicBezTo>
                  <a:cubicBezTo>
                    <a:pt x="181" y="221"/>
                    <a:pt x="199" y="228"/>
                    <a:pt x="216" y="236"/>
                  </a:cubicBezTo>
                  <a:cubicBezTo>
                    <a:pt x="230" y="244"/>
                    <a:pt x="241" y="255"/>
                    <a:pt x="245" y="272"/>
                  </a:cubicBezTo>
                  <a:cubicBezTo>
                    <a:pt x="246" y="276"/>
                    <a:pt x="246" y="279"/>
                    <a:pt x="246" y="283"/>
                  </a:cubicBezTo>
                  <a:cubicBezTo>
                    <a:pt x="246" y="287"/>
                    <a:pt x="248" y="289"/>
                    <a:pt x="252" y="291"/>
                  </a:cubicBezTo>
                  <a:cubicBezTo>
                    <a:pt x="252" y="289"/>
                    <a:pt x="252" y="288"/>
                    <a:pt x="252" y="287"/>
                  </a:cubicBezTo>
                  <a:cubicBezTo>
                    <a:pt x="244" y="258"/>
                    <a:pt x="233" y="230"/>
                    <a:pt x="220" y="203"/>
                  </a:cubicBezTo>
                  <a:cubicBezTo>
                    <a:pt x="219" y="199"/>
                    <a:pt x="209" y="195"/>
                    <a:pt x="205" y="196"/>
                  </a:cubicBezTo>
                  <a:cubicBezTo>
                    <a:pt x="180" y="204"/>
                    <a:pt x="160" y="195"/>
                    <a:pt x="141" y="180"/>
                  </a:cubicBezTo>
                  <a:cubicBezTo>
                    <a:pt x="131" y="172"/>
                    <a:pt x="124" y="162"/>
                    <a:pt x="118" y="152"/>
                  </a:cubicBezTo>
                  <a:cubicBezTo>
                    <a:pt x="121" y="152"/>
                    <a:pt x="125" y="151"/>
                    <a:pt x="128" y="152"/>
                  </a:cubicBezTo>
                  <a:cubicBezTo>
                    <a:pt x="144" y="153"/>
                    <a:pt x="161" y="152"/>
                    <a:pt x="176" y="158"/>
                  </a:cubicBezTo>
                  <a:cubicBezTo>
                    <a:pt x="193" y="163"/>
                    <a:pt x="204" y="173"/>
                    <a:pt x="208" y="190"/>
                  </a:cubicBezTo>
                  <a:cubicBezTo>
                    <a:pt x="209" y="194"/>
                    <a:pt x="212" y="194"/>
                    <a:pt x="216" y="195"/>
                  </a:cubicBezTo>
                  <a:cubicBezTo>
                    <a:pt x="215" y="193"/>
                    <a:pt x="215" y="192"/>
                    <a:pt x="214" y="190"/>
                  </a:cubicBezTo>
                  <a:cubicBezTo>
                    <a:pt x="203" y="169"/>
                    <a:pt x="190" y="148"/>
                    <a:pt x="175" y="129"/>
                  </a:cubicBezTo>
                  <a:cubicBezTo>
                    <a:pt x="172" y="125"/>
                    <a:pt x="163" y="123"/>
                    <a:pt x="159" y="125"/>
                  </a:cubicBezTo>
                  <a:cubicBezTo>
                    <a:pt x="133" y="139"/>
                    <a:pt x="108" y="133"/>
                    <a:pt x="85" y="116"/>
                  </a:cubicBezTo>
                  <a:cubicBezTo>
                    <a:pt x="79" y="111"/>
                    <a:pt x="75" y="105"/>
                    <a:pt x="70" y="100"/>
                  </a:cubicBezTo>
                  <a:cubicBezTo>
                    <a:pt x="70" y="100"/>
                    <a:pt x="70" y="99"/>
                    <a:pt x="71" y="99"/>
                  </a:cubicBezTo>
                  <a:cubicBezTo>
                    <a:pt x="73" y="98"/>
                    <a:pt x="76" y="98"/>
                    <a:pt x="79" y="97"/>
                  </a:cubicBezTo>
                  <a:cubicBezTo>
                    <a:pt x="93" y="95"/>
                    <a:pt x="107" y="91"/>
                    <a:pt x="122" y="93"/>
                  </a:cubicBezTo>
                  <a:cubicBezTo>
                    <a:pt x="139" y="95"/>
                    <a:pt x="153" y="101"/>
                    <a:pt x="161" y="118"/>
                  </a:cubicBezTo>
                  <a:cubicBezTo>
                    <a:pt x="163" y="122"/>
                    <a:pt x="163" y="122"/>
                    <a:pt x="169" y="121"/>
                  </a:cubicBezTo>
                  <a:cubicBezTo>
                    <a:pt x="163" y="114"/>
                    <a:pt x="158" y="107"/>
                    <a:pt x="151" y="101"/>
                  </a:cubicBezTo>
                  <a:cubicBezTo>
                    <a:pt x="142" y="91"/>
                    <a:pt x="133" y="83"/>
                    <a:pt x="123" y="74"/>
                  </a:cubicBezTo>
                  <a:cubicBezTo>
                    <a:pt x="122" y="72"/>
                    <a:pt x="120" y="71"/>
                    <a:pt x="118" y="71"/>
                  </a:cubicBezTo>
                  <a:cubicBezTo>
                    <a:pt x="93" y="69"/>
                    <a:pt x="74" y="57"/>
                    <a:pt x="60" y="37"/>
                  </a:cubicBezTo>
                  <a:cubicBezTo>
                    <a:pt x="53" y="27"/>
                    <a:pt x="47" y="16"/>
                    <a:pt x="44" y="4"/>
                  </a:cubicBezTo>
                  <a:cubicBezTo>
                    <a:pt x="44" y="3"/>
                    <a:pt x="44" y="2"/>
                    <a:pt x="43" y="0"/>
                  </a:cubicBezTo>
                  <a:cubicBezTo>
                    <a:pt x="50" y="3"/>
                    <a:pt x="57" y="5"/>
                    <a:pt x="64" y="8"/>
                  </a:cubicBezTo>
                  <a:cubicBezTo>
                    <a:pt x="79" y="13"/>
                    <a:pt x="95" y="19"/>
                    <a:pt x="107" y="32"/>
                  </a:cubicBezTo>
                  <a:cubicBezTo>
                    <a:pt x="117" y="42"/>
                    <a:pt x="123" y="52"/>
                    <a:pt x="122" y="66"/>
                  </a:cubicBezTo>
                  <a:cubicBezTo>
                    <a:pt x="122" y="67"/>
                    <a:pt x="122" y="69"/>
                    <a:pt x="123" y="70"/>
                  </a:cubicBezTo>
                  <a:cubicBezTo>
                    <a:pt x="145" y="88"/>
                    <a:pt x="164" y="109"/>
                    <a:pt x="181" y="131"/>
                  </a:cubicBezTo>
                  <a:cubicBezTo>
                    <a:pt x="181" y="132"/>
                    <a:pt x="182" y="132"/>
                    <a:pt x="182" y="133"/>
                  </a:cubicBezTo>
                  <a:cubicBezTo>
                    <a:pt x="183" y="133"/>
                    <a:pt x="183" y="133"/>
                    <a:pt x="184" y="132"/>
                  </a:cubicBezTo>
                  <a:cubicBezTo>
                    <a:pt x="182" y="129"/>
                    <a:pt x="182" y="126"/>
                    <a:pt x="180" y="124"/>
                  </a:cubicBezTo>
                  <a:cubicBezTo>
                    <a:pt x="160" y="103"/>
                    <a:pt x="150" y="77"/>
                    <a:pt x="148" y="49"/>
                  </a:cubicBezTo>
                  <a:cubicBezTo>
                    <a:pt x="147" y="36"/>
                    <a:pt x="148" y="24"/>
                    <a:pt x="149" y="12"/>
                  </a:cubicBezTo>
                  <a:cubicBezTo>
                    <a:pt x="149" y="10"/>
                    <a:pt x="150" y="8"/>
                    <a:pt x="151" y="4"/>
                  </a:cubicBezTo>
                  <a:cubicBezTo>
                    <a:pt x="157" y="12"/>
                    <a:pt x="163" y="17"/>
                    <a:pt x="168" y="24"/>
                  </a:cubicBezTo>
                  <a:cubicBezTo>
                    <a:pt x="182" y="42"/>
                    <a:pt x="192" y="62"/>
                    <a:pt x="195" y="85"/>
                  </a:cubicBezTo>
                  <a:cubicBezTo>
                    <a:pt x="196" y="99"/>
                    <a:pt x="196" y="113"/>
                    <a:pt x="186" y="124"/>
                  </a:cubicBezTo>
                  <a:cubicBezTo>
                    <a:pt x="186" y="125"/>
                    <a:pt x="185" y="127"/>
                    <a:pt x="185" y="128"/>
                  </a:cubicBezTo>
                  <a:cubicBezTo>
                    <a:pt x="186" y="135"/>
                    <a:pt x="187" y="141"/>
                    <a:pt x="191" y="147"/>
                  </a:cubicBezTo>
                  <a:cubicBezTo>
                    <a:pt x="207" y="168"/>
                    <a:pt x="220" y="191"/>
                    <a:pt x="231" y="215"/>
                  </a:cubicBezTo>
                  <a:cubicBezTo>
                    <a:pt x="233" y="219"/>
                    <a:pt x="233" y="219"/>
                    <a:pt x="233" y="219"/>
                  </a:cubicBezTo>
                  <a:cubicBezTo>
                    <a:pt x="233" y="219"/>
                    <a:pt x="234" y="218"/>
                    <a:pt x="234" y="218"/>
                  </a:cubicBezTo>
                  <a:cubicBezTo>
                    <a:pt x="234" y="216"/>
                    <a:pt x="234" y="213"/>
                    <a:pt x="233" y="211"/>
                  </a:cubicBezTo>
                  <a:cubicBezTo>
                    <a:pt x="219" y="187"/>
                    <a:pt x="214" y="162"/>
                    <a:pt x="216" y="135"/>
                  </a:cubicBezTo>
                  <a:cubicBezTo>
                    <a:pt x="217" y="118"/>
                    <a:pt x="221" y="102"/>
                    <a:pt x="228" y="87"/>
                  </a:cubicBezTo>
                  <a:cubicBezTo>
                    <a:pt x="228" y="86"/>
                    <a:pt x="229" y="86"/>
                    <a:pt x="230" y="84"/>
                  </a:cubicBezTo>
                  <a:cubicBezTo>
                    <a:pt x="232" y="87"/>
                    <a:pt x="234" y="89"/>
                    <a:pt x="235" y="91"/>
                  </a:cubicBezTo>
                  <a:cubicBezTo>
                    <a:pt x="249" y="120"/>
                    <a:pt x="256" y="151"/>
                    <a:pt x="254" y="184"/>
                  </a:cubicBezTo>
                  <a:cubicBezTo>
                    <a:pt x="253" y="195"/>
                    <a:pt x="248" y="205"/>
                    <a:pt x="240" y="213"/>
                  </a:cubicBezTo>
                  <a:cubicBezTo>
                    <a:pt x="239" y="214"/>
                    <a:pt x="237" y="216"/>
                    <a:pt x="238" y="216"/>
                  </a:cubicBezTo>
                  <a:cubicBezTo>
                    <a:pt x="238" y="223"/>
                    <a:pt x="237" y="229"/>
                    <a:pt x="240" y="236"/>
                  </a:cubicBezTo>
                  <a:cubicBezTo>
                    <a:pt x="250" y="260"/>
                    <a:pt x="258" y="285"/>
                    <a:pt x="263" y="311"/>
                  </a:cubicBezTo>
                  <a:cubicBezTo>
                    <a:pt x="263" y="311"/>
                    <a:pt x="263" y="312"/>
                    <a:pt x="265" y="312"/>
                  </a:cubicBezTo>
                  <a:cubicBezTo>
                    <a:pt x="265" y="310"/>
                    <a:pt x="265" y="307"/>
                    <a:pt x="265" y="304"/>
                  </a:cubicBezTo>
                  <a:cubicBezTo>
                    <a:pt x="263" y="290"/>
                    <a:pt x="259" y="275"/>
                    <a:pt x="259" y="260"/>
                  </a:cubicBezTo>
                  <a:cubicBezTo>
                    <a:pt x="257" y="230"/>
                    <a:pt x="268" y="203"/>
                    <a:pt x="288" y="180"/>
                  </a:cubicBezTo>
                  <a:cubicBezTo>
                    <a:pt x="288" y="180"/>
                    <a:pt x="289" y="180"/>
                    <a:pt x="290" y="179"/>
                  </a:cubicBezTo>
                  <a:cubicBezTo>
                    <a:pt x="291" y="184"/>
                    <a:pt x="293" y="188"/>
                    <a:pt x="294" y="192"/>
                  </a:cubicBezTo>
                  <a:cubicBezTo>
                    <a:pt x="300" y="221"/>
                    <a:pt x="301" y="249"/>
                    <a:pt x="294" y="277"/>
                  </a:cubicBezTo>
                  <a:cubicBezTo>
                    <a:pt x="291" y="290"/>
                    <a:pt x="284" y="301"/>
                    <a:pt x="272" y="308"/>
                  </a:cubicBezTo>
                  <a:cubicBezTo>
                    <a:pt x="271" y="308"/>
                    <a:pt x="270" y="309"/>
                    <a:pt x="270" y="309"/>
                  </a:cubicBezTo>
                  <a:cubicBezTo>
                    <a:pt x="269" y="316"/>
                    <a:pt x="266" y="322"/>
                    <a:pt x="267" y="328"/>
                  </a:cubicBezTo>
                  <a:cubicBezTo>
                    <a:pt x="271" y="356"/>
                    <a:pt x="273" y="384"/>
                    <a:pt x="274" y="411"/>
                  </a:cubicBezTo>
                  <a:cubicBezTo>
                    <a:pt x="274" y="412"/>
                    <a:pt x="274" y="413"/>
                    <a:pt x="274" y="414"/>
                  </a:cubicBezTo>
                  <a:cubicBezTo>
                    <a:pt x="274" y="414"/>
                    <a:pt x="275" y="414"/>
                    <a:pt x="275" y="414"/>
                  </a:cubicBezTo>
                  <a:cubicBezTo>
                    <a:pt x="276" y="412"/>
                    <a:pt x="277" y="409"/>
                    <a:pt x="277" y="407"/>
                  </a:cubicBezTo>
                  <a:cubicBezTo>
                    <a:pt x="276" y="390"/>
                    <a:pt x="276" y="374"/>
                    <a:pt x="281" y="358"/>
                  </a:cubicBezTo>
                  <a:cubicBezTo>
                    <a:pt x="289" y="331"/>
                    <a:pt x="303" y="309"/>
                    <a:pt x="327" y="292"/>
                  </a:cubicBezTo>
                  <a:cubicBezTo>
                    <a:pt x="327" y="291"/>
                    <a:pt x="328" y="291"/>
                    <a:pt x="330" y="29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文本框 17"/>
            <p:cNvSpPr txBox="1"/>
            <p:nvPr/>
          </p:nvSpPr>
          <p:spPr>
            <a:xfrm>
              <a:off x="1139586" y="2909084"/>
              <a:ext cx="1539332" cy="471283"/>
            </a:xfrm>
            <a:prstGeom prst="rect">
              <a:avLst/>
            </a:prstGeom>
            <a:noFill/>
            <a:ln>
              <a:noFill/>
            </a:ln>
          </p:spPr>
          <p:txBody>
            <a:bodyPr wrap="square" lIns="0" tIns="0" rIns="0" bIns="0" rtlCol="0">
              <a:spAutoFit/>
            </a:bodyPr>
            <a:lstStyle/>
            <a:p>
              <a:pPr algn="ctr">
                <a:lnSpc>
                  <a:spcPct val="125000"/>
                </a:lnSpc>
              </a:pPr>
              <a:r>
                <a:rPr lang="en-US" altLang="zh-CN" sz="1400" b="1" dirty="0" smtClean="0">
                  <a:solidFill>
                    <a:schemeClr val="accent1"/>
                  </a:solidFill>
                </a:rPr>
                <a:t>20XX</a:t>
              </a:r>
            </a:p>
            <a:p>
              <a:pPr algn="ctr">
                <a:lnSpc>
                  <a:spcPct val="125000"/>
                </a:lnSpc>
              </a:pPr>
              <a:r>
                <a:rPr lang="zh-CN" altLang="en-US" sz="1050" dirty="0" smtClean="0"/>
                <a:t>荣誉</a:t>
              </a:r>
              <a:r>
                <a:rPr lang="en-US" altLang="zh-CN" sz="1050" dirty="0" smtClean="0"/>
                <a:t>/</a:t>
              </a:r>
              <a:r>
                <a:rPr lang="zh-CN" altLang="en-US" sz="1050" dirty="0" smtClean="0"/>
                <a:t>奖项</a:t>
              </a:r>
              <a:r>
                <a:rPr lang="en-US" altLang="zh-CN" sz="1050" dirty="0" smtClean="0"/>
                <a:t>/</a:t>
              </a:r>
              <a:r>
                <a:rPr lang="zh-CN" altLang="en-US" sz="1050" dirty="0" smtClean="0"/>
                <a:t>证书名称</a:t>
              </a:r>
              <a:endParaRPr lang="zh-CN" altLang="en-US" sz="1050" dirty="0"/>
            </a:p>
          </p:txBody>
        </p:sp>
        <p:sp>
          <p:nvSpPr>
            <p:cNvPr id="19" name="Freeform 5"/>
            <p:cNvSpPr>
              <a:spLocks/>
            </p:cNvSpPr>
            <p:nvPr/>
          </p:nvSpPr>
          <p:spPr bwMode="auto">
            <a:xfrm>
              <a:off x="2678918" y="2964655"/>
              <a:ext cx="184997" cy="426365"/>
            </a:xfrm>
            <a:custGeom>
              <a:avLst/>
              <a:gdLst>
                <a:gd name="T0" fmla="*/ 309 w 347"/>
                <a:gd name="T1" fmla="*/ 390 h 804"/>
                <a:gd name="T2" fmla="*/ 263 w 347"/>
                <a:gd name="T3" fmla="*/ 517 h 804"/>
                <a:gd name="T4" fmla="*/ 343 w 347"/>
                <a:gd name="T5" fmla="*/ 421 h 804"/>
                <a:gd name="T6" fmla="*/ 306 w 347"/>
                <a:gd name="T7" fmla="*/ 506 h 804"/>
                <a:gd name="T8" fmla="*/ 221 w 347"/>
                <a:gd name="T9" fmla="*/ 623 h 804"/>
                <a:gd name="T10" fmla="*/ 254 w 347"/>
                <a:gd name="T11" fmla="*/ 583 h 804"/>
                <a:gd name="T12" fmla="*/ 269 w 347"/>
                <a:gd name="T13" fmla="*/ 629 h 804"/>
                <a:gd name="T14" fmla="*/ 158 w 347"/>
                <a:gd name="T15" fmla="*/ 706 h 804"/>
                <a:gd name="T16" fmla="*/ 203 w 347"/>
                <a:gd name="T17" fmla="*/ 679 h 804"/>
                <a:gd name="T18" fmla="*/ 188 w 347"/>
                <a:gd name="T19" fmla="*/ 729 h 804"/>
                <a:gd name="T20" fmla="*/ 73 w 347"/>
                <a:gd name="T21" fmla="*/ 765 h 804"/>
                <a:gd name="T22" fmla="*/ 187 w 347"/>
                <a:gd name="T23" fmla="*/ 771 h 804"/>
                <a:gd name="T24" fmla="*/ 78 w 347"/>
                <a:gd name="T25" fmla="*/ 775 h 804"/>
                <a:gd name="T26" fmla="*/ 7 w 347"/>
                <a:gd name="T27" fmla="*/ 776 h 804"/>
                <a:gd name="T28" fmla="*/ 122 w 347"/>
                <a:gd name="T29" fmla="*/ 646 h 804"/>
                <a:gd name="T30" fmla="*/ 85 w 347"/>
                <a:gd name="T31" fmla="*/ 747 h 804"/>
                <a:gd name="T32" fmla="*/ 150 w 347"/>
                <a:gd name="T33" fmla="*/ 705 h 804"/>
                <a:gd name="T34" fmla="*/ 178 w 347"/>
                <a:gd name="T35" fmla="*/ 565 h 804"/>
                <a:gd name="T36" fmla="*/ 161 w 347"/>
                <a:gd name="T37" fmla="*/ 688 h 804"/>
                <a:gd name="T38" fmla="*/ 210 w 347"/>
                <a:gd name="T39" fmla="*/ 607 h 804"/>
                <a:gd name="T40" fmla="*/ 230 w 347"/>
                <a:gd name="T41" fmla="*/ 561 h 804"/>
                <a:gd name="T42" fmla="*/ 224 w 347"/>
                <a:gd name="T43" fmla="*/ 606 h 804"/>
                <a:gd name="T44" fmla="*/ 215 w 347"/>
                <a:gd name="T45" fmla="*/ 460 h 804"/>
                <a:gd name="T46" fmla="*/ 244 w 347"/>
                <a:gd name="T47" fmla="*/ 435 h 804"/>
                <a:gd name="T48" fmla="*/ 262 w 347"/>
                <a:gd name="T49" fmla="*/ 483 h 804"/>
                <a:gd name="T50" fmla="*/ 196 w 347"/>
                <a:gd name="T51" fmla="*/ 300 h 804"/>
                <a:gd name="T52" fmla="*/ 240 w 347"/>
                <a:gd name="T53" fmla="*/ 331 h 804"/>
                <a:gd name="T54" fmla="*/ 268 w 347"/>
                <a:gd name="T55" fmla="*/ 389 h 804"/>
                <a:gd name="T56" fmla="*/ 163 w 347"/>
                <a:gd name="T57" fmla="*/ 217 h 804"/>
                <a:gd name="T58" fmla="*/ 216 w 347"/>
                <a:gd name="T59" fmla="*/ 236 h 804"/>
                <a:gd name="T60" fmla="*/ 252 w 347"/>
                <a:gd name="T61" fmla="*/ 287 h 804"/>
                <a:gd name="T62" fmla="*/ 118 w 347"/>
                <a:gd name="T63" fmla="*/ 152 h 804"/>
                <a:gd name="T64" fmla="*/ 216 w 347"/>
                <a:gd name="T65" fmla="*/ 195 h 804"/>
                <a:gd name="T66" fmla="*/ 85 w 347"/>
                <a:gd name="T67" fmla="*/ 116 h 804"/>
                <a:gd name="T68" fmla="*/ 122 w 347"/>
                <a:gd name="T69" fmla="*/ 93 h 804"/>
                <a:gd name="T70" fmla="*/ 123 w 347"/>
                <a:gd name="T71" fmla="*/ 74 h 804"/>
                <a:gd name="T72" fmla="*/ 43 w 347"/>
                <a:gd name="T73" fmla="*/ 0 h 804"/>
                <a:gd name="T74" fmla="*/ 123 w 347"/>
                <a:gd name="T75" fmla="*/ 70 h 804"/>
                <a:gd name="T76" fmla="*/ 180 w 347"/>
                <a:gd name="T77" fmla="*/ 124 h 804"/>
                <a:gd name="T78" fmla="*/ 168 w 347"/>
                <a:gd name="T79" fmla="*/ 24 h 804"/>
                <a:gd name="T80" fmla="*/ 191 w 347"/>
                <a:gd name="T81" fmla="*/ 147 h 804"/>
                <a:gd name="T82" fmla="*/ 233 w 347"/>
                <a:gd name="T83" fmla="*/ 211 h 804"/>
                <a:gd name="T84" fmla="*/ 235 w 347"/>
                <a:gd name="T85" fmla="*/ 91 h 804"/>
                <a:gd name="T86" fmla="*/ 240 w 347"/>
                <a:gd name="T87" fmla="*/ 236 h 804"/>
                <a:gd name="T88" fmla="*/ 259 w 347"/>
                <a:gd name="T89" fmla="*/ 260 h 804"/>
                <a:gd name="T90" fmla="*/ 294 w 347"/>
                <a:gd name="T91" fmla="*/ 277 h 804"/>
                <a:gd name="T92" fmla="*/ 274 w 347"/>
                <a:gd name="T93" fmla="*/ 411 h 804"/>
                <a:gd name="T94" fmla="*/ 281 w 347"/>
                <a:gd name="T95" fmla="*/ 358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7" h="804">
                  <a:moveTo>
                    <a:pt x="330" y="290"/>
                  </a:moveTo>
                  <a:cubicBezTo>
                    <a:pt x="330" y="292"/>
                    <a:pt x="331" y="294"/>
                    <a:pt x="331" y="295"/>
                  </a:cubicBezTo>
                  <a:cubicBezTo>
                    <a:pt x="333" y="319"/>
                    <a:pt x="329" y="341"/>
                    <a:pt x="321" y="363"/>
                  </a:cubicBezTo>
                  <a:cubicBezTo>
                    <a:pt x="318" y="373"/>
                    <a:pt x="314" y="382"/>
                    <a:pt x="309" y="390"/>
                  </a:cubicBezTo>
                  <a:cubicBezTo>
                    <a:pt x="303" y="401"/>
                    <a:pt x="294" y="409"/>
                    <a:pt x="282" y="412"/>
                  </a:cubicBezTo>
                  <a:cubicBezTo>
                    <a:pt x="280" y="412"/>
                    <a:pt x="279" y="413"/>
                    <a:pt x="278" y="414"/>
                  </a:cubicBezTo>
                  <a:cubicBezTo>
                    <a:pt x="276" y="420"/>
                    <a:pt x="273" y="425"/>
                    <a:pt x="273" y="430"/>
                  </a:cubicBezTo>
                  <a:cubicBezTo>
                    <a:pt x="272" y="459"/>
                    <a:pt x="270" y="488"/>
                    <a:pt x="263" y="517"/>
                  </a:cubicBezTo>
                  <a:cubicBezTo>
                    <a:pt x="262" y="518"/>
                    <a:pt x="262" y="519"/>
                    <a:pt x="263" y="520"/>
                  </a:cubicBezTo>
                  <a:cubicBezTo>
                    <a:pt x="264" y="518"/>
                    <a:pt x="265" y="517"/>
                    <a:pt x="265" y="515"/>
                  </a:cubicBezTo>
                  <a:cubicBezTo>
                    <a:pt x="269" y="496"/>
                    <a:pt x="275" y="478"/>
                    <a:pt x="287" y="463"/>
                  </a:cubicBezTo>
                  <a:cubicBezTo>
                    <a:pt x="302" y="444"/>
                    <a:pt x="319" y="429"/>
                    <a:pt x="343" y="421"/>
                  </a:cubicBezTo>
                  <a:cubicBezTo>
                    <a:pt x="343" y="420"/>
                    <a:pt x="344" y="420"/>
                    <a:pt x="344" y="420"/>
                  </a:cubicBezTo>
                  <a:cubicBezTo>
                    <a:pt x="345" y="420"/>
                    <a:pt x="345" y="420"/>
                    <a:pt x="346" y="420"/>
                  </a:cubicBezTo>
                  <a:cubicBezTo>
                    <a:pt x="346" y="424"/>
                    <a:pt x="347" y="427"/>
                    <a:pt x="346" y="431"/>
                  </a:cubicBezTo>
                  <a:cubicBezTo>
                    <a:pt x="339" y="459"/>
                    <a:pt x="327" y="485"/>
                    <a:pt x="306" y="506"/>
                  </a:cubicBezTo>
                  <a:cubicBezTo>
                    <a:pt x="296" y="516"/>
                    <a:pt x="285" y="522"/>
                    <a:pt x="270" y="521"/>
                  </a:cubicBezTo>
                  <a:cubicBezTo>
                    <a:pt x="269" y="521"/>
                    <a:pt x="266" y="522"/>
                    <a:pt x="266" y="523"/>
                  </a:cubicBezTo>
                  <a:cubicBezTo>
                    <a:pt x="263" y="528"/>
                    <a:pt x="259" y="532"/>
                    <a:pt x="257" y="538"/>
                  </a:cubicBezTo>
                  <a:cubicBezTo>
                    <a:pt x="248" y="567"/>
                    <a:pt x="236" y="596"/>
                    <a:pt x="221" y="623"/>
                  </a:cubicBezTo>
                  <a:cubicBezTo>
                    <a:pt x="220" y="624"/>
                    <a:pt x="219" y="626"/>
                    <a:pt x="218" y="628"/>
                  </a:cubicBezTo>
                  <a:cubicBezTo>
                    <a:pt x="219" y="628"/>
                    <a:pt x="219" y="628"/>
                    <a:pt x="220" y="629"/>
                  </a:cubicBezTo>
                  <a:cubicBezTo>
                    <a:pt x="222" y="626"/>
                    <a:pt x="224" y="624"/>
                    <a:pt x="225" y="622"/>
                  </a:cubicBezTo>
                  <a:cubicBezTo>
                    <a:pt x="232" y="608"/>
                    <a:pt x="241" y="594"/>
                    <a:pt x="254" y="583"/>
                  </a:cubicBezTo>
                  <a:cubicBezTo>
                    <a:pt x="272" y="568"/>
                    <a:pt x="293" y="559"/>
                    <a:pt x="318" y="560"/>
                  </a:cubicBezTo>
                  <a:cubicBezTo>
                    <a:pt x="325" y="560"/>
                    <a:pt x="325" y="560"/>
                    <a:pt x="323" y="567"/>
                  </a:cubicBezTo>
                  <a:cubicBezTo>
                    <a:pt x="319" y="578"/>
                    <a:pt x="313" y="588"/>
                    <a:pt x="306" y="597"/>
                  </a:cubicBezTo>
                  <a:cubicBezTo>
                    <a:pt x="296" y="609"/>
                    <a:pt x="285" y="622"/>
                    <a:pt x="269" y="629"/>
                  </a:cubicBezTo>
                  <a:cubicBezTo>
                    <a:pt x="255" y="636"/>
                    <a:pt x="241" y="639"/>
                    <a:pt x="226" y="632"/>
                  </a:cubicBezTo>
                  <a:cubicBezTo>
                    <a:pt x="225" y="631"/>
                    <a:pt x="224" y="631"/>
                    <a:pt x="223" y="631"/>
                  </a:cubicBezTo>
                  <a:cubicBezTo>
                    <a:pt x="219" y="635"/>
                    <a:pt x="213" y="637"/>
                    <a:pt x="210" y="641"/>
                  </a:cubicBezTo>
                  <a:cubicBezTo>
                    <a:pt x="195" y="665"/>
                    <a:pt x="178" y="686"/>
                    <a:pt x="158" y="706"/>
                  </a:cubicBezTo>
                  <a:cubicBezTo>
                    <a:pt x="157" y="707"/>
                    <a:pt x="157" y="708"/>
                    <a:pt x="156" y="709"/>
                  </a:cubicBezTo>
                  <a:cubicBezTo>
                    <a:pt x="156" y="709"/>
                    <a:pt x="156" y="709"/>
                    <a:pt x="156" y="712"/>
                  </a:cubicBezTo>
                  <a:cubicBezTo>
                    <a:pt x="159" y="709"/>
                    <a:pt x="161" y="708"/>
                    <a:pt x="163" y="706"/>
                  </a:cubicBezTo>
                  <a:cubicBezTo>
                    <a:pt x="174" y="694"/>
                    <a:pt x="187" y="684"/>
                    <a:pt x="203" y="679"/>
                  </a:cubicBezTo>
                  <a:cubicBezTo>
                    <a:pt x="227" y="672"/>
                    <a:pt x="251" y="674"/>
                    <a:pt x="274" y="684"/>
                  </a:cubicBezTo>
                  <a:cubicBezTo>
                    <a:pt x="275" y="685"/>
                    <a:pt x="275" y="685"/>
                    <a:pt x="277" y="686"/>
                  </a:cubicBezTo>
                  <a:cubicBezTo>
                    <a:pt x="274" y="690"/>
                    <a:pt x="271" y="694"/>
                    <a:pt x="267" y="698"/>
                  </a:cubicBezTo>
                  <a:cubicBezTo>
                    <a:pt x="245" y="717"/>
                    <a:pt x="219" y="730"/>
                    <a:pt x="188" y="729"/>
                  </a:cubicBezTo>
                  <a:cubicBezTo>
                    <a:pt x="179" y="729"/>
                    <a:pt x="171" y="725"/>
                    <a:pt x="164" y="719"/>
                  </a:cubicBezTo>
                  <a:cubicBezTo>
                    <a:pt x="158" y="714"/>
                    <a:pt x="151" y="714"/>
                    <a:pt x="144" y="719"/>
                  </a:cubicBezTo>
                  <a:cubicBezTo>
                    <a:pt x="127" y="735"/>
                    <a:pt x="108" y="748"/>
                    <a:pt x="87" y="758"/>
                  </a:cubicBezTo>
                  <a:cubicBezTo>
                    <a:pt x="73" y="765"/>
                    <a:pt x="73" y="765"/>
                    <a:pt x="73" y="765"/>
                  </a:cubicBezTo>
                  <a:cubicBezTo>
                    <a:pt x="74" y="766"/>
                    <a:pt x="74" y="766"/>
                    <a:pt x="74" y="767"/>
                  </a:cubicBezTo>
                  <a:cubicBezTo>
                    <a:pt x="76" y="766"/>
                    <a:pt x="78" y="766"/>
                    <a:pt x="80" y="765"/>
                  </a:cubicBezTo>
                  <a:cubicBezTo>
                    <a:pt x="91" y="759"/>
                    <a:pt x="103" y="753"/>
                    <a:pt x="116" y="752"/>
                  </a:cubicBezTo>
                  <a:cubicBezTo>
                    <a:pt x="142" y="748"/>
                    <a:pt x="165" y="757"/>
                    <a:pt x="187" y="771"/>
                  </a:cubicBezTo>
                  <a:cubicBezTo>
                    <a:pt x="190" y="774"/>
                    <a:pt x="194" y="777"/>
                    <a:pt x="198" y="780"/>
                  </a:cubicBezTo>
                  <a:cubicBezTo>
                    <a:pt x="194" y="784"/>
                    <a:pt x="190" y="787"/>
                    <a:pt x="185" y="789"/>
                  </a:cubicBezTo>
                  <a:cubicBezTo>
                    <a:pt x="161" y="800"/>
                    <a:pt x="135" y="804"/>
                    <a:pt x="108" y="796"/>
                  </a:cubicBezTo>
                  <a:cubicBezTo>
                    <a:pt x="95" y="793"/>
                    <a:pt x="84" y="786"/>
                    <a:pt x="78" y="775"/>
                  </a:cubicBezTo>
                  <a:cubicBezTo>
                    <a:pt x="76" y="770"/>
                    <a:pt x="66" y="768"/>
                    <a:pt x="61" y="770"/>
                  </a:cubicBezTo>
                  <a:cubicBezTo>
                    <a:pt x="43" y="777"/>
                    <a:pt x="25" y="781"/>
                    <a:pt x="6" y="784"/>
                  </a:cubicBezTo>
                  <a:cubicBezTo>
                    <a:pt x="5" y="784"/>
                    <a:pt x="3" y="784"/>
                    <a:pt x="1" y="784"/>
                  </a:cubicBezTo>
                  <a:cubicBezTo>
                    <a:pt x="0" y="780"/>
                    <a:pt x="2" y="777"/>
                    <a:pt x="7" y="776"/>
                  </a:cubicBezTo>
                  <a:cubicBezTo>
                    <a:pt x="25" y="773"/>
                    <a:pt x="44" y="768"/>
                    <a:pt x="61" y="761"/>
                  </a:cubicBezTo>
                  <a:cubicBezTo>
                    <a:pt x="70" y="758"/>
                    <a:pt x="74" y="752"/>
                    <a:pt x="72" y="743"/>
                  </a:cubicBezTo>
                  <a:cubicBezTo>
                    <a:pt x="70" y="724"/>
                    <a:pt x="74" y="706"/>
                    <a:pt x="82" y="689"/>
                  </a:cubicBezTo>
                  <a:cubicBezTo>
                    <a:pt x="91" y="671"/>
                    <a:pt x="105" y="656"/>
                    <a:pt x="122" y="646"/>
                  </a:cubicBezTo>
                  <a:cubicBezTo>
                    <a:pt x="124" y="645"/>
                    <a:pt x="125" y="644"/>
                    <a:pt x="128" y="643"/>
                  </a:cubicBezTo>
                  <a:cubicBezTo>
                    <a:pt x="127" y="647"/>
                    <a:pt x="127" y="649"/>
                    <a:pt x="127" y="652"/>
                  </a:cubicBezTo>
                  <a:cubicBezTo>
                    <a:pt x="123" y="672"/>
                    <a:pt x="121" y="693"/>
                    <a:pt x="114" y="713"/>
                  </a:cubicBezTo>
                  <a:cubicBezTo>
                    <a:pt x="109" y="728"/>
                    <a:pt x="100" y="739"/>
                    <a:pt x="85" y="747"/>
                  </a:cubicBezTo>
                  <a:cubicBezTo>
                    <a:pt x="83" y="748"/>
                    <a:pt x="81" y="749"/>
                    <a:pt x="79" y="749"/>
                  </a:cubicBezTo>
                  <a:cubicBezTo>
                    <a:pt x="75" y="749"/>
                    <a:pt x="74" y="751"/>
                    <a:pt x="74" y="756"/>
                  </a:cubicBezTo>
                  <a:cubicBezTo>
                    <a:pt x="76" y="755"/>
                    <a:pt x="77" y="755"/>
                    <a:pt x="78" y="754"/>
                  </a:cubicBezTo>
                  <a:cubicBezTo>
                    <a:pt x="105" y="742"/>
                    <a:pt x="129" y="726"/>
                    <a:pt x="150" y="705"/>
                  </a:cubicBezTo>
                  <a:cubicBezTo>
                    <a:pt x="156" y="700"/>
                    <a:pt x="155" y="692"/>
                    <a:pt x="152" y="686"/>
                  </a:cubicBezTo>
                  <a:cubicBezTo>
                    <a:pt x="142" y="659"/>
                    <a:pt x="144" y="632"/>
                    <a:pt x="153" y="605"/>
                  </a:cubicBezTo>
                  <a:cubicBezTo>
                    <a:pt x="158" y="592"/>
                    <a:pt x="165" y="579"/>
                    <a:pt x="175" y="568"/>
                  </a:cubicBezTo>
                  <a:cubicBezTo>
                    <a:pt x="176" y="567"/>
                    <a:pt x="177" y="566"/>
                    <a:pt x="178" y="565"/>
                  </a:cubicBezTo>
                  <a:cubicBezTo>
                    <a:pt x="179" y="572"/>
                    <a:pt x="180" y="579"/>
                    <a:pt x="181" y="586"/>
                  </a:cubicBezTo>
                  <a:cubicBezTo>
                    <a:pt x="182" y="599"/>
                    <a:pt x="184" y="612"/>
                    <a:pt x="185" y="625"/>
                  </a:cubicBezTo>
                  <a:cubicBezTo>
                    <a:pt x="186" y="643"/>
                    <a:pt x="184" y="661"/>
                    <a:pt x="173" y="676"/>
                  </a:cubicBezTo>
                  <a:cubicBezTo>
                    <a:pt x="170" y="680"/>
                    <a:pt x="166" y="685"/>
                    <a:pt x="161" y="688"/>
                  </a:cubicBezTo>
                  <a:cubicBezTo>
                    <a:pt x="157" y="691"/>
                    <a:pt x="156" y="694"/>
                    <a:pt x="157" y="699"/>
                  </a:cubicBezTo>
                  <a:cubicBezTo>
                    <a:pt x="162" y="693"/>
                    <a:pt x="167" y="689"/>
                    <a:pt x="171" y="684"/>
                  </a:cubicBezTo>
                  <a:cubicBezTo>
                    <a:pt x="187" y="666"/>
                    <a:pt x="201" y="647"/>
                    <a:pt x="212" y="626"/>
                  </a:cubicBezTo>
                  <a:cubicBezTo>
                    <a:pt x="216" y="620"/>
                    <a:pt x="214" y="612"/>
                    <a:pt x="210" y="607"/>
                  </a:cubicBezTo>
                  <a:cubicBezTo>
                    <a:pt x="184" y="568"/>
                    <a:pt x="184" y="527"/>
                    <a:pt x="201" y="485"/>
                  </a:cubicBezTo>
                  <a:cubicBezTo>
                    <a:pt x="202" y="484"/>
                    <a:pt x="202" y="483"/>
                    <a:pt x="203" y="482"/>
                  </a:cubicBezTo>
                  <a:cubicBezTo>
                    <a:pt x="203" y="482"/>
                    <a:pt x="203" y="482"/>
                    <a:pt x="204" y="482"/>
                  </a:cubicBezTo>
                  <a:cubicBezTo>
                    <a:pt x="214" y="508"/>
                    <a:pt x="227" y="533"/>
                    <a:pt x="230" y="561"/>
                  </a:cubicBezTo>
                  <a:cubicBezTo>
                    <a:pt x="231" y="578"/>
                    <a:pt x="229" y="594"/>
                    <a:pt x="217" y="608"/>
                  </a:cubicBezTo>
                  <a:cubicBezTo>
                    <a:pt x="216" y="609"/>
                    <a:pt x="216" y="613"/>
                    <a:pt x="216" y="616"/>
                  </a:cubicBezTo>
                  <a:cubicBezTo>
                    <a:pt x="217" y="616"/>
                    <a:pt x="217" y="616"/>
                    <a:pt x="218" y="616"/>
                  </a:cubicBezTo>
                  <a:cubicBezTo>
                    <a:pt x="224" y="606"/>
                    <a:pt x="224" y="606"/>
                    <a:pt x="224" y="606"/>
                  </a:cubicBezTo>
                  <a:cubicBezTo>
                    <a:pt x="237" y="578"/>
                    <a:pt x="247" y="550"/>
                    <a:pt x="254" y="520"/>
                  </a:cubicBezTo>
                  <a:cubicBezTo>
                    <a:pt x="255" y="519"/>
                    <a:pt x="255" y="517"/>
                    <a:pt x="255" y="516"/>
                  </a:cubicBezTo>
                  <a:cubicBezTo>
                    <a:pt x="252" y="510"/>
                    <a:pt x="250" y="503"/>
                    <a:pt x="242" y="498"/>
                  </a:cubicBezTo>
                  <a:cubicBezTo>
                    <a:pt x="229" y="489"/>
                    <a:pt x="221" y="475"/>
                    <a:pt x="215" y="460"/>
                  </a:cubicBezTo>
                  <a:cubicBezTo>
                    <a:pt x="204" y="436"/>
                    <a:pt x="203" y="412"/>
                    <a:pt x="206" y="387"/>
                  </a:cubicBezTo>
                  <a:cubicBezTo>
                    <a:pt x="206" y="386"/>
                    <a:pt x="207" y="386"/>
                    <a:pt x="207" y="385"/>
                  </a:cubicBezTo>
                  <a:cubicBezTo>
                    <a:pt x="208" y="385"/>
                    <a:pt x="208" y="385"/>
                    <a:pt x="208" y="386"/>
                  </a:cubicBezTo>
                  <a:cubicBezTo>
                    <a:pt x="220" y="402"/>
                    <a:pt x="233" y="418"/>
                    <a:pt x="244" y="435"/>
                  </a:cubicBezTo>
                  <a:cubicBezTo>
                    <a:pt x="255" y="451"/>
                    <a:pt x="261" y="468"/>
                    <a:pt x="258" y="488"/>
                  </a:cubicBezTo>
                  <a:cubicBezTo>
                    <a:pt x="258" y="492"/>
                    <a:pt x="257" y="496"/>
                    <a:pt x="255" y="499"/>
                  </a:cubicBezTo>
                  <a:cubicBezTo>
                    <a:pt x="252" y="504"/>
                    <a:pt x="254" y="507"/>
                    <a:pt x="257" y="512"/>
                  </a:cubicBezTo>
                  <a:cubicBezTo>
                    <a:pt x="259" y="501"/>
                    <a:pt x="261" y="492"/>
                    <a:pt x="262" y="483"/>
                  </a:cubicBezTo>
                  <a:cubicBezTo>
                    <a:pt x="265" y="460"/>
                    <a:pt x="266" y="437"/>
                    <a:pt x="268" y="414"/>
                  </a:cubicBezTo>
                  <a:cubicBezTo>
                    <a:pt x="268" y="409"/>
                    <a:pt x="261" y="398"/>
                    <a:pt x="257" y="397"/>
                  </a:cubicBezTo>
                  <a:cubicBezTo>
                    <a:pt x="237" y="391"/>
                    <a:pt x="224" y="376"/>
                    <a:pt x="213" y="359"/>
                  </a:cubicBezTo>
                  <a:cubicBezTo>
                    <a:pt x="202" y="340"/>
                    <a:pt x="197" y="321"/>
                    <a:pt x="196" y="300"/>
                  </a:cubicBezTo>
                  <a:cubicBezTo>
                    <a:pt x="196" y="296"/>
                    <a:pt x="196" y="296"/>
                    <a:pt x="196" y="296"/>
                  </a:cubicBezTo>
                  <a:cubicBezTo>
                    <a:pt x="196" y="296"/>
                    <a:pt x="196" y="295"/>
                    <a:pt x="196" y="294"/>
                  </a:cubicBezTo>
                  <a:cubicBezTo>
                    <a:pt x="199" y="297"/>
                    <a:pt x="202" y="299"/>
                    <a:pt x="204" y="301"/>
                  </a:cubicBezTo>
                  <a:cubicBezTo>
                    <a:pt x="216" y="311"/>
                    <a:pt x="228" y="320"/>
                    <a:pt x="240" y="331"/>
                  </a:cubicBezTo>
                  <a:cubicBezTo>
                    <a:pt x="253" y="343"/>
                    <a:pt x="262" y="359"/>
                    <a:pt x="263" y="378"/>
                  </a:cubicBezTo>
                  <a:cubicBezTo>
                    <a:pt x="263" y="383"/>
                    <a:pt x="263" y="388"/>
                    <a:pt x="262" y="392"/>
                  </a:cubicBezTo>
                  <a:cubicBezTo>
                    <a:pt x="261" y="397"/>
                    <a:pt x="264" y="399"/>
                    <a:pt x="268" y="402"/>
                  </a:cubicBezTo>
                  <a:cubicBezTo>
                    <a:pt x="268" y="397"/>
                    <a:pt x="268" y="393"/>
                    <a:pt x="268" y="389"/>
                  </a:cubicBezTo>
                  <a:cubicBezTo>
                    <a:pt x="266" y="360"/>
                    <a:pt x="262" y="331"/>
                    <a:pt x="255" y="303"/>
                  </a:cubicBezTo>
                  <a:cubicBezTo>
                    <a:pt x="254" y="295"/>
                    <a:pt x="247" y="289"/>
                    <a:pt x="238" y="289"/>
                  </a:cubicBezTo>
                  <a:cubicBezTo>
                    <a:pt x="220" y="289"/>
                    <a:pt x="206" y="280"/>
                    <a:pt x="193" y="268"/>
                  </a:cubicBezTo>
                  <a:cubicBezTo>
                    <a:pt x="178" y="254"/>
                    <a:pt x="169" y="236"/>
                    <a:pt x="163" y="217"/>
                  </a:cubicBezTo>
                  <a:cubicBezTo>
                    <a:pt x="163" y="217"/>
                    <a:pt x="163" y="216"/>
                    <a:pt x="163" y="215"/>
                  </a:cubicBezTo>
                  <a:cubicBezTo>
                    <a:pt x="163" y="215"/>
                    <a:pt x="163" y="215"/>
                    <a:pt x="163" y="215"/>
                  </a:cubicBezTo>
                  <a:cubicBezTo>
                    <a:pt x="163" y="215"/>
                    <a:pt x="164" y="214"/>
                    <a:pt x="164" y="214"/>
                  </a:cubicBezTo>
                  <a:cubicBezTo>
                    <a:pt x="181" y="221"/>
                    <a:pt x="199" y="228"/>
                    <a:pt x="216" y="236"/>
                  </a:cubicBezTo>
                  <a:cubicBezTo>
                    <a:pt x="230" y="244"/>
                    <a:pt x="241" y="255"/>
                    <a:pt x="245" y="272"/>
                  </a:cubicBezTo>
                  <a:cubicBezTo>
                    <a:pt x="246" y="276"/>
                    <a:pt x="246" y="279"/>
                    <a:pt x="246" y="283"/>
                  </a:cubicBezTo>
                  <a:cubicBezTo>
                    <a:pt x="246" y="287"/>
                    <a:pt x="248" y="289"/>
                    <a:pt x="252" y="291"/>
                  </a:cubicBezTo>
                  <a:cubicBezTo>
                    <a:pt x="252" y="289"/>
                    <a:pt x="252" y="288"/>
                    <a:pt x="252" y="287"/>
                  </a:cubicBezTo>
                  <a:cubicBezTo>
                    <a:pt x="244" y="258"/>
                    <a:pt x="233" y="230"/>
                    <a:pt x="220" y="203"/>
                  </a:cubicBezTo>
                  <a:cubicBezTo>
                    <a:pt x="219" y="199"/>
                    <a:pt x="209" y="195"/>
                    <a:pt x="205" y="196"/>
                  </a:cubicBezTo>
                  <a:cubicBezTo>
                    <a:pt x="180" y="204"/>
                    <a:pt x="160" y="195"/>
                    <a:pt x="141" y="180"/>
                  </a:cubicBezTo>
                  <a:cubicBezTo>
                    <a:pt x="131" y="172"/>
                    <a:pt x="124" y="162"/>
                    <a:pt x="118" y="152"/>
                  </a:cubicBezTo>
                  <a:cubicBezTo>
                    <a:pt x="121" y="152"/>
                    <a:pt x="125" y="151"/>
                    <a:pt x="128" y="152"/>
                  </a:cubicBezTo>
                  <a:cubicBezTo>
                    <a:pt x="144" y="153"/>
                    <a:pt x="161" y="152"/>
                    <a:pt x="176" y="158"/>
                  </a:cubicBezTo>
                  <a:cubicBezTo>
                    <a:pt x="193" y="163"/>
                    <a:pt x="204" y="173"/>
                    <a:pt x="208" y="190"/>
                  </a:cubicBezTo>
                  <a:cubicBezTo>
                    <a:pt x="209" y="194"/>
                    <a:pt x="212" y="194"/>
                    <a:pt x="216" y="195"/>
                  </a:cubicBezTo>
                  <a:cubicBezTo>
                    <a:pt x="215" y="193"/>
                    <a:pt x="215" y="192"/>
                    <a:pt x="214" y="190"/>
                  </a:cubicBezTo>
                  <a:cubicBezTo>
                    <a:pt x="203" y="169"/>
                    <a:pt x="190" y="148"/>
                    <a:pt x="175" y="129"/>
                  </a:cubicBezTo>
                  <a:cubicBezTo>
                    <a:pt x="172" y="125"/>
                    <a:pt x="163" y="123"/>
                    <a:pt x="159" y="125"/>
                  </a:cubicBezTo>
                  <a:cubicBezTo>
                    <a:pt x="133" y="139"/>
                    <a:pt x="108" y="133"/>
                    <a:pt x="85" y="116"/>
                  </a:cubicBezTo>
                  <a:cubicBezTo>
                    <a:pt x="79" y="111"/>
                    <a:pt x="75" y="105"/>
                    <a:pt x="70" y="100"/>
                  </a:cubicBezTo>
                  <a:cubicBezTo>
                    <a:pt x="70" y="100"/>
                    <a:pt x="70" y="99"/>
                    <a:pt x="71" y="99"/>
                  </a:cubicBezTo>
                  <a:cubicBezTo>
                    <a:pt x="73" y="98"/>
                    <a:pt x="76" y="98"/>
                    <a:pt x="79" y="97"/>
                  </a:cubicBezTo>
                  <a:cubicBezTo>
                    <a:pt x="93" y="95"/>
                    <a:pt x="107" y="91"/>
                    <a:pt x="122" y="93"/>
                  </a:cubicBezTo>
                  <a:cubicBezTo>
                    <a:pt x="139" y="95"/>
                    <a:pt x="153" y="101"/>
                    <a:pt x="161" y="118"/>
                  </a:cubicBezTo>
                  <a:cubicBezTo>
                    <a:pt x="163" y="122"/>
                    <a:pt x="163" y="122"/>
                    <a:pt x="169" y="121"/>
                  </a:cubicBezTo>
                  <a:cubicBezTo>
                    <a:pt x="163" y="114"/>
                    <a:pt x="158" y="107"/>
                    <a:pt x="151" y="101"/>
                  </a:cubicBezTo>
                  <a:cubicBezTo>
                    <a:pt x="142" y="91"/>
                    <a:pt x="133" y="83"/>
                    <a:pt x="123" y="74"/>
                  </a:cubicBezTo>
                  <a:cubicBezTo>
                    <a:pt x="122" y="72"/>
                    <a:pt x="120" y="71"/>
                    <a:pt x="118" y="71"/>
                  </a:cubicBezTo>
                  <a:cubicBezTo>
                    <a:pt x="93" y="69"/>
                    <a:pt x="74" y="57"/>
                    <a:pt x="60" y="37"/>
                  </a:cubicBezTo>
                  <a:cubicBezTo>
                    <a:pt x="53" y="27"/>
                    <a:pt x="47" y="16"/>
                    <a:pt x="44" y="4"/>
                  </a:cubicBezTo>
                  <a:cubicBezTo>
                    <a:pt x="44" y="3"/>
                    <a:pt x="44" y="2"/>
                    <a:pt x="43" y="0"/>
                  </a:cubicBezTo>
                  <a:cubicBezTo>
                    <a:pt x="50" y="3"/>
                    <a:pt x="57" y="5"/>
                    <a:pt x="64" y="8"/>
                  </a:cubicBezTo>
                  <a:cubicBezTo>
                    <a:pt x="79" y="13"/>
                    <a:pt x="95" y="19"/>
                    <a:pt x="107" y="32"/>
                  </a:cubicBezTo>
                  <a:cubicBezTo>
                    <a:pt x="117" y="42"/>
                    <a:pt x="123" y="52"/>
                    <a:pt x="122" y="66"/>
                  </a:cubicBezTo>
                  <a:cubicBezTo>
                    <a:pt x="122" y="67"/>
                    <a:pt x="122" y="69"/>
                    <a:pt x="123" y="70"/>
                  </a:cubicBezTo>
                  <a:cubicBezTo>
                    <a:pt x="145" y="88"/>
                    <a:pt x="164" y="109"/>
                    <a:pt x="181" y="131"/>
                  </a:cubicBezTo>
                  <a:cubicBezTo>
                    <a:pt x="181" y="132"/>
                    <a:pt x="182" y="132"/>
                    <a:pt x="182" y="133"/>
                  </a:cubicBezTo>
                  <a:cubicBezTo>
                    <a:pt x="183" y="133"/>
                    <a:pt x="183" y="133"/>
                    <a:pt x="184" y="132"/>
                  </a:cubicBezTo>
                  <a:cubicBezTo>
                    <a:pt x="182" y="129"/>
                    <a:pt x="182" y="126"/>
                    <a:pt x="180" y="124"/>
                  </a:cubicBezTo>
                  <a:cubicBezTo>
                    <a:pt x="160" y="103"/>
                    <a:pt x="150" y="77"/>
                    <a:pt x="148" y="49"/>
                  </a:cubicBezTo>
                  <a:cubicBezTo>
                    <a:pt x="147" y="36"/>
                    <a:pt x="148" y="24"/>
                    <a:pt x="149" y="12"/>
                  </a:cubicBezTo>
                  <a:cubicBezTo>
                    <a:pt x="149" y="10"/>
                    <a:pt x="150" y="8"/>
                    <a:pt x="151" y="4"/>
                  </a:cubicBezTo>
                  <a:cubicBezTo>
                    <a:pt x="157" y="12"/>
                    <a:pt x="163" y="17"/>
                    <a:pt x="168" y="24"/>
                  </a:cubicBezTo>
                  <a:cubicBezTo>
                    <a:pt x="182" y="42"/>
                    <a:pt x="192" y="62"/>
                    <a:pt x="195" y="85"/>
                  </a:cubicBezTo>
                  <a:cubicBezTo>
                    <a:pt x="196" y="99"/>
                    <a:pt x="196" y="113"/>
                    <a:pt x="186" y="124"/>
                  </a:cubicBezTo>
                  <a:cubicBezTo>
                    <a:pt x="186" y="125"/>
                    <a:pt x="185" y="127"/>
                    <a:pt x="185" y="128"/>
                  </a:cubicBezTo>
                  <a:cubicBezTo>
                    <a:pt x="186" y="135"/>
                    <a:pt x="187" y="141"/>
                    <a:pt x="191" y="147"/>
                  </a:cubicBezTo>
                  <a:cubicBezTo>
                    <a:pt x="207" y="168"/>
                    <a:pt x="220" y="191"/>
                    <a:pt x="231" y="215"/>
                  </a:cubicBezTo>
                  <a:cubicBezTo>
                    <a:pt x="233" y="219"/>
                    <a:pt x="233" y="219"/>
                    <a:pt x="233" y="219"/>
                  </a:cubicBezTo>
                  <a:cubicBezTo>
                    <a:pt x="233" y="219"/>
                    <a:pt x="234" y="218"/>
                    <a:pt x="234" y="218"/>
                  </a:cubicBezTo>
                  <a:cubicBezTo>
                    <a:pt x="234" y="216"/>
                    <a:pt x="234" y="213"/>
                    <a:pt x="233" y="211"/>
                  </a:cubicBezTo>
                  <a:cubicBezTo>
                    <a:pt x="219" y="187"/>
                    <a:pt x="214" y="162"/>
                    <a:pt x="216" y="135"/>
                  </a:cubicBezTo>
                  <a:cubicBezTo>
                    <a:pt x="217" y="118"/>
                    <a:pt x="221" y="102"/>
                    <a:pt x="228" y="87"/>
                  </a:cubicBezTo>
                  <a:cubicBezTo>
                    <a:pt x="228" y="86"/>
                    <a:pt x="229" y="86"/>
                    <a:pt x="230" y="84"/>
                  </a:cubicBezTo>
                  <a:cubicBezTo>
                    <a:pt x="232" y="87"/>
                    <a:pt x="234" y="89"/>
                    <a:pt x="235" y="91"/>
                  </a:cubicBezTo>
                  <a:cubicBezTo>
                    <a:pt x="249" y="120"/>
                    <a:pt x="256" y="151"/>
                    <a:pt x="254" y="184"/>
                  </a:cubicBezTo>
                  <a:cubicBezTo>
                    <a:pt x="253" y="195"/>
                    <a:pt x="248" y="205"/>
                    <a:pt x="240" y="213"/>
                  </a:cubicBezTo>
                  <a:cubicBezTo>
                    <a:pt x="239" y="214"/>
                    <a:pt x="237" y="216"/>
                    <a:pt x="238" y="216"/>
                  </a:cubicBezTo>
                  <a:cubicBezTo>
                    <a:pt x="238" y="223"/>
                    <a:pt x="237" y="229"/>
                    <a:pt x="240" y="236"/>
                  </a:cubicBezTo>
                  <a:cubicBezTo>
                    <a:pt x="250" y="260"/>
                    <a:pt x="258" y="285"/>
                    <a:pt x="263" y="311"/>
                  </a:cubicBezTo>
                  <a:cubicBezTo>
                    <a:pt x="263" y="311"/>
                    <a:pt x="263" y="312"/>
                    <a:pt x="265" y="312"/>
                  </a:cubicBezTo>
                  <a:cubicBezTo>
                    <a:pt x="265" y="310"/>
                    <a:pt x="265" y="307"/>
                    <a:pt x="265" y="304"/>
                  </a:cubicBezTo>
                  <a:cubicBezTo>
                    <a:pt x="263" y="290"/>
                    <a:pt x="259" y="275"/>
                    <a:pt x="259" y="260"/>
                  </a:cubicBezTo>
                  <a:cubicBezTo>
                    <a:pt x="257" y="230"/>
                    <a:pt x="268" y="203"/>
                    <a:pt x="288" y="180"/>
                  </a:cubicBezTo>
                  <a:cubicBezTo>
                    <a:pt x="288" y="180"/>
                    <a:pt x="289" y="180"/>
                    <a:pt x="290" y="179"/>
                  </a:cubicBezTo>
                  <a:cubicBezTo>
                    <a:pt x="291" y="184"/>
                    <a:pt x="293" y="188"/>
                    <a:pt x="294" y="192"/>
                  </a:cubicBezTo>
                  <a:cubicBezTo>
                    <a:pt x="300" y="221"/>
                    <a:pt x="301" y="249"/>
                    <a:pt x="294" y="277"/>
                  </a:cubicBezTo>
                  <a:cubicBezTo>
                    <a:pt x="291" y="290"/>
                    <a:pt x="284" y="301"/>
                    <a:pt x="272" y="308"/>
                  </a:cubicBezTo>
                  <a:cubicBezTo>
                    <a:pt x="271" y="308"/>
                    <a:pt x="270" y="309"/>
                    <a:pt x="270" y="309"/>
                  </a:cubicBezTo>
                  <a:cubicBezTo>
                    <a:pt x="269" y="316"/>
                    <a:pt x="266" y="322"/>
                    <a:pt x="267" y="328"/>
                  </a:cubicBezTo>
                  <a:cubicBezTo>
                    <a:pt x="271" y="356"/>
                    <a:pt x="273" y="384"/>
                    <a:pt x="274" y="411"/>
                  </a:cubicBezTo>
                  <a:cubicBezTo>
                    <a:pt x="274" y="412"/>
                    <a:pt x="274" y="413"/>
                    <a:pt x="274" y="414"/>
                  </a:cubicBezTo>
                  <a:cubicBezTo>
                    <a:pt x="274" y="414"/>
                    <a:pt x="275" y="414"/>
                    <a:pt x="275" y="414"/>
                  </a:cubicBezTo>
                  <a:cubicBezTo>
                    <a:pt x="276" y="412"/>
                    <a:pt x="277" y="409"/>
                    <a:pt x="277" y="407"/>
                  </a:cubicBezTo>
                  <a:cubicBezTo>
                    <a:pt x="276" y="390"/>
                    <a:pt x="276" y="374"/>
                    <a:pt x="281" y="358"/>
                  </a:cubicBezTo>
                  <a:cubicBezTo>
                    <a:pt x="289" y="331"/>
                    <a:pt x="303" y="309"/>
                    <a:pt x="327" y="292"/>
                  </a:cubicBezTo>
                  <a:cubicBezTo>
                    <a:pt x="327" y="291"/>
                    <a:pt x="328" y="291"/>
                    <a:pt x="330" y="29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p:cNvGrpSpPr/>
          <p:nvPr/>
        </p:nvGrpSpPr>
        <p:grpSpPr>
          <a:xfrm>
            <a:off x="9271317" y="3419855"/>
            <a:ext cx="1912938" cy="481936"/>
            <a:chOff x="950977" y="2909084"/>
            <a:chExt cx="1912938" cy="481936"/>
          </a:xfrm>
        </p:grpSpPr>
        <p:sp>
          <p:nvSpPr>
            <p:cNvPr id="21" name="Freeform 5"/>
            <p:cNvSpPr>
              <a:spLocks/>
            </p:cNvSpPr>
            <p:nvPr/>
          </p:nvSpPr>
          <p:spPr bwMode="auto">
            <a:xfrm flipH="1">
              <a:off x="950977" y="2964655"/>
              <a:ext cx="184997" cy="426365"/>
            </a:xfrm>
            <a:custGeom>
              <a:avLst/>
              <a:gdLst>
                <a:gd name="T0" fmla="*/ 309 w 347"/>
                <a:gd name="T1" fmla="*/ 390 h 804"/>
                <a:gd name="T2" fmla="*/ 263 w 347"/>
                <a:gd name="T3" fmla="*/ 517 h 804"/>
                <a:gd name="T4" fmla="*/ 343 w 347"/>
                <a:gd name="T5" fmla="*/ 421 h 804"/>
                <a:gd name="T6" fmla="*/ 306 w 347"/>
                <a:gd name="T7" fmla="*/ 506 h 804"/>
                <a:gd name="T8" fmla="*/ 221 w 347"/>
                <a:gd name="T9" fmla="*/ 623 h 804"/>
                <a:gd name="T10" fmla="*/ 254 w 347"/>
                <a:gd name="T11" fmla="*/ 583 h 804"/>
                <a:gd name="T12" fmla="*/ 269 w 347"/>
                <a:gd name="T13" fmla="*/ 629 h 804"/>
                <a:gd name="T14" fmla="*/ 158 w 347"/>
                <a:gd name="T15" fmla="*/ 706 h 804"/>
                <a:gd name="T16" fmla="*/ 203 w 347"/>
                <a:gd name="T17" fmla="*/ 679 h 804"/>
                <a:gd name="T18" fmla="*/ 188 w 347"/>
                <a:gd name="T19" fmla="*/ 729 h 804"/>
                <a:gd name="T20" fmla="*/ 73 w 347"/>
                <a:gd name="T21" fmla="*/ 765 h 804"/>
                <a:gd name="T22" fmla="*/ 187 w 347"/>
                <a:gd name="T23" fmla="*/ 771 h 804"/>
                <a:gd name="T24" fmla="*/ 78 w 347"/>
                <a:gd name="T25" fmla="*/ 775 h 804"/>
                <a:gd name="T26" fmla="*/ 7 w 347"/>
                <a:gd name="T27" fmla="*/ 776 h 804"/>
                <a:gd name="T28" fmla="*/ 122 w 347"/>
                <a:gd name="T29" fmla="*/ 646 h 804"/>
                <a:gd name="T30" fmla="*/ 85 w 347"/>
                <a:gd name="T31" fmla="*/ 747 h 804"/>
                <a:gd name="T32" fmla="*/ 150 w 347"/>
                <a:gd name="T33" fmla="*/ 705 h 804"/>
                <a:gd name="T34" fmla="*/ 178 w 347"/>
                <a:gd name="T35" fmla="*/ 565 h 804"/>
                <a:gd name="T36" fmla="*/ 161 w 347"/>
                <a:gd name="T37" fmla="*/ 688 h 804"/>
                <a:gd name="T38" fmla="*/ 210 w 347"/>
                <a:gd name="T39" fmla="*/ 607 h 804"/>
                <a:gd name="T40" fmla="*/ 230 w 347"/>
                <a:gd name="T41" fmla="*/ 561 h 804"/>
                <a:gd name="T42" fmla="*/ 224 w 347"/>
                <a:gd name="T43" fmla="*/ 606 h 804"/>
                <a:gd name="T44" fmla="*/ 215 w 347"/>
                <a:gd name="T45" fmla="*/ 460 h 804"/>
                <a:gd name="T46" fmla="*/ 244 w 347"/>
                <a:gd name="T47" fmla="*/ 435 h 804"/>
                <a:gd name="T48" fmla="*/ 262 w 347"/>
                <a:gd name="T49" fmla="*/ 483 h 804"/>
                <a:gd name="T50" fmla="*/ 196 w 347"/>
                <a:gd name="T51" fmla="*/ 300 h 804"/>
                <a:gd name="T52" fmla="*/ 240 w 347"/>
                <a:gd name="T53" fmla="*/ 331 h 804"/>
                <a:gd name="T54" fmla="*/ 268 w 347"/>
                <a:gd name="T55" fmla="*/ 389 h 804"/>
                <a:gd name="T56" fmla="*/ 163 w 347"/>
                <a:gd name="T57" fmla="*/ 217 h 804"/>
                <a:gd name="T58" fmla="*/ 216 w 347"/>
                <a:gd name="T59" fmla="*/ 236 h 804"/>
                <a:gd name="T60" fmla="*/ 252 w 347"/>
                <a:gd name="T61" fmla="*/ 287 h 804"/>
                <a:gd name="T62" fmla="*/ 118 w 347"/>
                <a:gd name="T63" fmla="*/ 152 h 804"/>
                <a:gd name="T64" fmla="*/ 216 w 347"/>
                <a:gd name="T65" fmla="*/ 195 h 804"/>
                <a:gd name="T66" fmla="*/ 85 w 347"/>
                <a:gd name="T67" fmla="*/ 116 h 804"/>
                <a:gd name="T68" fmla="*/ 122 w 347"/>
                <a:gd name="T69" fmla="*/ 93 h 804"/>
                <a:gd name="T70" fmla="*/ 123 w 347"/>
                <a:gd name="T71" fmla="*/ 74 h 804"/>
                <a:gd name="T72" fmla="*/ 43 w 347"/>
                <a:gd name="T73" fmla="*/ 0 h 804"/>
                <a:gd name="T74" fmla="*/ 123 w 347"/>
                <a:gd name="T75" fmla="*/ 70 h 804"/>
                <a:gd name="T76" fmla="*/ 180 w 347"/>
                <a:gd name="T77" fmla="*/ 124 h 804"/>
                <a:gd name="T78" fmla="*/ 168 w 347"/>
                <a:gd name="T79" fmla="*/ 24 h 804"/>
                <a:gd name="T80" fmla="*/ 191 w 347"/>
                <a:gd name="T81" fmla="*/ 147 h 804"/>
                <a:gd name="T82" fmla="*/ 233 w 347"/>
                <a:gd name="T83" fmla="*/ 211 h 804"/>
                <a:gd name="T84" fmla="*/ 235 w 347"/>
                <a:gd name="T85" fmla="*/ 91 h 804"/>
                <a:gd name="T86" fmla="*/ 240 w 347"/>
                <a:gd name="T87" fmla="*/ 236 h 804"/>
                <a:gd name="T88" fmla="*/ 259 w 347"/>
                <a:gd name="T89" fmla="*/ 260 h 804"/>
                <a:gd name="T90" fmla="*/ 294 w 347"/>
                <a:gd name="T91" fmla="*/ 277 h 804"/>
                <a:gd name="T92" fmla="*/ 274 w 347"/>
                <a:gd name="T93" fmla="*/ 411 h 804"/>
                <a:gd name="T94" fmla="*/ 281 w 347"/>
                <a:gd name="T95" fmla="*/ 358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7" h="804">
                  <a:moveTo>
                    <a:pt x="330" y="290"/>
                  </a:moveTo>
                  <a:cubicBezTo>
                    <a:pt x="330" y="292"/>
                    <a:pt x="331" y="294"/>
                    <a:pt x="331" y="295"/>
                  </a:cubicBezTo>
                  <a:cubicBezTo>
                    <a:pt x="333" y="319"/>
                    <a:pt x="329" y="341"/>
                    <a:pt x="321" y="363"/>
                  </a:cubicBezTo>
                  <a:cubicBezTo>
                    <a:pt x="318" y="373"/>
                    <a:pt x="314" y="382"/>
                    <a:pt x="309" y="390"/>
                  </a:cubicBezTo>
                  <a:cubicBezTo>
                    <a:pt x="303" y="401"/>
                    <a:pt x="294" y="409"/>
                    <a:pt x="282" y="412"/>
                  </a:cubicBezTo>
                  <a:cubicBezTo>
                    <a:pt x="280" y="412"/>
                    <a:pt x="279" y="413"/>
                    <a:pt x="278" y="414"/>
                  </a:cubicBezTo>
                  <a:cubicBezTo>
                    <a:pt x="276" y="420"/>
                    <a:pt x="273" y="425"/>
                    <a:pt x="273" y="430"/>
                  </a:cubicBezTo>
                  <a:cubicBezTo>
                    <a:pt x="272" y="459"/>
                    <a:pt x="270" y="488"/>
                    <a:pt x="263" y="517"/>
                  </a:cubicBezTo>
                  <a:cubicBezTo>
                    <a:pt x="262" y="518"/>
                    <a:pt x="262" y="519"/>
                    <a:pt x="263" y="520"/>
                  </a:cubicBezTo>
                  <a:cubicBezTo>
                    <a:pt x="264" y="518"/>
                    <a:pt x="265" y="517"/>
                    <a:pt x="265" y="515"/>
                  </a:cubicBezTo>
                  <a:cubicBezTo>
                    <a:pt x="269" y="496"/>
                    <a:pt x="275" y="478"/>
                    <a:pt x="287" y="463"/>
                  </a:cubicBezTo>
                  <a:cubicBezTo>
                    <a:pt x="302" y="444"/>
                    <a:pt x="319" y="429"/>
                    <a:pt x="343" y="421"/>
                  </a:cubicBezTo>
                  <a:cubicBezTo>
                    <a:pt x="343" y="420"/>
                    <a:pt x="344" y="420"/>
                    <a:pt x="344" y="420"/>
                  </a:cubicBezTo>
                  <a:cubicBezTo>
                    <a:pt x="345" y="420"/>
                    <a:pt x="345" y="420"/>
                    <a:pt x="346" y="420"/>
                  </a:cubicBezTo>
                  <a:cubicBezTo>
                    <a:pt x="346" y="424"/>
                    <a:pt x="347" y="427"/>
                    <a:pt x="346" y="431"/>
                  </a:cubicBezTo>
                  <a:cubicBezTo>
                    <a:pt x="339" y="459"/>
                    <a:pt x="327" y="485"/>
                    <a:pt x="306" y="506"/>
                  </a:cubicBezTo>
                  <a:cubicBezTo>
                    <a:pt x="296" y="516"/>
                    <a:pt x="285" y="522"/>
                    <a:pt x="270" y="521"/>
                  </a:cubicBezTo>
                  <a:cubicBezTo>
                    <a:pt x="269" y="521"/>
                    <a:pt x="266" y="522"/>
                    <a:pt x="266" y="523"/>
                  </a:cubicBezTo>
                  <a:cubicBezTo>
                    <a:pt x="263" y="528"/>
                    <a:pt x="259" y="532"/>
                    <a:pt x="257" y="538"/>
                  </a:cubicBezTo>
                  <a:cubicBezTo>
                    <a:pt x="248" y="567"/>
                    <a:pt x="236" y="596"/>
                    <a:pt x="221" y="623"/>
                  </a:cubicBezTo>
                  <a:cubicBezTo>
                    <a:pt x="220" y="624"/>
                    <a:pt x="219" y="626"/>
                    <a:pt x="218" y="628"/>
                  </a:cubicBezTo>
                  <a:cubicBezTo>
                    <a:pt x="219" y="628"/>
                    <a:pt x="219" y="628"/>
                    <a:pt x="220" y="629"/>
                  </a:cubicBezTo>
                  <a:cubicBezTo>
                    <a:pt x="222" y="626"/>
                    <a:pt x="224" y="624"/>
                    <a:pt x="225" y="622"/>
                  </a:cubicBezTo>
                  <a:cubicBezTo>
                    <a:pt x="232" y="608"/>
                    <a:pt x="241" y="594"/>
                    <a:pt x="254" y="583"/>
                  </a:cubicBezTo>
                  <a:cubicBezTo>
                    <a:pt x="272" y="568"/>
                    <a:pt x="293" y="559"/>
                    <a:pt x="318" y="560"/>
                  </a:cubicBezTo>
                  <a:cubicBezTo>
                    <a:pt x="325" y="560"/>
                    <a:pt x="325" y="560"/>
                    <a:pt x="323" y="567"/>
                  </a:cubicBezTo>
                  <a:cubicBezTo>
                    <a:pt x="319" y="578"/>
                    <a:pt x="313" y="588"/>
                    <a:pt x="306" y="597"/>
                  </a:cubicBezTo>
                  <a:cubicBezTo>
                    <a:pt x="296" y="609"/>
                    <a:pt x="285" y="622"/>
                    <a:pt x="269" y="629"/>
                  </a:cubicBezTo>
                  <a:cubicBezTo>
                    <a:pt x="255" y="636"/>
                    <a:pt x="241" y="639"/>
                    <a:pt x="226" y="632"/>
                  </a:cubicBezTo>
                  <a:cubicBezTo>
                    <a:pt x="225" y="631"/>
                    <a:pt x="224" y="631"/>
                    <a:pt x="223" y="631"/>
                  </a:cubicBezTo>
                  <a:cubicBezTo>
                    <a:pt x="219" y="635"/>
                    <a:pt x="213" y="637"/>
                    <a:pt x="210" y="641"/>
                  </a:cubicBezTo>
                  <a:cubicBezTo>
                    <a:pt x="195" y="665"/>
                    <a:pt x="178" y="686"/>
                    <a:pt x="158" y="706"/>
                  </a:cubicBezTo>
                  <a:cubicBezTo>
                    <a:pt x="157" y="707"/>
                    <a:pt x="157" y="708"/>
                    <a:pt x="156" y="709"/>
                  </a:cubicBezTo>
                  <a:cubicBezTo>
                    <a:pt x="156" y="709"/>
                    <a:pt x="156" y="709"/>
                    <a:pt x="156" y="712"/>
                  </a:cubicBezTo>
                  <a:cubicBezTo>
                    <a:pt x="159" y="709"/>
                    <a:pt x="161" y="708"/>
                    <a:pt x="163" y="706"/>
                  </a:cubicBezTo>
                  <a:cubicBezTo>
                    <a:pt x="174" y="694"/>
                    <a:pt x="187" y="684"/>
                    <a:pt x="203" y="679"/>
                  </a:cubicBezTo>
                  <a:cubicBezTo>
                    <a:pt x="227" y="672"/>
                    <a:pt x="251" y="674"/>
                    <a:pt x="274" y="684"/>
                  </a:cubicBezTo>
                  <a:cubicBezTo>
                    <a:pt x="275" y="685"/>
                    <a:pt x="275" y="685"/>
                    <a:pt x="277" y="686"/>
                  </a:cubicBezTo>
                  <a:cubicBezTo>
                    <a:pt x="274" y="690"/>
                    <a:pt x="271" y="694"/>
                    <a:pt x="267" y="698"/>
                  </a:cubicBezTo>
                  <a:cubicBezTo>
                    <a:pt x="245" y="717"/>
                    <a:pt x="219" y="730"/>
                    <a:pt x="188" y="729"/>
                  </a:cubicBezTo>
                  <a:cubicBezTo>
                    <a:pt x="179" y="729"/>
                    <a:pt x="171" y="725"/>
                    <a:pt x="164" y="719"/>
                  </a:cubicBezTo>
                  <a:cubicBezTo>
                    <a:pt x="158" y="714"/>
                    <a:pt x="151" y="714"/>
                    <a:pt x="144" y="719"/>
                  </a:cubicBezTo>
                  <a:cubicBezTo>
                    <a:pt x="127" y="735"/>
                    <a:pt x="108" y="748"/>
                    <a:pt x="87" y="758"/>
                  </a:cubicBezTo>
                  <a:cubicBezTo>
                    <a:pt x="73" y="765"/>
                    <a:pt x="73" y="765"/>
                    <a:pt x="73" y="765"/>
                  </a:cubicBezTo>
                  <a:cubicBezTo>
                    <a:pt x="74" y="766"/>
                    <a:pt x="74" y="766"/>
                    <a:pt x="74" y="767"/>
                  </a:cubicBezTo>
                  <a:cubicBezTo>
                    <a:pt x="76" y="766"/>
                    <a:pt x="78" y="766"/>
                    <a:pt x="80" y="765"/>
                  </a:cubicBezTo>
                  <a:cubicBezTo>
                    <a:pt x="91" y="759"/>
                    <a:pt x="103" y="753"/>
                    <a:pt x="116" y="752"/>
                  </a:cubicBezTo>
                  <a:cubicBezTo>
                    <a:pt x="142" y="748"/>
                    <a:pt x="165" y="757"/>
                    <a:pt x="187" y="771"/>
                  </a:cubicBezTo>
                  <a:cubicBezTo>
                    <a:pt x="190" y="774"/>
                    <a:pt x="194" y="777"/>
                    <a:pt x="198" y="780"/>
                  </a:cubicBezTo>
                  <a:cubicBezTo>
                    <a:pt x="194" y="784"/>
                    <a:pt x="190" y="787"/>
                    <a:pt x="185" y="789"/>
                  </a:cubicBezTo>
                  <a:cubicBezTo>
                    <a:pt x="161" y="800"/>
                    <a:pt x="135" y="804"/>
                    <a:pt x="108" y="796"/>
                  </a:cubicBezTo>
                  <a:cubicBezTo>
                    <a:pt x="95" y="793"/>
                    <a:pt x="84" y="786"/>
                    <a:pt x="78" y="775"/>
                  </a:cubicBezTo>
                  <a:cubicBezTo>
                    <a:pt x="76" y="770"/>
                    <a:pt x="66" y="768"/>
                    <a:pt x="61" y="770"/>
                  </a:cubicBezTo>
                  <a:cubicBezTo>
                    <a:pt x="43" y="777"/>
                    <a:pt x="25" y="781"/>
                    <a:pt x="6" y="784"/>
                  </a:cubicBezTo>
                  <a:cubicBezTo>
                    <a:pt x="5" y="784"/>
                    <a:pt x="3" y="784"/>
                    <a:pt x="1" y="784"/>
                  </a:cubicBezTo>
                  <a:cubicBezTo>
                    <a:pt x="0" y="780"/>
                    <a:pt x="2" y="777"/>
                    <a:pt x="7" y="776"/>
                  </a:cubicBezTo>
                  <a:cubicBezTo>
                    <a:pt x="25" y="773"/>
                    <a:pt x="44" y="768"/>
                    <a:pt x="61" y="761"/>
                  </a:cubicBezTo>
                  <a:cubicBezTo>
                    <a:pt x="70" y="758"/>
                    <a:pt x="74" y="752"/>
                    <a:pt x="72" y="743"/>
                  </a:cubicBezTo>
                  <a:cubicBezTo>
                    <a:pt x="70" y="724"/>
                    <a:pt x="74" y="706"/>
                    <a:pt x="82" y="689"/>
                  </a:cubicBezTo>
                  <a:cubicBezTo>
                    <a:pt x="91" y="671"/>
                    <a:pt x="105" y="656"/>
                    <a:pt x="122" y="646"/>
                  </a:cubicBezTo>
                  <a:cubicBezTo>
                    <a:pt x="124" y="645"/>
                    <a:pt x="125" y="644"/>
                    <a:pt x="128" y="643"/>
                  </a:cubicBezTo>
                  <a:cubicBezTo>
                    <a:pt x="127" y="647"/>
                    <a:pt x="127" y="649"/>
                    <a:pt x="127" y="652"/>
                  </a:cubicBezTo>
                  <a:cubicBezTo>
                    <a:pt x="123" y="672"/>
                    <a:pt x="121" y="693"/>
                    <a:pt x="114" y="713"/>
                  </a:cubicBezTo>
                  <a:cubicBezTo>
                    <a:pt x="109" y="728"/>
                    <a:pt x="100" y="739"/>
                    <a:pt x="85" y="747"/>
                  </a:cubicBezTo>
                  <a:cubicBezTo>
                    <a:pt x="83" y="748"/>
                    <a:pt x="81" y="749"/>
                    <a:pt x="79" y="749"/>
                  </a:cubicBezTo>
                  <a:cubicBezTo>
                    <a:pt x="75" y="749"/>
                    <a:pt x="74" y="751"/>
                    <a:pt x="74" y="756"/>
                  </a:cubicBezTo>
                  <a:cubicBezTo>
                    <a:pt x="76" y="755"/>
                    <a:pt x="77" y="755"/>
                    <a:pt x="78" y="754"/>
                  </a:cubicBezTo>
                  <a:cubicBezTo>
                    <a:pt x="105" y="742"/>
                    <a:pt x="129" y="726"/>
                    <a:pt x="150" y="705"/>
                  </a:cubicBezTo>
                  <a:cubicBezTo>
                    <a:pt x="156" y="700"/>
                    <a:pt x="155" y="692"/>
                    <a:pt x="152" y="686"/>
                  </a:cubicBezTo>
                  <a:cubicBezTo>
                    <a:pt x="142" y="659"/>
                    <a:pt x="144" y="632"/>
                    <a:pt x="153" y="605"/>
                  </a:cubicBezTo>
                  <a:cubicBezTo>
                    <a:pt x="158" y="592"/>
                    <a:pt x="165" y="579"/>
                    <a:pt x="175" y="568"/>
                  </a:cubicBezTo>
                  <a:cubicBezTo>
                    <a:pt x="176" y="567"/>
                    <a:pt x="177" y="566"/>
                    <a:pt x="178" y="565"/>
                  </a:cubicBezTo>
                  <a:cubicBezTo>
                    <a:pt x="179" y="572"/>
                    <a:pt x="180" y="579"/>
                    <a:pt x="181" y="586"/>
                  </a:cubicBezTo>
                  <a:cubicBezTo>
                    <a:pt x="182" y="599"/>
                    <a:pt x="184" y="612"/>
                    <a:pt x="185" y="625"/>
                  </a:cubicBezTo>
                  <a:cubicBezTo>
                    <a:pt x="186" y="643"/>
                    <a:pt x="184" y="661"/>
                    <a:pt x="173" y="676"/>
                  </a:cubicBezTo>
                  <a:cubicBezTo>
                    <a:pt x="170" y="680"/>
                    <a:pt x="166" y="685"/>
                    <a:pt x="161" y="688"/>
                  </a:cubicBezTo>
                  <a:cubicBezTo>
                    <a:pt x="157" y="691"/>
                    <a:pt x="156" y="694"/>
                    <a:pt x="157" y="699"/>
                  </a:cubicBezTo>
                  <a:cubicBezTo>
                    <a:pt x="162" y="693"/>
                    <a:pt x="167" y="689"/>
                    <a:pt x="171" y="684"/>
                  </a:cubicBezTo>
                  <a:cubicBezTo>
                    <a:pt x="187" y="666"/>
                    <a:pt x="201" y="647"/>
                    <a:pt x="212" y="626"/>
                  </a:cubicBezTo>
                  <a:cubicBezTo>
                    <a:pt x="216" y="620"/>
                    <a:pt x="214" y="612"/>
                    <a:pt x="210" y="607"/>
                  </a:cubicBezTo>
                  <a:cubicBezTo>
                    <a:pt x="184" y="568"/>
                    <a:pt x="184" y="527"/>
                    <a:pt x="201" y="485"/>
                  </a:cubicBezTo>
                  <a:cubicBezTo>
                    <a:pt x="202" y="484"/>
                    <a:pt x="202" y="483"/>
                    <a:pt x="203" y="482"/>
                  </a:cubicBezTo>
                  <a:cubicBezTo>
                    <a:pt x="203" y="482"/>
                    <a:pt x="203" y="482"/>
                    <a:pt x="204" y="482"/>
                  </a:cubicBezTo>
                  <a:cubicBezTo>
                    <a:pt x="214" y="508"/>
                    <a:pt x="227" y="533"/>
                    <a:pt x="230" y="561"/>
                  </a:cubicBezTo>
                  <a:cubicBezTo>
                    <a:pt x="231" y="578"/>
                    <a:pt x="229" y="594"/>
                    <a:pt x="217" y="608"/>
                  </a:cubicBezTo>
                  <a:cubicBezTo>
                    <a:pt x="216" y="609"/>
                    <a:pt x="216" y="613"/>
                    <a:pt x="216" y="616"/>
                  </a:cubicBezTo>
                  <a:cubicBezTo>
                    <a:pt x="217" y="616"/>
                    <a:pt x="217" y="616"/>
                    <a:pt x="218" y="616"/>
                  </a:cubicBezTo>
                  <a:cubicBezTo>
                    <a:pt x="224" y="606"/>
                    <a:pt x="224" y="606"/>
                    <a:pt x="224" y="606"/>
                  </a:cubicBezTo>
                  <a:cubicBezTo>
                    <a:pt x="237" y="578"/>
                    <a:pt x="247" y="550"/>
                    <a:pt x="254" y="520"/>
                  </a:cubicBezTo>
                  <a:cubicBezTo>
                    <a:pt x="255" y="519"/>
                    <a:pt x="255" y="517"/>
                    <a:pt x="255" y="516"/>
                  </a:cubicBezTo>
                  <a:cubicBezTo>
                    <a:pt x="252" y="510"/>
                    <a:pt x="250" y="503"/>
                    <a:pt x="242" y="498"/>
                  </a:cubicBezTo>
                  <a:cubicBezTo>
                    <a:pt x="229" y="489"/>
                    <a:pt x="221" y="475"/>
                    <a:pt x="215" y="460"/>
                  </a:cubicBezTo>
                  <a:cubicBezTo>
                    <a:pt x="204" y="436"/>
                    <a:pt x="203" y="412"/>
                    <a:pt x="206" y="387"/>
                  </a:cubicBezTo>
                  <a:cubicBezTo>
                    <a:pt x="206" y="386"/>
                    <a:pt x="207" y="386"/>
                    <a:pt x="207" y="385"/>
                  </a:cubicBezTo>
                  <a:cubicBezTo>
                    <a:pt x="208" y="385"/>
                    <a:pt x="208" y="385"/>
                    <a:pt x="208" y="386"/>
                  </a:cubicBezTo>
                  <a:cubicBezTo>
                    <a:pt x="220" y="402"/>
                    <a:pt x="233" y="418"/>
                    <a:pt x="244" y="435"/>
                  </a:cubicBezTo>
                  <a:cubicBezTo>
                    <a:pt x="255" y="451"/>
                    <a:pt x="261" y="468"/>
                    <a:pt x="258" y="488"/>
                  </a:cubicBezTo>
                  <a:cubicBezTo>
                    <a:pt x="258" y="492"/>
                    <a:pt x="257" y="496"/>
                    <a:pt x="255" y="499"/>
                  </a:cubicBezTo>
                  <a:cubicBezTo>
                    <a:pt x="252" y="504"/>
                    <a:pt x="254" y="507"/>
                    <a:pt x="257" y="512"/>
                  </a:cubicBezTo>
                  <a:cubicBezTo>
                    <a:pt x="259" y="501"/>
                    <a:pt x="261" y="492"/>
                    <a:pt x="262" y="483"/>
                  </a:cubicBezTo>
                  <a:cubicBezTo>
                    <a:pt x="265" y="460"/>
                    <a:pt x="266" y="437"/>
                    <a:pt x="268" y="414"/>
                  </a:cubicBezTo>
                  <a:cubicBezTo>
                    <a:pt x="268" y="409"/>
                    <a:pt x="261" y="398"/>
                    <a:pt x="257" y="397"/>
                  </a:cubicBezTo>
                  <a:cubicBezTo>
                    <a:pt x="237" y="391"/>
                    <a:pt x="224" y="376"/>
                    <a:pt x="213" y="359"/>
                  </a:cubicBezTo>
                  <a:cubicBezTo>
                    <a:pt x="202" y="340"/>
                    <a:pt x="197" y="321"/>
                    <a:pt x="196" y="300"/>
                  </a:cubicBezTo>
                  <a:cubicBezTo>
                    <a:pt x="196" y="296"/>
                    <a:pt x="196" y="296"/>
                    <a:pt x="196" y="296"/>
                  </a:cubicBezTo>
                  <a:cubicBezTo>
                    <a:pt x="196" y="296"/>
                    <a:pt x="196" y="295"/>
                    <a:pt x="196" y="294"/>
                  </a:cubicBezTo>
                  <a:cubicBezTo>
                    <a:pt x="199" y="297"/>
                    <a:pt x="202" y="299"/>
                    <a:pt x="204" y="301"/>
                  </a:cubicBezTo>
                  <a:cubicBezTo>
                    <a:pt x="216" y="311"/>
                    <a:pt x="228" y="320"/>
                    <a:pt x="240" y="331"/>
                  </a:cubicBezTo>
                  <a:cubicBezTo>
                    <a:pt x="253" y="343"/>
                    <a:pt x="262" y="359"/>
                    <a:pt x="263" y="378"/>
                  </a:cubicBezTo>
                  <a:cubicBezTo>
                    <a:pt x="263" y="383"/>
                    <a:pt x="263" y="388"/>
                    <a:pt x="262" y="392"/>
                  </a:cubicBezTo>
                  <a:cubicBezTo>
                    <a:pt x="261" y="397"/>
                    <a:pt x="264" y="399"/>
                    <a:pt x="268" y="402"/>
                  </a:cubicBezTo>
                  <a:cubicBezTo>
                    <a:pt x="268" y="397"/>
                    <a:pt x="268" y="393"/>
                    <a:pt x="268" y="389"/>
                  </a:cubicBezTo>
                  <a:cubicBezTo>
                    <a:pt x="266" y="360"/>
                    <a:pt x="262" y="331"/>
                    <a:pt x="255" y="303"/>
                  </a:cubicBezTo>
                  <a:cubicBezTo>
                    <a:pt x="254" y="295"/>
                    <a:pt x="247" y="289"/>
                    <a:pt x="238" y="289"/>
                  </a:cubicBezTo>
                  <a:cubicBezTo>
                    <a:pt x="220" y="289"/>
                    <a:pt x="206" y="280"/>
                    <a:pt x="193" y="268"/>
                  </a:cubicBezTo>
                  <a:cubicBezTo>
                    <a:pt x="178" y="254"/>
                    <a:pt x="169" y="236"/>
                    <a:pt x="163" y="217"/>
                  </a:cubicBezTo>
                  <a:cubicBezTo>
                    <a:pt x="163" y="217"/>
                    <a:pt x="163" y="216"/>
                    <a:pt x="163" y="215"/>
                  </a:cubicBezTo>
                  <a:cubicBezTo>
                    <a:pt x="163" y="215"/>
                    <a:pt x="163" y="215"/>
                    <a:pt x="163" y="215"/>
                  </a:cubicBezTo>
                  <a:cubicBezTo>
                    <a:pt x="163" y="215"/>
                    <a:pt x="164" y="214"/>
                    <a:pt x="164" y="214"/>
                  </a:cubicBezTo>
                  <a:cubicBezTo>
                    <a:pt x="181" y="221"/>
                    <a:pt x="199" y="228"/>
                    <a:pt x="216" y="236"/>
                  </a:cubicBezTo>
                  <a:cubicBezTo>
                    <a:pt x="230" y="244"/>
                    <a:pt x="241" y="255"/>
                    <a:pt x="245" y="272"/>
                  </a:cubicBezTo>
                  <a:cubicBezTo>
                    <a:pt x="246" y="276"/>
                    <a:pt x="246" y="279"/>
                    <a:pt x="246" y="283"/>
                  </a:cubicBezTo>
                  <a:cubicBezTo>
                    <a:pt x="246" y="287"/>
                    <a:pt x="248" y="289"/>
                    <a:pt x="252" y="291"/>
                  </a:cubicBezTo>
                  <a:cubicBezTo>
                    <a:pt x="252" y="289"/>
                    <a:pt x="252" y="288"/>
                    <a:pt x="252" y="287"/>
                  </a:cubicBezTo>
                  <a:cubicBezTo>
                    <a:pt x="244" y="258"/>
                    <a:pt x="233" y="230"/>
                    <a:pt x="220" y="203"/>
                  </a:cubicBezTo>
                  <a:cubicBezTo>
                    <a:pt x="219" y="199"/>
                    <a:pt x="209" y="195"/>
                    <a:pt x="205" y="196"/>
                  </a:cubicBezTo>
                  <a:cubicBezTo>
                    <a:pt x="180" y="204"/>
                    <a:pt x="160" y="195"/>
                    <a:pt x="141" y="180"/>
                  </a:cubicBezTo>
                  <a:cubicBezTo>
                    <a:pt x="131" y="172"/>
                    <a:pt x="124" y="162"/>
                    <a:pt x="118" y="152"/>
                  </a:cubicBezTo>
                  <a:cubicBezTo>
                    <a:pt x="121" y="152"/>
                    <a:pt x="125" y="151"/>
                    <a:pt x="128" y="152"/>
                  </a:cubicBezTo>
                  <a:cubicBezTo>
                    <a:pt x="144" y="153"/>
                    <a:pt x="161" y="152"/>
                    <a:pt x="176" y="158"/>
                  </a:cubicBezTo>
                  <a:cubicBezTo>
                    <a:pt x="193" y="163"/>
                    <a:pt x="204" y="173"/>
                    <a:pt x="208" y="190"/>
                  </a:cubicBezTo>
                  <a:cubicBezTo>
                    <a:pt x="209" y="194"/>
                    <a:pt x="212" y="194"/>
                    <a:pt x="216" y="195"/>
                  </a:cubicBezTo>
                  <a:cubicBezTo>
                    <a:pt x="215" y="193"/>
                    <a:pt x="215" y="192"/>
                    <a:pt x="214" y="190"/>
                  </a:cubicBezTo>
                  <a:cubicBezTo>
                    <a:pt x="203" y="169"/>
                    <a:pt x="190" y="148"/>
                    <a:pt x="175" y="129"/>
                  </a:cubicBezTo>
                  <a:cubicBezTo>
                    <a:pt x="172" y="125"/>
                    <a:pt x="163" y="123"/>
                    <a:pt x="159" y="125"/>
                  </a:cubicBezTo>
                  <a:cubicBezTo>
                    <a:pt x="133" y="139"/>
                    <a:pt x="108" y="133"/>
                    <a:pt x="85" y="116"/>
                  </a:cubicBezTo>
                  <a:cubicBezTo>
                    <a:pt x="79" y="111"/>
                    <a:pt x="75" y="105"/>
                    <a:pt x="70" y="100"/>
                  </a:cubicBezTo>
                  <a:cubicBezTo>
                    <a:pt x="70" y="100"/>
                    <a:pt x="70" y="99"/>
                    <a:pt x="71" y="99"/>
                  </a:cubicBezTo>
                  <a:cubicBezTo>
                    <a:pt x="73" y="98"/>
                    <a:pt x="76" y="98"/>
                    <a:pt x="79" y="97"/>
                  </a:cubicBezTo>
                  <a:cubicBezTo>
                    <a:pt x="93" y="95"/>
                    <a:pt x="107" y="91"/>
                    <a:pt x="122" y="93"/>
                  </a:cubicBezTo>
                  <a:cubicBezTo>
                    <a:pt x="139" y="95"/>
                    <a:pt x="153" y="101"/>
                    <a:pt x="161" y="118"/>
                  </a:cubicBezTo>
                  <a:cubicBezTo>
                    <a:pt x="163" y="122"/>
                    <a:pt x="163" y="122"/>
                    <a:pt x="169" y="121"/>
                  </a:cubicBezTo>
                  <a:cubicBezTo>
                    <a:pt x="163" y="114"/>
                    <a:pt x="158" y="107"/>
                    <a:pt x="151" y="101"/>
                  </a:cubicBezTo>
                  <a:cubicBezTo>
                    <a:pt x="142" y="91"/>
                    <a:pt x="133" y="83"/>
                    <a:pt x="123" y="74"/>
                  </a:cubicBezTo>
                  <a:cubicBezTo>
                    <a:pt x="122" y="72"/>
                    <a:pt x="120" y="71"/>
                    <a:pt x="118" y="71"/>
                  </a:cubicBezTo>
                  <a:cubicBezTo>
                    <a:pt x="93" y="69"/>
                    <a:pt x="74" y="57"/>
                    <a:pt x="60" y="37"/>
                  </a:cubicBezTo>
                  <a:cubicBezTo>
                    <a:pt x="53" y="27"/>
                    <a:pt x="47" y="16"/>
                    <a:pt x="44" y="4"/>
                  </a:cubicBezTo>
                  <a:cubicBezTo>
                    <a:pt x="44" y="3"/>
                    <a:pt x="44" y="2"/>
                    <a:pt x="43" y="0"/>
                  </a:cubicBezTo>
                  <a:cubicBezTo>
                    <a:pt x="50" y="3"/>
                    <a:pt x="57" y="5"/>
                    <a:pt x="64" y="8"/>
                  </a:cubicBezTo>
                  <a:cubicBezTo>
                    <a:pt x="79" y="13"/>
                    <a:pt x="95" y="19"/>
                    <a:pt x="107" y="32"/>
                  </a:cubicBezTo>
                  <a:cubicBezTo>
                    <a:pt x="117" y="42"/>
                    <a:pt x="123" y="52"/>
                    <a:pt x="122" y="66"/>
                  </a:cubicBezTo>
                  <a:cubicBezTo>
                    <a:pt x="122" y="67"/>
                    <a:pt x="122" y="69"/>
                    <a:pt x="123" y="70"/>
                  </a:cubicBezTo>
                  <a:cubicBezTo>
                    <a:pt x="145" y="88"/>
                    <a:pt x="164" y="109"/>
                    <a:pt x="181" y="131"/>
                  </a:cubicBezTo>
                  <a:cubicBezTo>
                    <a:pt x="181" y="132"/>
                    <a:pt x="182" y="132"/>
                    <a:pt x="182" y="133"/>
                  </a:cubicBezTo>
                  <a:cubicBezTo>
                    <a:pt x="183" y="133"/>
                    <a:pt x="183" y="133"/>
                    <a:pt x="184" y="132"/>
                  </a:cubicBezTo>
                  <a:cubicBezTo>
                    <a:pt x="182" y="129"/>
                    <a:pt x="182" y="126"/>
                    <a:pt x="180" y="124"/>
                  </a:cubicBezTo>
                  <a:cubicBezTo>
                    <a:pt x="160" y="103"/>
                    <a:pt x="150" y="77"/>
                    <a:pt x="148" y="49"/>
                  </a:cubicBezTo>
                  <a:cubicBezTo>
                    <a:pt x="147" y="36"/>
                    <a:pt x="148" y="24"/>
                    <a:pt x="149" y="12"/>
                  </a:cubicBezTo>
                  <a:cubicBezTo>
                    <a:pt x="149" y="10"/>
                    <a:pt x="150" y="8"/>
                    <a:pt x="151" y="4"/>
                  </a:cubicBezTo>
                  <a:cubicBezTo>
                    <a:pt x="157" y="12"/>
                    <a:pt x="163" y="17"/>
                    <a:pt x="168" y="24"/>
                  </a:cubicBezTo>
                  <a:cubicBezTo>
                    <a:pt x="182" y="42"/>
                    <a:pt x="192" y="62"/>
                    <a:pt x="195" y="85"/>
                  </a:cubicBezTo>
                  <a:cubicBezTo>
                    <a:pt x="196" y="99"/>
                    <a:pt x="196" y="113"/>
                    <a:pt x="186" y="124"/>
                  </a:cubicBezTo>
                  <a:cubicBezTo>
                    <a:pt x="186" y="125"/>
                    <a:pt x="185" y="127"/>
                    <a:pt x="185" y="128"/>
                  </a:cubicBezTo>
                  <a:cubicBezTo>
                    <a:pt x="186" y="135"/>
                    <a:pt x="187" y="141"/>
                    <a:pt x="191" y="147"/>
                  </a:cubicBezTo>
                  <a:cubicBezTo>
                    <a:pt x="207" y="168"/>
                    <a:pt x="220" y="191"/>
                    <a:pt x="231" y="215"/>
                  </a:cubicBezTo>
                  <a:cubicBezTo>
                    <a:pt x="233" y="219"/>
                    <a:pt x="233" y="219"/>
                    <a:pt x="233" y="219"/>
                  </a:cubicBezTo>
                  <a:cubicBezTo>
                    <a:pt x="233" y="219"/>
                    <a:pt x="234" y="218"/>
                    <a:pt x="234" y="218"/>
                  </a:cubicBezTo>
                  <a:cubicBezTo>
                    <a:pt x="234" y="216"/>
                    <a:pt x="234" y="213"/>
                    <a:pt x="233" y="211"/>
                  </a:cubicBezTo>
                  <a:cubicBezTo>
                    <a:pt x="219" y="187"/>
                    <a:pt x="214" y="162"/>
                    <a:pt x="216" y="135"/>
                  </a:cubicBezTo>
                  <a:cubicBezTo>
                    <a:pt x="217" y="118"/>
                    <a:pt x="221" y="102"/>
                    <a:pt x="228" y="87"/>
                  </a:cubicBezTo>
                  <a:cubicBezTo>
                    <a:pt x="228" y="86"/>
                    <a:pt x="229" y="86"/>
                    <a:pt x="230" y="84"/>
                  </a:cubicBezTo>
                  <a:cubicBezTo>
                    <a:pt x="232" y="87"/>
                    <a:pt x="234" y="89"/>
                    <a:pt x="235" y="91"/>
                  </a:cubicBezTo>
                  <a:cubicBezTo>
                    <a:pt x="249" y="120"/>
                    <a:pt x="256" y="151"/>
                    <a:pt x="254" y="184"/>
                  </a:cubicBezTo>
                  <a:cubicBezTo>
                    <a:pt x="253" y="195"/>
                    <a:pt x="248" y="205"/>
                    <a:pt x="240" y="213"/>
                  </a:cubicBezTo>
                  <a:cubicBezTo>
                    <a:pt x="239" y="214"/>
                    <a:pt x="237" y="216"/>
                    <a:pt x="238" y="216"/>
                  </a:cubicBezTo>
                  <a:cubicBezTo>
                    <a:pt x="238" y="223"/>
                    <a:pt x="237" y="229"/>
                    <a:pt x="240" y="236"/>
                  </a:cubicBezTo>
                  <a:cubicBezTo>
                    <a:pt x="250" y="260"/>
                    <a:pt x="258" y="285"/>
                    <a:pt x="263" y="311"/>
                  </a:cubicBezTo>
                  <a:cubicBezTo>
                    <a:pt x="263" y="311"/>
                    <a:pt x="263" y="312"/>
                    <a:pt x="265" y="312"/>
                  </a:cubicBezTo>
                  <a:cubicBezTo>
                    <a:pt x="265" y="310"/>
                    <a:pt x="265" y="307"/>
                    <a:pt x="265" y="304"/>
                  </a:cubicBezTo>
                  <a:cubicBezTo>
                    <a:pt x="263" y="290"/>
                    <a:pt x="259" y="275"/>
                    <a:pt x="259" y="260"/>
                  </a:cubicBezTo>
                  <a:cubicBezTo>
                    <a:pt x="257" y="230"/>
                    <a:pt x="268" y="203"/>
                    <a:pt x="288" y="180"/>
                  </a:cubicBezTo>
                  <a:cubicBezTo>
                    <a:pt x="288" y="180"/>
                    <a:pt x="289" y="180"/>
                    <a:pt x="290" y="179"/>
                  </a:cubicBezTo>
                  <a:cubicBezTo>
                    <a:pt x="291" y="184"/>
                    <a:pt x="293" y="188"/>
                    <a:pt x="294" y="192"/>
                  </a:cubicBezTo>
                  <a:cubicBezTo>
                    <a:pt x="300" y="221"/>
                    <a:pt x="301" y="249"/>
                    <a:pt x="294" y="277"/>
                  </a:cubicBezTo>
                  <a:cubicBezTo>
                    <a:pt x="291" y="290"/>
                    <a:pt x="284" y="301"/>
                    <a:pt x="272" y="308"/>
                  </a:cubicBezTo>
                  <a:cubicBezTo>
                    <a:pt x="271" y="308"/>
                    <a:pt x="270" y="309"/>
                    <a:pt x="270" y="309"/>
                  </a:cubicBezTo>
                  <a:cubicBezTo>
                    <a:pt x="269" y="316"/>
                    <a:pt x="266" y="322"/>
                    <a:pt x="267" y="328"/>
                  </a:cubicBezTo>
                  <a:cubicBezTo>
                    <a:pt x="271" y="356"/>
                    <a:pt x="273" y="384"/>
                    <a:pt x="274" y="411"/>
                  </a:cubicBezTo>
                  <a:cubicBezTo>
                    <a:pt x="274" y="412"/>
                    <a:pt x="274" y="413"/>
                    <a:pt x="274" y="414"/>
                  </a:cubicBezTo>
                  <a:cubicBezTo>
                    <a:pt x="274" y="414"/>
                    <a:pt x="275" y="414"/>
                    <a:pt x="275" y="414"/>
                  </a:cubicBezTo>
                  <a:cubicBezTo>
                    <a:pt x="276" y="412"/>
                    <a:pt x="277" y="409"/>
                    <a:pt x="277" y="407"/>
                  </a:cubicBezTo>
                  <a:cubicBezTo>
                    <a:pt x="276" y="390"/>
                    <a:pt x="276" y="374"/>
                    <a:pt x="281" y="358"/>
                  </a:cubicBezTo>
                  <a:cubicBezTo>
                    <a:pt x="289" y="331"/>
                    <a:pt x="303" y="309"/>
                    <a:pt x="327" y="292"/>
                  </a:cubicBezTo>
                  <a:cubicBezTo>
                    <a:pt x="327" y="291"/>
                    <a:pt x="328" y="291"/>
                    <a:pt x="330" y="29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文本框 21"/>
            <p:cNvSpPr txBox="1"/>
            <p:nvPr/>
          </p:nvSpPr>
          <p:spPr>
            <a:xfrm>
              <a:off x="1139586" y="2909084"/>
              <a:ext cx="1539332" cy="471283"/>
            </a:xfrm>
            <a:prstGeom prst="rect">
              <a:avLst/>
            </a:prstGeom>
            <a:noFill/>
            <a:ln>
              <a:noFill/>
            </a:ln>
          </p:spPr>
          <p:txBody>
            <a:bodyPr wrap="square" lIns="0" tIns="0" rIns="0" bIns="0" rtlCol="0">
              <a:spAutoFit/>
            </a:bodyPr>
            <a:lstStyle/>
            <a:p>
              <a:pPr algn="ctr">
                <a:lnSpc>
                  <a:spcPct val="125000"/>
                </a:lnSpc>
              </a:pPr>
              <a:r>
                <a:rPr lang="en-US" altLang="zh-CN" sz="1400" b="1" dirty="0" smtClean="0">
                  <a:solidFill>
                    <a:schemeClr val="accent1"/>
                  </a:solidFill>
                </a:rPr>
                <a:t>20XX</a:t>
              </a:r>
            </a:p>
            <a:p>
              <a:pPr algn="ctr">
                <a:lnSpc>
                  <a:spcPct val="125000"/>
                </a:lnSpc>
              </a:pPr>
              <a:r>
                <a:rPr lang="zh-CN" altLang="en-US" sz="1050" dirty="0" smtClean="0"/>
                <a:t>荣誉</a:t>
              </a:r>
              <a:r>
                <a:rPr lang="en-US" altLang="zh-CN" sz="1050" dirty="0" smtClean="0"/>
                <a:t>/</a:t>
              </a:r>
              <a:r>
                <a:rPr lang="zh-CN" altLang="en-US" sz="1050" dirty="0" smtClean="0"/>
                <a:t>奖项</a:t>
              </a:r>
              <a:r>
                <a:rPr lang="en-US" altLang="zh-CN" sz="1050" dirty="0" smtClean="0"/>
                <a:t>/</a:t>
              </a:r>
              <a:r>
                <a:rPr lang="zh-CN" altLang="en-US" sz="1050" dirty="0" smtClean="0"/>
                <a:t>证书名称</a:t>
              </a:r>
              <a:endParaRPr lang="zh-CN" altLang="en-US" sz="1050" dirty="0"/>
            </a:p>
          </p:txBody>
        </p:sp>
        <p:sp>
          <p:nvSpPr>
            <p:cNvPr id="23" name="Freeform 5"/>
            <p:cNvSpPr>
              <a:spLocks/>
            </p:cNvSpPr>
            <p:nvPr/>
          </p:nvSpPr>
          <p:spPr bwMode="auto">
            <a:xfrm>
              <a:off x="2678918" y="2964655"/>
              <a:ext cx="184997" cy="426365"/>
            </a:xfrm>
            <a:custGeom>
              <a:avLst/>
              <a:gdLst>
                <a:gd name="T0" fmla="*/ 309 w 347"/>
                <a:gd name="T1" fmla="*/ 390 h 804"/>
                <a:gd name="T2" fmla="*/ 263 w 347"/>
                <a:gd name="T3" fmla="*/ 517 h 804"/>
                <a:gd name="T4" fmla="*/ 343 w 347"/>
                <a:gd name="T5" fmla="*/ 421 h 804"/>
                <a:gd name="T6" fmla="*/ 306 w 347"/>
                <a:gd name="T7" fmla="*/ 506 h 804"/>
                <a:gd name="T8" fmla="*/ 221 w 347"/>
                <a:gd name="T9" fmla="*/ 623 h 804"/>
                <a:gd name="T10" fmla="*/ 254 w 347"/>
                <a:gd name="T11" fmla="*/ 583 h 804"/>
                <a:gd name="T12" fmla="*/ 269 w 347"/>
                <a:gd name="T13" fmla="*/ 629 h 804"/>
                <a:gd name="T14" fmla="*/ 158 w 347"/>
                <a:gd name="T15" fmla="*/ 706 h 804"/>
                <a:gd name="T16" fmla="*/ 203 w 347"/>
                <a:gd name="T17" fmla="*/ 679 h 804"/>
                <a:gd name="T18" fmla="*/ 188 w 347"/>
                <a:gd name="T19" fmla="*/ 729 h 804"/>
                <a:gd name="T20" fmla="*/ 73 w 347"/>
                <a:gd name="T21" fmla="*/ 765 h 804"/>
                <a:gd name="T22" fmla="*/ 187 w 347"/>
                <a:gd name="T23" fmla="*/ 771 h 804"/>
                <a:gd name="T24" fmla="*/ 78 w 347"/>
                <a:gd name="T25" fmla="*/ 775 h 804"/>
                <a:gd name="T26" fmla="*/ 7 w 347"/>
                <a:gd name="T27" fmla="*/ 776 h 804"/>
                <a:gd name="T28" fmla="*/ 122 w 347"/>
                <a:gd name="T29" fmla="*/ 646 h 804"/>
                <a:gd name="T30" fmla="*/ 85 w 347"/>
                <a:gd name="T31" fmla="*/ 747 h 804"/>
                <a:gd name="T32" fmla="*/ 150 w 347"/>
                <a:gd name="T33" fmla="*/ 705 h 804"/>
                <a:gd name="T34" fmla="*/ 178 w 347"/>
                <a:gd name="T35" fmla="*/ 565 h 804"/>
                <a:gd name="T36" fmla="*/ 161 w 347"/>
                <a:gd name="T37" fmla="*/ 688 h 804"/>
                <a:gd name="T38" fmla="*/ 210 w 347"/>
                <a:gd name="T39" fmla="*/ 607 h 804"/>
                <a:gd name="T40" fmla="*/ 230 w 347"/>
                <a:gd name="T41" fmla="*/ 561 h 804"/>
                <a:gd name="T42" fmla="*/ 224 w 347"/>
                <a:gd name="T43" fmla="*/ 606 h 804"/>
                <a:gd name="T44" fmla="*/ 215 w 347"/>
                <a:gd name="T45" fmla="*/ 460 h 804"/>
                <a:gd name="T46" fmla="*/ 244 w 347"/>
                <a:gd name="T47" fmla="*/ 435 h 804"/>
                <a:gd name="T48" fmla="*/ 262 w 347"/>
                <a:gd name="T49" fmla="*/ 483 h 804"/>
                <a:gd name="T50" fmla="*/ 196 w 347"/>
                <a:gd name="T51" fmla="*/ 300 h 804"/>
                <a:gd name="T52" fmla="*/ 240 w 347"/>
                <a:gd name="T53" fmla="*/ 331 h 804"/>
                <a:gd name="T54" fmla="*/ 268 w 347"/>
                <a:gd name="T55" fmla="*/ 389 h 804"/>
                <a:gd name="T56" fmla="*/ 163 w 347"/>
                <a:gd name="T57" fmla="*/ 217 h 804"/>
                <a:gd name="T58" fmla="*/ 216 w 347"/>
                <a:gd name="T59" fmla="*/ 236 h 804"/>
                <a:gd name="T60" fmla="*/ 252 w 347"/>
                <a:gd name="T61" fmla="*/ 287 h 804"/>
                <a:gd name="T62" fmla="*/ 118 w 347"/>
                <a:gd name="T63" fmla="*/ 152 h 804"/>
                <a:gd name="T64" fmla="*/ 216 w 347"/>
                <a:gd name="T65" fmla="*/ 195 h 804"/>
                <a:gd name="T66" fmla="*/ 85 w 347"/>
                <a:gd name="T67" fmla="*/ 116 h 804"/>
                <a:gd name="T68" fmla="*/ 122 w 347"/>
                <a:gd name="T69" fmla="*/ 93 h 804"/>
                <a:gd name="T70" fmla="*/ 123 w 347"/>
                <a:gd name="T71" fmla="*/ 74 h 804"/>
                <a:gd name="T72" fmla="*/ 43 w 347"/>
                <a:gd name="T73" fmla="*/ 0 h 804"/>
                <a:gd name="T74" fmla="*/ 123 w 347"/>
                <a:gd name="T75" fmla="*/ 70 h 804"/>
                <a:gd name="T76" fmla="*/ 180 w 347"/>
                <a:gd name="T77" fmla="*/ 124 h 804"/>
                <a:gd name="T78" fmla="*/ 168 w 347"/>
                <a:gd name="T79" fmla="*/ 24 h 804"/>
                <a:gd name="T80" fmla="*/ 191 w 347"/>
                <a:gd name="T81" fmla="*/ 147 h 804"/>
                <a:gd name="T82" fmla="*/ 233 w 347"/>
                <a:gd name="T83" fmla="*/ 211 h 804"/>
                <a:gd name="T84" fmla="*/ 235 w 347"/>
                <a:gd name="T85" fmla="*/ 91 h 804"/>
                <a:gd name="T86" fmla="*/ 240 w 347"/>
                <a:gd name="T87" fmla="*/ 236 h 804"/>
                <a:gd name="T88" fmla="*/ 259 w 347"/>
                <a:gd name="T89" fmla="*/ 260 h 804"/>
                <a:gd name="T90" fmla="*/ 294 w 347"/>
                <a:gd name="T91" fmla="*/ 277 h 804"/>
                <a:gd name="T92" fmla="*/ 274 w 347"/>
                <a:gd name="T93" fmla="*/ 411 h 804"/>
                <a:gd name="T94" fmla="*/ 281 w 347"/>
                <a:gd name="T95" fmla="*/ 358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7" h="804">
                  <a:moveTo>
                    <a:pt x="330" y="290"/>
                  </a:moveTo>
                  <a:cubicBezTo>
                    <a:pt x="330" y="292"/>
                    <a:pt x="331" y="294"/>
                    <a:pt x="331" y="295"/>
                  </a:cubicBezTo>
                  <a:cubicBezTo>
                    <a:pt x="333" y="319"/>
                    <a:pt x="329" y="341"/>
                    <a:pt x="321" y="363"/>
                  </a:cubicBezTo>
                  <a:cubicBezTo>
                    <a:pt x="318" y="373"/>
                    <a:pt x="314" y="382"/>
                    <a:pt x="309" y="390"/>
                  </a:cubicBezTo>
                  <a:cubicBezTo>
                    <a:pt x="303" y="401"/>
                    <a:pt x="294" y="409"/>
                    <a:pt x="282" y="412"/>
                  </a:cubicBezTo>
                  <a:cubicBezTo>
                    <a:pt x="280" y="412"/>
                    <a:pt x="279" y="413"/>
                    <a:pt x="278" y="414"/>
                  </a:cubicBezTo>
                  <a:cubicBezTo>
                    <a:pt x="276" y="420"/>
                    <a:pt x="273" y="425"/>
                    <a:pt x="273" y="430"/>
                  </a:cubicBezTo>
                  <a:cubicBezTo>
                    <a:pt x="272" y="459"/>
                    <a:pt x="270" y="488"/>
                    <a:pt x="263" y="517"/>
                  </a:cubicBezTo>
                  <a:cubicBezTo>
                    <a:pt x="262" y="518"/>
                    <a:pt x="262" y="519"/>
                    <a:pt x="263" y="520"/>
                  </a:cubicBezTo>
                  <a:cubicBezTo>
                    <a:pt x="264" y="518"/>
                    <a:pt x="265" y="517"/>
                    <a:pt x="265" y="515"/>
                  </a:cubicBezTo>
                  <a:cubicBezTo>
                    <a:pt x="269" y="496"/>
                    <a:pt x="275" y="478"/>
                    <a:pt x="287" y="463"/>
                  </a:cubicBezTo>
                  <a:cubicBezTo>
                    <a:pt x="302" y="444"/>
                    <a:pt x="319" y="429"/>
                    <a:pt x="343" y="421"/>
                  </a:cubicBezTo>
                  <a:cubicBezTo>
                    <a:pt x="343" y="420"/>
                    <a:pt x="344" y="420"/>
                    <a:pt x="344" y="420"/>
                  </a:cubicBezTo>
                  <a:cubicBezTo>
                    <a:pt x="345" y="420"/>
                    <a:pt x="345" y="420"/>
                    <a:pt x="346" y="420"/>
                  </a:cubicBezTo>
                  <a:cubicBezTo>
                    <a:pt x="346" y="424"/>
                    <a:pt x="347" y="427"/>
                    <a:pt x="346" y="431"/>
                  </a:cubicBezTo>
                  <a:cubicBezTo>
                    <a:pt x="339" y="459"/>
                    <a:pt x="327" y="485"/>
                    <a:pt x="306" y="506"/>
                  </a:cubicBezTo>
                  <a:cubicBezTo>
                    <a:pt x="296" y="516"/>
                    <a:pt x="285" y="522"/>
                    <a:pt x="270" y="521"/>
                  </a:cubicBezTo>
                  <a:cubicBezTo>
                    <a:pt x="269" y="521"/>
                    <a:pt x="266" y="522"/>
                    <a:pt x="266" y="523"/>
                  </a:cubicBezTo>
                  <a:cubicBezTo>
                    <a:pt x="263" y="528"/>
                    <a:pt x="259" y="532"/>
                    <a:pt x="257" y="538"/>
                  </a:cubicBezTo>
                  <a:cubicBezTo>
                    <a:pt x="248" y="567"/>
                    <a:pt x="236" y="596"/>
                    <a:pt x="221" y="623"/>
                  </a:cubicBezTo>
                  <a:cubicBezTo>
                    <a:pt x="220" y="624"/>
                    <a:pt x="219" y="626"/>
                    <a:pt x="218" y="628"/>
                  </a:cubicBezTo>
                  <a:cubicBezTo>
                    <a:pt x="219" y="628"/>
                    <a:pt x="219" y="628"/>
                    <a:pt x="220" y="629"/>
                  </a:cubicBezTo>
                  <a:cubicBezTo>
                    <a:pt x="222" y="626"/>
                    <a:pt x="224" y="624"/>
                    <a:pt x="225" y="622"/>
                  </a:cubicBezTo>
                  <a:cubicBezTo>
                    <a:pt x="232" y="608"/>
                    <a:pt x="241" y="594"/>
                    <a:pt x="254" y="583"/>
                  </a:cubicBezTo>
                  <a:cubicBezTo>
                    <a:pt x="272" y="568"/>
                    <a:pt x="293" y="559"/>
                    <a:pt x="318" y="560"/>
                  </a:cubicBezTo>
                  <a:cubicBezTo>
                    <a:pt x="325" y="560"/>
                    <a:pt x="325" y="560"/>
                    <a:pt x="323" y="567"/>
                  </a:cubicBezTo>
                  <a:cubicBezTo>
                    <a:pt x="319" y="578"/>
                    <a:pt x="313" y="588"/>
                    <a:pt x="306" y="597"/>
                  </a:cubicBezTo>
                  <a:cubicBezTo>
                    <a:pt x="296" y="609"/>
                    <a:pt x="285" y="622"/>
                    <a:pt x="269" y="629"/>
                  </a:cubicBezTo>
                  <a:cubicBezTo>
                    <a:pt x="255" y="636"/>
                    <a:pt x="241" y="639"/>
                    <a:pt x="226" y="632"/>
                  </a:cubicBezTo>
                  <a:cubicBezTo>
                    <a:pt x="225" y="631"/>
                    <a:pt x="224" y="631"/>
                    <a:pt x="223" y="631"/>
                  </a:cubicBezTo>
                  <a:cubicBezTo>
                    <a:pt x="219" y="635"/>
                    <a:pt x="213" y="637"/>
                    <a:pt x="210" y="641"/>
                  </a:cubicBezTo>
                  <a:cubicBezTo>
                    <a:pt x="195" y="665"/>
                    <a:pt x="178" y="686"/>
                    <a:pt x="158" y="706"/>
                  </a:cubicBezTo>
                  <a:cubicBezTo>
                    <a:pt x="157" y="707"/>
                    <a:pt x="157" y="708"/>
                    <a:pt x="156" y="709"/>
                  </a:cubicBezTo>
                  <a:cubicBezTo>
                    <a:pt x="156" y="709"/>
                    <a:pt x="156" y="709"/>
                    <a:pt x="156" y="712"/>
                  </a:cubicBezTo>
                  <a:cubicBezTo>
                    <a:pt x="159" y="709"/>
                    <a:pt x="161" y="708"/>
                    <a:pt x="163" y="706"/>
                  </a:cubicBezTo>
                  <a:cubicBezTo>
                    <a:pt x="174" y="694"/>
                    <a:pt x="187" y="684"/>
                    <a:pt x="203" y="679"/>
                  </a:cubicBezTo>
                  <a:cubicBezTo>
                    <a:pt x="227" y="672"/>
                    <a:pt x="251" y="674"/>
                    <a:pt x="274" y="684"/>
                  </a:cubicBezTo>
                  <a:cubicBezTo>
                    <a:pt x="275" y="685"/>
                    <a:pt x="275" y="685"/>
                    <a:pt x="277" y="686"/>
                  </a:cubicBezTo>
                  <a:cubicBezTo>
                    <a:pt x="274" y="690"/>
                    <a:pt x="271" y="694"/>
                    <a:pt x="267" y="698"/>
                  </a:cubicBezTo>
                  <a:cubicBezTo>
                    <a:pt x="245" y="717"/>
                    <a:pt x="219" y="730"/>
                    <a:pt x="188" y="729"/>
                  </a:cubicBezTo>
                  <a:cubicBezTo>
                    <a:pt x="179" y="729"/>
                    <a:pt x="171" y="725"/>
                    <a:pt x="164" y="719"/>
                  </a:cubicBezTo>
                  <a:cubicBezTo>
                    <a:pt x="158" y="714"/>
                    <a:pt x="151" y="714"/>
                    <a:pt x="144" y="719"/>
                  </a:cubicBezTo>
                  <a:cubicBezTo>
                    <a:pt x="127" y="735"/>
                    <a:pt x="108" y="748"/>
                    <a:pt x="87" y="758"/>
                  </a:cubicBezTo>
                  <a:cubicBezTo>
                    <a:pt x="73" y="765"/>
                    <a:pt x="73" y="765"/>
                    <a:pt x="73" y="765"/>
                  </a:cubicBezTo>
                  <a:cubicBezTo>
                    <a:pt x="74" y="766"/>
                    <a:pt x="74" y="766"/>
                    <a:pt x="74" y="767"/>
                  </a:cubicBezTo>
                  <a:cubicBezTo>
                    <a:pt x="76" y="766"/>
                    <a:pt x="78" y="766"/>
                    <a:pt x="80" y="765"/>
                  </a:cubicBezTo>
                  <a:cubicBezTo>
                    <a:pt x="91" y="759"/>
                    <a:pt x="103" y="753"/>
                    <a:pt x="116" y="752"/>
                  </a:cubicBezTo>
                  <a:cubicBezTo>
                    <a:pt x="142" y="748"/>
                    <a:pt x="165" y="757"/>
                    <a:pt x="187" y="771"/>
                  </a:cubicBezTo>
                  <a:cubicBezTo>
                    <a:pt x="190" y="774"/>
                    <a:pt x="194" y="777"/>
                    <a:pt x="198" y="780"/>
                  </a:cubicBezTo>
                  <a:cubicBezTo>
                    <a:pt x="194" y="784"/>
                    <a:pt x="190" y="787"/>
                    <a:pt x="185" y="789"/>
                  </a:cubicBezTo>
                  <a:cubicBezTo>
                    <a:pt x="161" y="800"/>
                    <a:pt x="135" y="804"/>
                    <a:pt x="108" y="796"/>
                  </a:cubicBezTo>
                  <a:cubicBezTo>
                    <a:pt x="95" y="793"/>
                    <a:pt x="84" y="786"/>
                    <a:pt x="78" y="775"/>
                  </a:cubicBezTo>
                  <a:cubicBezTo>
                    <a:pt x="76" y="770"/>
                    <a:pt x="66" y="768"/>
                    <a:pt x="61" y="770"/>
                  </a:cubicBezTo>
                  <a:cubicBezTo>
                    <a:pt x="43" y="777"/>
                    <a:pt x="25" y="781"/>
                    <a:pt x="6" y="784"/>
                  </a:cubicBezTo>
                  <a:cubicBezTo>
                    <a:pt x="5" y="784"/>
                    <a:pt x="3" y="784"/>
                    <a:pt x="1" y="784"/>
                  </a:cubicBezTo>
                  <a:cubicBezTo>
                    <a:pt x="0" y="780"/>
                    <a:pt x="2" y="777"/>
                    <a:pt x="7" y="776"/>
                  </a:cubicBezTo>
                  <a:cubicBezTo>
                    <a:pt x="25" y="773"/>
                    <a:pt x="44" y="768"/>
                    <a:pt x="61" y="761"/>
                  </a:cubicBezTo>
                  <a:cubicBezTo>
                    <a:pt x="70" y="758"/>
                    <a:pt x="74" y="752"/>
                    <a:pt x="72" y="743"/>
                  </a:cubicBezTo>
                  <a:cubicBezTo>
                    <a:pt x="70" y="724"/>
                    <a:pt x="74" y="706"/>
                    <a:pt x="82" y="689"/>
                  </a:cubicBezTo>
                  <a:cubicBezTo>
                    <a:pt x="91" y="671"/>
                    <a:pt x="105" y="656"/>
                    <a:pt x="122" y="646"/>
                  </a:cubicBezTo>
                  <a:cubicBezTo>
                    <a:pt x="124" y="645"/>
                    <a:pt x="125" y="644"/>
                    <a:pt x="128" y="643"/>
                  </a:cubicBezTo>
                  <a:cubicBezTo>
                    <a:pt x="127" y="647"/>
                    <a:pt x="127" y="649"/>
                    <a:pt x="127" y="652"/>
                  </a:cubicBezTo>
                  <a:cubicBezTo>
                    <a:pt x="123" y="672"/>
                    <a:pt x="121" y="693"/>
                    <a:pt x="114" y="713"/>
                  </a:cubicBezTo>
                  <a:cubicBezTo>
                    <a:pt x="109" y="728"/>
                    <a:pt x="100" y="739"/>
                    <a:pt x="85" y="747"/>
                  </a:cubicBezTo>
                  <a:cubicBezTo>
                    <a:pt x="83" y="748"/>
                    <a:pt x="81" y="749"/>
                    <a:pt x="79" y="749"/>
                  </a:cubicBezTo>
                  <a:cubicBezTo>
                    <a:pt x="75" y="749"/>
                    <a:pt x="74" y="751"/>
                    <a:pt x="74" y="756"/>
                  </a:cubicBezTo>
                  <a:cubicBezTo>
                    <a:pt x="76" y="755"/>
                    <a:pt x="77" y="755"/>
                    <a:pt x="78" y="754"/>
                  </a:cubicBezTo>
                  <a:cubicBezTo>
                    <a:pt x="105" y="742"/>
                    <a:pt x="129" y="726"/>
                    <a:pt x="150" y="705"/>
                  </a:cubicBezTo>
                  <a:cubicBezTo>
                    <a:pt x="156" y="700"/>
                    <a:pt x="155" y="692"/>
                    <a:pt x="152" y="686"/>
                  </a:cubicBezTo>
                  <a:cubicBezTo>
                    <a:pt x="142" y="659"/>
                    <a:pt x="144" y="632"/>
                    <a:pt x="153" y="605"/>
                  </a:cubicBezTo>
                  <a:cubicBezTo>
                    <a:pt x="158" y="592"/>
                    <a:pt x="165" y="579"/>
                    <a:pt x="175" y="568"/>
                  </a:cubicBezTo>
                  <a:cubicBezTo>
                    <a:pt x="176" y="567"/>
                    <a:pt x="177" y="566"/>
                    <a:pt x="178" y="565"/>
                  </a:cubicBezTo>
                  <a:cubicBezTo>
                    <a:pt x="179" y="572"/>
                    <a:pt x="180" y="579"/>
                    <a:pt x="181" y="586"/>
                  </a:cubicBezTo>
                  <a:cubicBezTo>
                    <a:pt x="182" y="599"/>
                    <a:pt x="184" y="612"/>
                    <a:pt x="185" y="625"/>
                  </a:cubicBezTo>
                  <a:cubicBezTo>
                    <a:pt x="186" y="643"/>
                    <a:pt x="184" y="661"/>
                    <a:pt x="173" y="676"/>
                  </a:cubicBezTo>
                  <a:cubicBezTo>
                    <a:pt x="170" y="680"/>
                    <a:pt x="166" y="685"/>
                    <a:pt x="161" y="688"/>
                  </a:cubicBezTo>
                  <a:cubicBezTo>
                    <a:pt x="157" y="691"/>
                    <a:pt x="156" y="694"/>
                    <a:pt x="157" y="699"/>
                  </a:cubicBezTo>
                  <a:cubicBezTo>
                    <a:pt x="162" y="693"/>
                    <a:pt x="167" y="689"/>
                    <a:pt x="171" y="684"/>
                  </a:cubicBezTo>
                  <a:cubicBezTo>
                    <a:pt x="187" y="666"/>
                    <a:pt x="201" y="647"/>
                    <a:pt x="212" y="626"/>
                  </a:cubicBezTo>
                  <a:cubicBezTo>
                    <a:pt x="216" y="620"/>
                    <a:pt x="214" y="612"/>
                    <a:pt x="210" y="607"/>
                  </a:cubicBezTo>
                  <a:cubicBezTo>
                    <a:pt x="184" y="568"/>
                    <a:pt x="184" y="527"/>
                    <a:pt x="201" y="485"/>
                  </a:cubicBezTo>
                  <a:cubicBezTo>
                    <a:pt x="202" y="484"/>
                    <a:pt x="202" y="483"/>
                    <a:pt x="203" y="482"/>
                  </a:cubicBezTo>
                  <a:cubicBezTo>
                    <a:pt x="203" y="482"/>
                    <a:pt x="203" y="482"/>
                    <a:pt x="204" y="482"/>
                  </a:cubicBezTo>
                  <a:cubicBezTo>
                    <a:pt x="214" y="508"/>
                    <a:pt x="227" y="533"/>
                    <a:pt x="230" y="561"/>
                  </a:cubicBezTo>
                  <a:cubicBezTo>
                    <a:pt x="231" y="578"/>
                    <a:pt x="229" y="594"/>
                    <a:pt x="217" y="608"/>
                  </a:cubicBezTo>
                  <a:cubicBezTo>
                    <a:pt x="216" y="609"/>
                    <a:pt x="216" y="613"/>
                    <a:pt x="216" y="616"/>
                  </a:cubicBezTo>
                  <a:cubicBezTo>
                    <a:pt x="217" y="616"/>
                    <a:pt x="217" y="616"/>
                    <a:pt x="218" y="616"/>
                  </a:cubicBezTo>
                  <a:cubicBezTo>
                    <a:pt x="224" y="606"/>
                    <a:pt x="224" y="606"/>
                    <a:pt x="224" y="606"/>
                  </a:cubicBezTo>
                  <a:cubicBezTo>
                    <a:pt x="237" y="578"/>
                    <a:pt x="247" y="550"/>
                    <a:pt x="254" y="520"/>
                  </a:cubicBezTo>
                  <a:cubicBezTo>
                    <a:pt x="255" y="519"/>
                    <a:pt x="255" y="517"/>
                    <a:pt x="255" y="516"/>
                  </a:cubicBezTo>
                  <a:cubicBezTo>
                    <a:pt x="252" y="510"/>
                    <a:pt x="250" y="503"/>
                    <a:pt x="242" y="498"/>
                  </a:cubicBezTo>
                  <a:cubicBezTo>
                    <a:pt x="229" y="489"/>
                    <a:pt x="221" y="475"/>
                    <a:pt x="215" y="460"/>
                  </a:cubicBezTo>
                  <a:cubicBezTo>
                    <a:pt x="204" y="436"/>
                    <a:pt x="203" y="412"/>
                    <a:pt x="206" y="387"/>
                  </a:cubicBezTo>
                  <a:cubicBezTo>
                    <a:pt x="206" y="386"/>
                    <a:pt x="207" y="386"/>
                    <a:pt x="207" y="385"/>
                  </a:cubicBezTo>
                  <a:cubicBezTo>
                    <a:pt x="208" y="385"/>
                    <a:pt x="208" y="385"/>
                    <a:pt x="208" y="386"/>
                  </a:cubicBezTo>
                  <a:cubicBezTo>
                    <a:pt x="220" y="402"/>
                    <a:pt x="233" y="418"/>
                    <a:pt x="244" y="435"/>
                  </a:cubicBezTo>
                  <a:cubicBezTo>
                    <a:pt x="255" y="451"/>
                    <a:pt x="261" y="468"/>
                    <a:pt x="258" y="488"/>
                  </a:cubicBezTo>
                  <a:cubicBezTo>
                    <a:pt x="258" y="492"/>
                    <a:pt x="257" y="496"/>
                    <a:pt x="255" y="499"/>
                  </a:cubicBezTo>
                  <a:cubicBezTo>
                    <a:pt x="252" y="504"/>
                    <a:pt x="254" y="507"/>
                    <a:pt x="257" y="512"/>
                  </a:cubicBezTo>
                  <a:cubicBezTo>
                    <a:pt x="259" y="501"/>
                    <a:pt x="261" y="492"/>
                    <a:pt x="262" y="483"/>
                  </a:cubicBezTo>
                  <a:cubicBezTo>
                    <a:pt x="265" y="460"/>
                    <a:pt x="266" y="437"/>
                    <a:pt x="268" y="414"/>
                  </a:cubicBezTo>
                  <a:cubicBezTo>
                    <a:pt x="268" y="409"/>
                    <a:pt x="261" y="398"/>
                    <a:pt x="257" y="397"/>
                  </a:cubicBezTo>
                  <a:cubicBezTo>
                    <a:pt x="237" y="391"/>
                    <a:pt x="224" y="376"/>
                    <a:pt x="213" y="359"/>
                  </a:cubicBezTo>
                  <a:cubicBezTo>
                    <a:pt x="202" y="340"/>
                    <a:pt x="197" y="321"/>
                    <a:pt x="196" y="300"/>
                  </a:cubicBezTo>
                  <a:cubicBezTo>
                    <a:pt x="196" y="296"/>
                    <a:pt x="196" y="296"/>
                    <a:pt x="196" y="296"/>
                  </a:cubicBezTo>
                  <a:cubicBezTo>
                    <a:pt x="196" y="296"/>
                    <a:pt x="196" y="295"/>
                    <a:pt x="196" y="294"/>
                  </a:cubicBezTo>
                  <a:cubicBezTo>
                    <a:pt x="199" y="297"/>
                    <a:pt x="202" y="299"/>
                    <a:pt x="204" y="301"/>
                  </a:cubicBezTo>
                  <a:cubicBezTo>
                    <a:pt x="216" y="311"/>
                    <a:pt x="228" y="320"/>
                    <a:pt x="240" y="331"/>
                  </a:cubicBezTo>
                  <a:cubicBezTo>
                    <a:pt x="253" y="343"/>
                    <a:pt x="262" y="359"/>
                    <a:pt x="263" y="378"/>
                  </a:cubicBezTo>
                  <a:cubicBezTo>
                    <a:pt x="263" y="383"/>
                    <a:pt x="263" y="388"/>
                    <a:pt x="262" y="392"/>
                  </a:cubicBezTo>
                  <a:cubicBezTo>
                    <a:pt x="261" y="397"/>
                    <a:pt x="264" y="399"/>
                    <a:pt x="268" y="402"/>
                  </a:cubicBezTo>
                  <a:cubicBezTo>
                    <a:pt x="268" y="397"/>
                    <a:pt x="268" y="393"/>
                    <a:pt x="268" y="389"/>
                  </a:cubicBezTo>
                  <a:cubicBezTo>
                    <a:pt x="266" y="360"/>
                    <a:pt x="262" y="331"/>
                    <a:pt x="255" y="303"/>
                  </a:cubicBezTo>
                  <a:cubicBezTo>
                    <a:pt x="254" y="295"/>
                    <a:pt x="247" y="289"/>
                    <a:pt x="238" y="289"/>
                  </a:cubicBezTo>
                  <a:cubicBezTo>
                    <a:pt x="220" y="289"/>
                    <a:pt x="206" y="280"/>
                    <a:pt x="193" y="268"/>
                  </a:cubicBezTo>
                  <a:cubicBezTo>
                    <a:pt x="178" y="254"/>
                    <a:pt x="169" y="236"/>
                    <a:pt x="163" y="217"/>
                  </a:cubicBezTo>
                  <a:cubicBezTo>
                    <a:pt x="163" y="217"/>
                    <a:pt x="163" y="216"/>
                    <a:pt x="163" y="215"/>
                  </a:cubicBezTo>
                  <a:cubicBezTo>
                    <a:pt x="163" y="215"/>
                    <a:pt x="163" y="215"/>
                    <a:pt x="163" y="215"/>
                  </a:cubicBezTo>
                  <a:cubicBezTo>
                    <a:pt x="163" y="215"/>
                    <a:pt x="164" y="214"/>
                    <a:pt x="164" y="214"/>
                  </a:cubicBezTo>
                  <a:cubicBezTo>
                    <a:pt x="181" y="221"/>
                    <a:pt x="199" y="228"/>
                    <a:pt x="216" y="236"/>
                  </a:cubicBezTo>
                  <a:cubicBezTo>
                    <a:pt x="230" y="244"/>
                    <a:pt x="241" y="255"/>
                    <a:pt x="245" y="272"/>
                  </a:cubicBezTo>
                  <a:cubicBezTo>
                    <a:pt x="246" y="276"/>
                    <a:pt x="246" y="279"/>
                    <a:pt x="246" y="283"/>
                  </a:cubicBezTo>
                  <a:cubicBezTo>
                    <a:pt x="246" y="287"/>
                    <a:pt x="248" y="289"/>
                    <a:pt x="252" y="291"/>
                  </a:cubicBezTo>
                  <a:cubicBezTo>
                    <a:pt x="252" y="289"/>
                    <a:pt x="252" y="288"/>
                    <a:pt x="252" y="287"/>
                  </a:cubicBezTo>
                  <a:cubicBezTo>
                    <a:pt x="244" y="258"/>
                    <a:pt x="233" y="230"/>
                    <a:pt x="220" y="203"/>
                  </a:cubicBezTo>
                  <a:cubicBezTo>
                    <a:pt x="219" y="199"/>
                    <a:pt x="209" y="195"/>
                    <a:pt x="205" y="196"/>
                  </a:cubicBezTo>
                  <a:cubicBezTo>
                    <a:pt x="180" y="204"/>
                    <a:pt x="160" y="195"/>
                    <a:pt x="141" y="180"/>
                  </a:cubicBezTo>
                  <a:cubicBezTo>
                    <a:pt x="131" y="172"/>
                    <a:pt x="124" y="162"/>
                    <a:pt x="118" y="152"/>
                  </a:cubicBezTo>
                  <a:cubicBezTo>
                    <a:pt x="121" y="152"/>
                    <a:pt x="125" y="151"/>
                    <a:pt x="128" y="152"/>
                  </a:cubicBezTo>
                  <a:cubicBezTo>
                    <a:pt x="144" y="153"/>
                    <a:pt x="161" y="152"/>
                    <a:pt x="176" y="158"/>
                  </a:cubicBezTo>
                  <a:cubicBezTo>
                    <a:pt x="193" y="163"/>
                    <a:pt x="204" y="173"/>
                    <a:pt x="208" y="190"/>
                  </a:cubicBezTo>
                  <a:cubicBezTo>
                    <a:pt x="209" y="194"/>
                    <a:pt x="212" y="194"/>
                    <a:pt x="216" y="195"/>
                  </a:cubicBezTo>
                  <a:cubicBezTo>
                    <a:pt x="215" y="193"/>
                    <a:pt x="215" y="192"/>
                    <a:pt x="214" y="190"/>
                  </a:cubicBezTo>
                  <a:cubicBezTo>
                    <a:pt x="203" y="169"/>
                    <a:pt x="190" y="148"/>
                    <a:pt x="175" y="129"/>
                  </a:cubicBezTo>
                  <a:cubicBezTo>
                    <a:pt x="172" y="125"/>
                    <a:pt x="163" y="123"/>
                    <a:pt x="159" y="125"/>
                  </a:cubicBezTo>
                  <a:cubicBezTo>
                    <a:pt x="133" y="139"/>
                    <a:pt x="108" y="133"/>
                    <a:pt x="85" y="116"/>
                  </a:cubicBezTo>
                  <a:cubicBezTo>
                    <a:pt x="79" y="111"/>
                    <a:pt x="75" y="105"/>
                    <a:pt x="70" y="100"/>
                  </a:cubicBezTo>
                  <a:cubicBezTo>
                    <a:pt x="70" y="100"/>
                    <a:pt x="70" y="99"/>
                    <a:pt x="71" y="99"/>
                  </a:cubicBezTo>
                  <a:cubicBezTo>
                    <a:pt x="73" y="98"/>
                    <a:pt x="76" y="98"/>
                    <a:pt x="79" y="97"/>
                  </a:cubicBezTo>
                  <a:cubicBezTo>
                    <a:pt x="93" y="95"/>
                    <a:pt x="107" y="91"/>
                    <a:pt x="122" y="93"/>
                  </a:cubicBezTo>
                  <a:cubicBezTo>
                    <a:pt x="139" y="95"/>
                    <a:pt x="153" y="101"/>
                    <a:pt x="161" y="118"/>
                  </a:cubicBezTo>
                  <a:cubicBezTo>
                    <a:pt x="163" y="122"/>
                    <a:pt x="163" y="122"/>
                    <a:pt x="169" y="121"/>
                  </a:cubicBezTo>
                  <a:cubicBezTo>
                    <a:pt x="163" y="114"/>
                    <a:pt x="158" y="107"/>
                    <a:pt x="151" y="101"/>
                  </a:cubicBezTo>
                  <a:cubicBezTo>
                    <a:pt x="142" y="91"/>
                    <a:pt x="133" y="83"/>
                    <a:pt x="123" y="74"/>
                  </a:cubicBezTo>
                  <a:cubicBezTo>
                    <a:pt x="122" y="72"/>
                    <a:pt x="120" y="71"/>
                    <a:pt x="118" y="71"/>
                  </a:cubicBezTo>
                  <a:cubicBezTo>
                    <a:pt x="93" y="69"/>
                    <a:pt x="74" y="57"/>
                    <a:pt x="60" y="37"/>
                  </a:cubicBezTo>
                  <a:cubicBezTo>
                    <a:pt x="53" y="27"/>
                    <a:pt x="47" y="16"/>
                    <a:pt x="44" y="4"/>
                  </a:cubicBezTo>
                  <a:cubicBezTo>
                    <a:pt x="44" y="3"/>
                    <a:pt x="44" y="2"/>
                    <a:pt x="43" y="0"/>
                  </a:cubicBezTo>
                  <a:cubicBezTo>
                    <a:pt x="50" y="3"/>
                    <a:pt x="57" y="5"/>
                    <a:pt x="64" y="8"/>
                  </a:cubicBezTo>
                  <a:cubicBezTo>
                    <a:pt x="79" y="13"/>
                    <a:pt x="95" y="19"/>
                    <a:pt x="107" y="32"/>
                  </a:cubicBezTo>
                  <a:cubicBezTo>
                    <a:pt x="117" y="42"/>
                    <a:pt x="123" y="52"/>
                    <a:pt x="122" y="66"/>
                  </a:cubicBezTo>
                  <a:cubicBezTo>
                    <a:pt x="122" y="67"/>
                    <a:pt x="122" y="69"/>
                    <a:pt x="123" y="70"/>
                  </a:cubicBezTo>
                  <a:cubicBezTo>
                    <a:pt x="145" y="88"/>
                    <a:pt x="164" y="109"/>
                    <a:pt x="181" y="131"/>
                  </a:cubicBezTo>
                  <a:cubicBezTo>
                    <a:pt x="181" y="132"/>
                    <a:pt x="182" y="132"/>
                    <a:pt x="182" y="133"/>
                  </a:cubicBezTo>
                  <a:cubicBezTo>
                    <a:pt x="183" y="133"/>
                    <a:pt x="183" y="133"/>
                    <a:pt x="184" y="132"/>
                  </a:cubicBezTo>
                  <a:cubicBezTo>
                    <a:pt x="182" y="129"/>
                    <a:pt x="182" y="126"/>
                    <a:pt x="180" y="124"/>
                  </a:cubicBezTo>
                  <a:cubicBezTo>
                    <a:pt x="160" y="103"/>
                    <a:pt x="150" y="77"/>
                    <a:pt x="148" y="49"/>
                  </a:cubicBezTo>
                  <a:cubicBezTo>
                    <a:pt x="147" y="36"/>
                    <a:pt x="148" y="24"/>
                    <a:pt x="149" y="12"/>
                  </a:cubicBezTo>
                  <a:cubicBezTo>
                    <a:pt x="149" y="10"/>
                    <a:pt x="150" y="8"/>
                    <a:pt x="151" y="4"/>
                  </a:cubicBezTo>
                  <a:cubicBezTo>
                    <a:pt x="157" y="12"/>
                    <a:pt x="163" y="17"/>
                    <a:pt x="168" y="24"/>
                  </a:cubicBezTo>
                  <a:cubicBezTo>
                    <a:pt x="182" y="42"/>
                    <a:pt x="192" y="62"/>
                    <a:pt x="195" y="85"/>
                  </a:cubicBezTo>
                  <a:cubicBezTo>
                    <a:pt x="196" y="99"/>
                    <a:pt x="196" y="113"/>
                    <a:pt x="186" y="124"/>
                  </a:cubicBezTo>
                  <a:cubicBezTo>
                    <a:pt x="186" y="125"/>
                    <a:pt x="185" y="127"/>
                    <a:pt x="185" y="128"/>
                  </a:cubicBezTo>
                  <a:cubicBezTo>
                    <a:pt x="186" y="135"/>
                    <a:pt x="187" y="141"/>
                    <a:pt x="191" y="147"/>
                  </a:cubicBezTo>
                  <a:cubicBezTo>
                    <a:pt x="207" y="168"/>
                    <a:pt x="220" y="191"/>
                    <a:pt x="231" y="215"/>
                  </a:cubicBezTo>
                  <a:cubicBezTo>
                    <a:pt x="233" y="219"/>
                    <a:pt x="233" y="219"/>
                    <a:pt x="233" y="219"/>
                  </a:cubicBezTo>
                  <a:cubicBezTo>
                    <a:pt x="233" y="219"/>
                    <a:pt x="234" y="218"/>
                    <a:pt x="234" y="218"/>
                  </a:cubicBezTo>
                  <a:cubicBezTo>
                    <a:pt x="234" y="216"/>
                    <a:pt x="234" y="213"/>
                    <a:pt x="233" y="211"/>
                  </a:cubicBezTo>
                  <a:cubicBezTo>
                    <a:pt x="219" y="187"/>
                    <a:pt x="214" y="162"/>
                    <a:pt x="216" y="135"/>
                  </a:cubicBezTo>
                  <a:cubicBezTo>
                    <a:pt x="217" y="118"/>
                    <a:pt x="221" y="102"/>
                    <a:pt x="228" y="87"/>
                  </a:cubicBezTo>
                  <a:cubicBezTo>
                    <a:pt x="228" y="86"/>
                    <a:pt x="229" y="86"/>
                    <a:pt x="230" y="84"/>
                  </a:cubicBezTo>
                  <a:cubicBezTo>
                    <a:pt x="232" y="87"/>
                    <a:pt x="234" y="89"/>
                    <a:pt x="235" y="91"/>
                  </a:cubicBezTo>
                  <a:cubicBezTo>
                    <a:pt x="249" y="120"/>
                    <a:pt x="256" y="151"/>
                    <a:pt x="254" y="184"/>
                  </a:cubicBezTo>
                  <a:cubicBezTo>
                    <a:pt x="253" y="195"/>
                    <a:pt x="248" y="205"/>
                    <a:pt x="240" y="213"/>
                  </a:cubicBezTo>
                  <a:cubicBezTo>
                    <a:pt x="239" y="214"/>
                    <a:pt x="237" y="216"/>
                    <a:pt x="238" y="216"/>
                  </a:cubicBezTo>
                  <a:cubicBezTo>
                    <a:pt x="238" y="223"/>
                    <a:pt x="237" y="229"/>
                    <a:pt x="240" y="236"/>
                  </a:cubicBezTo>
                  <a:cubicBezTo>
                    <a:pt x="250" y="260"/>
                    <a:pt x="258" y="285"/>
                    <a:pt x="263" y="311"/>
                  </a:cubicBezTo>
                  <a:cubicBezTo>
                    <a:pt x="263" y="311"/>
                    <a:pt x="263" y="312"/>
                    <a:pt x="265" y="312"/>
                  </a:cubicBezTo>
                  <a:cubicBezTo>
                    <a:pt x="265" y="310"/>
                    <a:pt x="265" y="307"/>
                    <a:pt x="265" y="304"/>
                  </a:cubicBezTo>
                  <a:cubicBezTo>
                    <a:pt x="263" y="290"/>
                    <a:pt x="259" y="275"/>
                    <a:pt x="259" y="260"/>
                  </a:cubicBezTo>
                  <a:cubicBezTo>
                    <a:pt x="257" y="230"/>
                    <a:pt x="268" y="203"/>
                    <a:pt x="288" y="180"/>
                  </a:cubicBezTo>
                  <a:cubicBezTo>
                    <a:pt x="288" y="180"/>
                    <a:pt x="289" y="180"/>
                    <a:pt x="290" y="179"/>
                  </a:cubicBezTo>
                  <a:cubicBezTo>
                    <a:pt x="291" y="184"/>
                    <a:pt x="293" y="188"/>
                    <a:pt x="294" y="192"/>
                  </a:cubicBezTo>
                  <a:cubicBezTo>
                    <a:pt x="300" y="221"/>
                    <a:pt x="301" y="249"/>
                    <a:pt x="294" y="277"/>
                  </a:cubicBezTo>
                  <a:cubicBezTo>
                    <a:pt x="291" y="290"/>
                    <a:pt x="284" y="301"/>
                    <a:pt x="272" y="308"/>
                  </a:cubicBezTo>
                  <a:cubicBezTo>
                    <a:pt x="271" y="308"/>
                    <a:pt x="270" y="309"/>
                    <a:pt x="270" y="309"/>
                  </a:cubicBezTo>
                  <a:cubicBezTo>
                    <a:pt x="269" y="316"/>
                    <a:pt x="266" y="322"/>
                    <a:pt x="267" y="328"/>
                  </a:cubicBezTo>
                  <a:cubicBezTo>
                    <a:pt x="271" y="356"/>
                    <a:pt x="273" y="384"/>
                    <a:pt x="274" y="411"/>
                  </a:cubicBezTo>
                  <a:cubicBezTo>
                    <a:pt x="274" y="412"/>
                    <a:pt x="274" y="413"/>
                    <a:pt x="274" y="414"/>
                  </a:cubicBezTo>
                  <a:cubicBezTo>
                    <a:pt x="274" y="414"/>
                    <a:pt x="275" y="414"/>
                    <a:pt x="275" y="414"/>
                  </a:cubicBezTo>
                  <a:cubicBezTo>
                    <a:pt x="276" y="412"/>
                    <a:pt x="277" y="409"/>
                    <a:pt x="277" y="407"/>
                  </a:cubicBezTo>
                  <a:cubicBezTo>
                    <a:pt x="276" y="390"/>
                    <a:pt x="276" y="374"/>
                    <a:pt x="281" y="358"/>
                  </a:cubicBezTo>
                  <a:cubicBezTo>
                    <a:pt x="289" y="331"/>
                    <a:pt x="303" y="309"/>
                    <a:pt x="327" y="292"/>
                  </a:cubicBezTo>
                  <a:cubicBezTo>
                    <a:pt x="327" y="291"/>
                    <a:pt x="328" y="291"/>
                    <a:pt x="330" y="29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grpSp>
      <p:pic>
        <p:nvPicPr>
          <p:cNvPr id="24" name="图片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7056" y="4410359"/>
            <a:ext cx="2532413" cy="1771472"/>
          </a:xfrm>
          <a:prstGeom prst="rect">
            <a:avLst/>
          </a:prstGeom>
          <a:effectLst>
            <a:outerShdw blurRad="101600" dist="38100" dir="5400000" algn="t" rotWithShape="0">
              <a:prstClr val="black">
                <a:alpha val="20000"/>
              </a:prstClr>
            </a:outerShdw>
          </a:effectLst>
        </p:spPr>
      </p:pic>
      <p:pic>
        <p:nvPicPr>
          <p:cNvPr id="25" name="图片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2532" y="4410359"/>
            <a:ext cx="2532413" cy="1771472"/>
          </a:xfrm>
          <a:prstGeom prst="rect">
            <a:avLst/>
          </a:prstGeom>
          <a:effectLst>
            <a:outerShdw blurRad="101600" dist="38100" dir="5400000" algn="t" rotWithShape="0">
              <a:prstClr val="black">
                <a:alpha val="20000"/>
              </a:prstClr>
            </a:outerShdw>
          </a:effectLst>
        </p:spPr>
      </p:pic>
    </p:spTree>
    <p:extLst>
      <p:ext uri="{BB962C8B-B14F-4D97-AF65-F5344CB8AC3E}">
        <p14:creationId xmlns:p14="http://schemas.microsoft.com/office/powerpoint/2010/main" val="27169172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iterate type="lt">
                                    <p:tmPct val="1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par>
                          <p:cTn id="14" fill="hold">
                            <p:stCondLst>
                              <p:cond delay="1470"/>
                            </p:stCondLst>
                            <p:childTnLst>
                              <p:par>
                                <p:cTn id="15" presetID="53" presetClass="entr" presetSubtype="16"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ppt_w</p:attrName>
                                        </p:attrNameLst>
                                      </p:cBhvr>
                                      <p:tavLst>
                                        <p:tav tm="0">
                                          <p:val>
                                            <p:fltVal val="0"/>
                                          </p:val>
                                        </p:tav>
                                        <p:tav tm="100000">
                                          <p:val>
                                            <p:strVal val="#ppt_w"/>
                                          </p:val>
                                        </p:tav>
                                      </p:tavLst>
                                    </p:anim>
                                    <p:anim calcmode="lin" valueType="num">
                                      <p:cBhvr>
                                        <p:cTn id="33" dur="500" fill="hold"/>
                                        <p:tgtEl>
                                          <p:spTgt spid="20"/>
                                        </p:tgtEl>
                                        <p:attrNameLst>
                                          <p:attrName>ppt_h</p:attrName>
                                        </p:attrNameLst>
                                      </p:cBhvr>
                                      <p:tavLst>
                                        <p:tav tm="0">
                                          <p:val>
                                            <p:fltVal val="0"/>
                                          </p:val>
                                        </p:tav>
                                        <p:tav tm="100000">
                                          <p:val>
                                            <p:strVal val="#ppt_h"/>
                                          </p:val>
                                        </p:tav>
                                      </p:tavLst>
                                    </p:anim>
                                    <p:animEffect transition="in" filter="fade">
                                      <p:cBhvr>
                                        <p:cTn id="34" dur="500"/>
                                        <p:tgtEl>
                                          <p:spTgt spid="20"/>
                                        </p:tgtEl>
                                      </p:cBhvr>
                                    </p:animEffect>
                                  </p:childTnLst>
                                </p:cTn>
                              </p:par>
                            </p:childTnLst>
                          </p:cTn>
                        </p:par>
                        <p:par>
                          <p:cTn id="35" fill="hold">
                            <p:stCondLst>
                              <p:cond delay="1970"/>
                            </p:stCondLst>
                            <p:childTnLst>
                              <p:par>
                                <p:cTn id="36" presetID="2" presetClass="entr" presetSubtype="8" fill="hold" nodeType="after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0-#ppt_w/2"/>
                                          </p:val>
                                        </p:tav>
                                        <p:tav tm="100000">
                                          <p:val>
                                            <p:strVal val="#ppt_x"/>
                                          </p:val>
                                        </p:tav>
                                      </p:tavLst>
                                    </p:anim>
                                    <p:anim calcmode="lin" valueType="num">
                                      <p:cBhvr additive="base">
                                        <p:cTn id="39" dur="500" fill="hold"/>
                                        <p:tgtEl>
                                          <p:spTgt spid="25"/>
                                        </p:tgtEl>
                                        <p:attrNameLst>
                                          <p:attrName>ppt_y</p:attrName>
                                        </p:attrNameLst>
                                      </p:cBhvr>
                                      <p:tavLst>
                                        <p:tav tm="0">
                                          <p:val>
                                            <p:strVal val="#ppt_y"/>
                                          </p:val>
                                        </p:tav>
                                        <p:tav tm="100000">
                                          <p:val>
                                            <p:strVal val="#ppt_y"/>
                                          </p:val>
                                        </p:tav>
                                      </p:tavLst>
                                    </p:anim>
                                  </p:childTnLst>
                                </p:cTn>
                              </p:par>
                              <p:par>
                                <p:cTn id="40" presetID="2" presetClass="entr" presetSubtype="2"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fill="hold"/>
                                        <p:tgtEl>
                                          <p:spTgt spid="24"/>
                                        </p:tgtEl>
                                        <p:attrNameLst>
                                          <p:attrName>ppt_x</p:attrName>
                                        </p:attrNameLst>
                                      </p:cBhvr>
                                      <p:tavLst>
                                        <p:tav tm="0">
                                          <p:val>
                                            <p:strVal val="1+#ppt_w/2"/>
                                          </p:val>
                                        </p:tav>
                                        <p:tav tm="100000">
                                          <p:val>
                                            <p:strVal val="#ppt_x"/>
                                          </p:val>
                                        </p:tav>
                                      </p:tavLst>
                                    </p:anim>
                                    <p:anim calcmode="lin" valueType="num">
                                      <p:cBhvr additive="base">
                                        <p:cTn id="43" dur="500" fill="hold"/>
                                        <p:tgtEl>
                                          <p:spTgt spid="24"/>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500" fill="hold"/>
                                        <p:tgtEl>
                                          <p:spTgt spid="5"/>
                                        </p:tgtEl>
                                        <p:attrNameLst>
                                          <p:attrName>ppt_x</p:attrName>
                                        </p:attrNameLst>
                                      </p:cBhvr>
                                      <p:tavLst>
                                        <p:tav tm="0">
                                          <p:val>
                                            <p:strVal val="0-#ppt_w/2"/>
                                          </p:val>
                                        </p:tav>
                                        <p:tav tm="100000">
                                          <p:val>
                                            <p:strVal val="#ppt_x"/>
                                          </p:val>
                                        </p:tav>
                                      </p:tavLst>
                                    </p:anim>
                                    <p:anim calcmode="lin" valueType="num">
                                      <p:cBhvr additive="base">
                                        <p:cTn id="47" dur="500" fill="hold"/>
                                        <p:tgtEl>
                                          <p:spTgt spid="5"/>
                                        </p:tgtEl>
                                        <p:attrNameLst>
                                          <p:attrName>ppt_y</p:attrName>
                                        </p:attrNameLst>
                                      </p:cBhvr>
                                      <p:tavLst>
                                        <p:tav tm="0">
                                          <p:val>
                                            <p:strVal val="#ppt_y"/>
                                          </p:val>
                                        </p:tav>
                                        <p:tav tm="100000">
                                          <p:val>
                                            <p:strVal val="#ppt_y"/>
                                          </p:val>
                                        </p:tav>
                                      </p:tavLst>
                                    </p:anim>
                                  </p:childTnLst>
                                </p:cTn>
                              </p:par>
                              <p:par>
                                <p:cTn id="48" presetID="2" presetClass="entr" presetSubtype="2" fill="hold" nodeType="withEffect">
                                  <p:stCondLst>
                                    <p:cond delay="0"/>
                                  </p:stCondLst>
                                  <p:childTnLst>
                                    <p:set>
                                      <p:cBhvr>
                                        <p:cTn id="49" dur="1" fill="hold">
                                          <p:stCondLst>
                                            <p:cond delay="0"/>
                                          </p:stCondLst>
                                        </p:cTn>
                                        <p:tgtEl>
                                          <p:spTgt spid="4"/>
                                        </p:tgtEl>
                                        <p:attrNameLst>
                                          <p:attrName>style.visibility</p:attrName>
                                        </p:attrNameLst>
                                      </p:cBhvr>
                                      <p:to>
                                        <p:strVal val="visible"/>
                                      </p:to>
                                    </p:set>
                                    <p:anim calcmode="lin" valueType="num">
                                      <p:cBhvr additive="base">
                                        <p:cTn id="50" dur="500" fill="hold"/>
                                        <p:tgtEl>
                                          <p:spTgt spid="4"/>
                                        </p:tgtEl>
                                        <p:attrNameLst>
                                          <p:attrName>ppt_x</p:attrName>
                                        </p:attrNameLst>
                                      </p:cBhvr>
                                      <p:tavLst>
                                        <p:tav tm="0">
                                          <p:val>
                                            <p:strVal val="1+#ppt_w/2"/>
                                          </p:val>
                                        </p:tav>
                                        <p:tav tm="100000">
                                          <p:val>
                                            <p:strVal val="#ppt_x"/>
                                          </p:val>
                                        </p:tav>
                                      </p:tavLst>
                                    </p:anim>
                                    <p:anim calcmode="lin" valueType="num">
                                      <p:cBhvr additive="base">
                                        <p:cTn id="51"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mtClean="0"/>
              <a:t>1.</a:t>
            </a:r>
            <a:r>
              <a:rPr lang="zh-CN" altLang="en-US" smtClean="0"/>
              <a:t>企业经营责任</a:t>
            </a:r>
            <a:endParaRPr lang="zh-CN" altLang="en-US" dirty="0"/>
          </a:p>
        </p:txBody>
      </p:sp>
      <p:sp>
        <p:nvSpPr>
          <p:cNvPr id="7" name="文本占位符 6"/>
          <p:cNvSpPr>
            <a:spLocks noGrp="1"/>
          </p:cNvSpPr>
          <p:nvPr>
            <p:ph type="body" sz="quarter" idx="14"/>
          </p:nvPr>
        </p:nvSpPr>
        <p:spPr/>
        <p:txBody>
          <a:bodyPr/>
          <a:lstStyle/>
          <a:p>
            <a:r>
              <a:rPr lang="zh-CN" altLang="en-US" smtClean="0">
                <a:sym typeface="+mn-lt"/>
              </a:rPr>
              <a:t>企业文化理念</a:t>
            </a:r>
            <a:endParaRPr lang="zh-CN" altLang="en-US" dirty="0">
              <a:sym typeface="+mn-lt"/>
            </a:endParaRPr>
          </a:p>
        </p:txBody>
      </p:sp>
      <p:sp>
        <p:nvSpPr>
          <p:cNvPr id="8" name="文本占位符 7"/>
          <p:cNvSpPr>
            <a:spLocks noGrp="1"/>
          </p:cNvSpPr>
          <p:nvPr>
            <p:ph type="body" sz="quarter" idx="15"/>
          </p:nvPr>
        </p:nvSpPr>
        <p:spPr/>
        <p:txBody>
          <a:bodyPr/>
          <a:lstStyle/>
          <a:p>
            <a:r>
              <a:rPr lang="en-US" altLang="zh-CN" smtClean="0">
                <a:sym typeface="+mn-lt"/>
              </a:rPr>
              <a:t>COMPANY CULTRUE</a:t>
            </a:r>
            <a:endParaRPr lang="zh-CN" altLang="en-US" dirty="0">
              <a:sym typeface="+mn-lt"/>
            </a:endParaRPr>
          </a:p>
        </p:txBody>
      </p:sp>
      <p:sp>
        <p:nvSpPr>
          <p:cNvPr id="5" name="文本占位符 4"/>
          <p:cNvSpPr>
            <a:spLocks noGrp="1"/>
          </p:cNvSpPr>
          <p:nvPr>
            <p:ph type="body" sz="quarter" idx="16"/>
          </p:nvPr>
        </p:nvSpPr>
        <p:spPr/>
        <p:txBody>
          <a:bodyPr/>
          <a:lstStyle/>
          <a:p>
            <a:r>
              <a:rPr lang="en-US" altLang="zh-CN" dirty="0"/>
              <a:t>PART </a:t>
            </a:r>
            <a:r>
              <a:rPr lang="en-US" altLang="zh-CN" dirty="0" smtClean="0"/>
              <a:t>02</a:t>
            </a:r>
            <a:endParaRPr lang="zh-CN" altLang="en-US" dirty="0"/>
          </a:p>
        </p:txBody>
      </p:sp>
    </p:spTree>
    <p:extLst>
      <p:ext uri="{BB962C8B-B14F-4D97-AF65-F5344CB8AC3E}">
        <p14:creationId xmlns:p14="http://schemas.microsoft.com/office/powerpoint/2010/main" val="1147786636"/>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企业经营责任</a:t>
            </a:r>
            <a:endParaRPr lang="zh-CN" altLang="en-US" dirty="0"/>
          </a:p>
        </p:txBody>
      </p:sp>
      <p:sp>
        <p:nvSpPr>
          <p:cNvPr id="3" name="文本占位符 2"/>
          <p:cNvSpPr>
            <a:spLocks noGrp="1"/>
          </p:cNvSpPr>
          <p:nvPr>
            <p:ph type="body" sz="quarter" idx="10"/>
          </p:nvPr>
        </p:nvSpPr>
        <p:spPr/>
        <p:txBody>
          <a:bodyPr/>
          <a:lstStyle/>
          <a:p>
            <a:r>
              <a:rPr lang="en-US" altLang="zh-CN" dirty="0" smtClean="0"/>
              <a:t>COMPANY RESPONSIBILITY</a:t>
            </a:r>
            <a:endParaRPr lang="zh-CN" altLang="en-US" dirty="0"/>
          </a:p>
        </p:txBody>
      </p:sp>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l="19347" r="218"/>
          <a:stretch/>
        </p:blipFill>
        <p:spPr>
          <a:xfrm>
            <a:off x="696001" y="1817974"/>
            <a:ext cx="6152668" cy="4302693"/>
          </a:xfrm>
          <a:prstGeom prst="rect">
            <a:avLst/>
          </a:prstGeom>
        </p:spPr>
      </p:pic>
      <p:sp>
        <p:nvSpPr>
          <p:cNvPr id="13" name="文本框 12"/>
          <p:cNvSpPr txBox="1"/>
          <p:nvPr/>
        </p:nvSpPr>
        <p:spPr>
          <a:xfrm>
            <a:off x="7716415" y="2761048"/>
            <a:ext cx="3779585" cy="1938992"/>
          </a:xfrm>
          <a:prstGeom prst="rect">
            <a:avLst/>
          </a:prstGeom>
          <a:noFill/>
        </p:spPr>
        <p:txBody>
          <a:bodyPr wrap="square" lIns="0" tIns="0" rIns="0" bIns="0" rtlCol="0">
            <a:spAutoFit/>
          </a:bodyPr>
          <a:lstStyle/>
          <a:p>
            <a:pPr>
              <a:lnSpc>
                <a:spcPct val="150000"/>
              </a:lnSpc>
            </a:pPr>
            <a:r>
              <a:rPr lang="zh-CN" altLang="en-US" sz="1400" dirty="0">
                <a:cs typeface="+mn-ea"/>
                <a:sym typeface="+mn-lt"/>
              </a:rPr>
              <a:t>点击此处输入与此小标题或图形相关的文字描述内容或数据分析。</a:t>
            </a:r>
          </a:p>
          <a:p>
            <a:pPr>
              <a:lnSpc>
                <a:spcPct val="150000"/>
              </a:lnSpc>
            </a:pPr>
            <a:r>
              <a:rPr lang="zh-CN" altLang="en-US" sz="1400" dirty="0">
                <a:cs typeface="+mn-ea"/>
                <a:sym typeface="+mn-lt"/>
              </a:rPr>
              <a:t>点击此处输入文字描述内容，文字描述内容可以是与此小标题或者与此图形所相关的内容说明介绍、数据统计分析、事件过程分析、归纳总结概述等。</a:t>
            </a:r>
            <a:endParaRPr lang="zh-CN" altLang="en-US" sz="1400" dirty="0">
              <a:cs typeface="+mn-ea"/>
              <a:sym typeface="+mn-lt"/>
            </a:endParaRPr>
          </a:p>
        </p:txBody>
      </p:sp>
      <p:sp>
        <p:nvSpPr>
          <p:cNvPr id="14" name="文本框 13"/>
          <p:cNvSpPr txBox="1"/>
          <p:nvPr/>
        </p:nvSpPr>
        <p:spPr>
          <a:xfrm>
            <a:off x="7716415" y="2097506"/>
            <a:ext cx="3779585" cy="307777"/>
          </a:xfrm>
          <a:prstGeom prst="rect">
            <a:avLst/>
          </a:prstGeom>
          <a:noFill/>
        </p:spPr>
        <p:txBody>
          <a:bodyPr wrap="square" lIns="0" tIns="0" rIns="0" bIns="0" rtlCol="0">
            <a:spAutoFit/>
          </a:bodyPr>
          <a:lstStyle/>
          <a:p>
            <a:r>
              <a:rPr lang="zh-CN" altLang="en-US" sz="2000" dirty="0">
                <a:solidFill>
                  <a:schemeClr val="accent1"/>
                </a:solidFill>
                <a:cs typeface="+mn-ea"/>
                <a:sym typeface="+mn-lt"/>
              </a:rPr>
              <a:t>在此处输入简要的文字描述内容</a:t>
            </a:r>
            <a:endParaRPr lang="zh-CN" altLang="en-US" sz="2000" dirty="0">
              <a:solidFill>
                <a:schemeClr val="accent1"/>
              </a:solidFill>
              <a:cs typeface="+mn-ea"/>
              <a:sym typeface="+mn-lt"/>
            </a:endParaRPr>
          </a:p>
        </p:txBody>
      </p:sp>
      <p:sp>
        <p:nvSpPr>
          <p:cNvPr id="15" name="矩形 14"/>
          <p:cNvSpPr/>
          <p:nvPr/>
        </p:nvSpPr>
        <p:spPr>
          <a:xfrm>
            <a:off x="7716415" y="1817974"/>
            <a:ext cx="3779584" cy="161583"/>
          </a:xfrm>
          <a:prstGeom prst="rect">
            <a:avLst/>
          </a:prstGeom>
        </p:spPr>
        <p:txBody>
          <a:bodyPr wrap="square" lIns="0" tIns="0" rIns="0" bIns="0">
            <a:spAutoFit/>
          </a:bodyPr>
          <a:lstStyle/>
          <a:p>
            <a:r>
              <a:rPr lang="en-US" altLang="zh-CN" sz="1050" dirty="0">
                <a:solidFill>
                  <a:schemeClr val="tx1">
                    <a:lumMod val="50000"/>
                    <a:lumOff val="50000"/>
                  </a:schemeClr>
                </a:solidFill>
                <a:cs typeface="+mn-ea"/>
                <a:sym typeface="+mn-lt"/>
              </a:rPr>
              <a:t>ENTER RELEVANT TEXT DESCRIPTION HERE</a:t>
            </a:r>
            <a:endParaRPr lang="zh-CN" altLang="en-US" sz="1050" dirty="0">
              <a:solidFill>
                <a:schemeClr val="tx1">
                  <a:lumMod val="50000"/>
                  <a:lumOff val="50000"/>
                </a:schemeClr>
              </a:solidFill>
              <a:cs typeface="+mn-ea"/>
              <a:sym typeface="+mn-lt"/>
            </a:endParaRPr>
          </a:p>
        </p:txBody>
      </p:sp>
      <p:sp>
        <p:nvSpPr>
          <p:cNvPr id="16" name="矩形 15"/>
          <p:cNvSpPr/>
          <p:nvPr/>
        </p:nvSpPr>
        <p:spPr>
          <a:xfrm>
            <a:off x="7716415" y="6048667"/>
            <a:ext cx="360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7" name="矩形 16"/>
          <p:cNvSpPr/>
          <p:nvPr/>
        </p:nvSpPr>
        <p:spPr>
          <a:xfrm>
            <a:off x="8160106" y="6048667"/>
            <a:ext cx="36000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8" name="矩形 17"/>
          <p:cNvSpPr/>
          <p:nvPr/>
        </p:nvSpPr>
        <p:spPr>
          <a:xfrm>
            <a:off x="8603797" y="6048667"/>
            <a:ext cx="360000"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9" name="矩形 18"/>
          <p:cNvSpPr/>
          <p:nvPr/>
        </p:nvSpPr>
        <p:spPr>
          <a:xfrm>
            <a:off x="9047488" y="6048667"/>
            <a:ext cx="360000" cy="7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0" name="文本框 19"/>
          <p:cNvSpPr txBox="1"/>
          <p:nvPr/>
        </p:nvSpPr>
        <p:spPr>
          <a:xfrm>
            <a:off x="7716415" y="5220465"/>
            <a:ext cx="3779585" cy="430887"/>
          </a:xfrm>
          <a:prstGeom prst="rect">
            <a:avLst/>
          </a:prstGeom>
          <a:noFill/>
        </p:spPr>
        <p:txBody>
          <a:bodyPr wrap="square" lIns="0" tIns="0" rIns="0" bIns="0" rtlCol="0">
            <a:spAutoFit/>
          </a:bodyPr>
          <a:lstStyle/>
          <a:p>
            <a:r>
              <a:rPr lang="en-US" altLang="zh-CN" sz="2800" b="1" dirty="0">
                <a:solidFill>
                  <a:schemeClr val="accent1"/>
                </a:solidFill>
                <a:cs typeface="+mn-ea"/>
                <a:sym typeface="+mn-lt"/>
              </a:rPr>
              <a:t>KEY </a:t>
            </a:r>
            <a:r>
              <a:rPr lang="en-US" altLang="zh-CN" sz="2800" b="1" dirty="0" smtClean="0">
                <a:solidFill>
                  <a:schemeClr val="accent1"/>
                </a:solidFill>
                <a:cs typeface="+mn-ea"/>
                <a:sym typeface="+mn-lt"/>
              </a:rPr>
              <a:t>WORD HERE</a:t>
            </a:r>
            <a:endParaRPr lang="zh-CN" altLang="en-US" sz="2800" b="1" dirty="0">
              <a:solidFill>
                <a:schemeClr val="accent1"/>
              </a:solidFill>
              <a:cs typeface="+mn-ea"/>
              <a:sym typeface="+mn-lt"/>
            </a:endParaRPr>
          </a:p>
        </p:txBody>
      </p:sp>
    </p:spTree>
    <p:extLst>
      <p:ext uri="{BB962C8B-B14F-4D97-AF65-F5344CB8AC3E}">
        <p14:creationId xmlns:p14="http://schemas.microsoft.com/office/powerpoint/2010/main" val="36855183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0-#ppt_w/2"/>
                                          </p:val>
                                        </p:tav>
                                        <p:tav tm="100000">
                                          <p:val>
                                            <p:strVal val="#ppt_x"/>
                                          </p:val>
                                        </p:tav>
                                      </p:tavLst>
                                    </p:anim>
                                    <p:anim calcmode="lin" valueType="num">
                                      <p:cBhvr additive="base">
                                        <p:cTn id="8" dur="75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1+#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10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1+#ppt_w/2"/>
                                          </p:val>
                                        </p:tav>
                                        <p:tav tm="100000">
                                          <p:val>
                                            <p:strVal val="#ppt_x"/>
                                          </p:val>
                                        </p:tav>
                                      </p:tavLst>
                                    </p:anim>
                                    <p:anim calcmode="lin" valueType="num">
                                      <p:cBhvr additive="base">
                                        <p:cTn id="16" dur="500" fill="hold"/>
                                        <p:tgtEl>
                                          <p:spTgt spid="17"/>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0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1+#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30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1+#ppt_w/2"/>
                                          </p:val>
                                        </p:tav>
                                        <p:tav tm="100000">
                                          <p:val>
                                            <p:strVal val="#ppt_x"/>
                                          </p:val>
                                        </p:tav>
                                      </p:tavLst>
                                    </p:anim>
                                    <p:anim calcmode="lin" valueType="num">
                                      <p:cBhvr additive="base">
                                        <p:cTn id="24" dur="500" fill="hold"/>
                                        <p:tgtEl>
                                          <p:spTgt spid="19"/>
                                        </p:tgtEl>
                                        <p:attrNameLst>
                                          <p:attrName>ppt_y</p:attrName>
                                        </p:attrNameLst>
                                      </p:cBhvr>
                                      <p:tavLst>
                                        <p:tav tm="0">
                                          <p:val>
                                            <p:strVal val="#ppt_y"/>
                                          </p:val>
                                        </p:tav>
                                        <p:tav tm="100000">
                                          <p:val>
                                            <p:strVal val="#ppt_y"/>
                                          </p:val>
                                        </p:tav>
                                      </p:tavLst>
                                    </p:anim>
                                  </p:childTnLst>
                                </p:cTn>
                              </p:par>
                            </p:childTnLst>
                          </p:cTn>
                        </p:par>
                        <p:par>
                          <p:cTn id="25" fill="hold">
                            <p:stCondLst>
                              <p:cond delay="800"/>
                            </p:stCondLst>
                            <p:childTnLst>
                              <p:par>
                                <p:cTn id="26" presetID="2" presetClass="entr" presetSubtype="4"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1+#ppt_h/2"/>
                                          </p:val>
                                        </p:tav>
                                        <p:tav tm="100000">
                                          <p:val>
                                            <p:strVal val="#ppt_y"/>
                                          </p:val>
                                        </p:tav>
                                      </p:tavLst>
                                    </p:anim>
                                  </p:childTnLst>
                                </p:cTn>
                              </p:par>
                              <p:par>
                                <p:cTn id="30" presetID="53" presetClass="entr" presetSubtype="16" fill="hold" grpId="0" nodeType="withEffect">
                                  <p:stCondLst>
                                    <p:cond delay="0"/>
                                  </p:stCondLst>
                                  <p:iterate type="lt">
                                    <p:tmPct val="3000"/>
                                  </p:iterate>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childTnLst>
                          </p:cTn>
                        </p:par>
                        <p:par>
                          <p:cTn id="35" fill="hold">
                            <p:stCondLst>
                              <p:cond delay="1495"/>
                            </p:stCondLst>
                            <p:childTnLst>
                              <p:par>
                                <p:cTn id="36" presetID="53" presetClass="entr" presetSubtype="16" fill="hold" grpId="0" nodeType="afterEffect">
                                  <p:stCondLst>
                                    <p:cond delay="0"/>
                                  </p:stCondLst>
                                  <p:iterate type="lt">
                                    <p:tmPct val="2000"/>
                                  </p:iterate>
                                  <p:childTnLst>
                                    <p:set>
                                      <p:cBhvr>
                                        <p:cTn id="37" dur="1" fill="hold">
                                          <p:stCondLst>
                                            <p:cond delay="0"/>
                                          </p:stCondLst>
                                        </p:cTn>
                                        <p:tgtEl>
                                          <p:spTgt spid="13"/>
                                        </p:tgtEl>
                                        <p:attrNameLst>
                                          <p:attrName>style.visibility</p:attrName>
                                        </p:attrNameLst>
                                      </p:cBhvr>
                                      <p:to>
                                        <p:strVal val="visible"/>
                                      </p:to>
                                    </p:set>
                                    <p:anim calcmode="lin" valueType="num">
                                      <p:cBhvr>
                                        <p:cTn id="38" dur="500" fill="hold"/>
                                        <p:tgtEl>
                                          <p:spTgt spid="13"/>
                                        </p:tgtEl>
                                        <p:attrNameLst>
                                          <p:attrName>ppt_w</p:attrName>
                                        </p:attrNameLst>
                                      </p:cBhvr>
                                      <p:tavLst>
                                        <p:tav tm="0">
                                          <p:val>
                                            <p:fltVal val="0"/>
                                          </p:val>
                                        </p:tav>
                                        <p:tav tm="100000">
                                          <p:val>
                                            <p:strVal val="#ppt_w"/>
                                          </p:val>
                                        </p:tav>
                                      </p:tavLst>
                                    </p:anim>
                                    <p:anim calcmode="lin" valueType="num">
                                      <p:cBhvr>
                                        <p:cTn id="39" dur="500" fill="hold"/>
                                        <p:tgtEl>
                                          <p:spTgt spid="13"/>
                                        </p:tgtEl>
                                        <p:attrNameLst>
                                          <p:attrName>ppt_h</p:attrName>
                                        </p:attrNameLst>
                                      </p:cBhvr>
                                      <p:tavLst>
                                        <p:tav tm="0">
                                          <p:val>
                                            <p:fltVal val="0"/>
                                          </p:val>
                                        </p:tav>
                                        <p:tav tm="100000">
                                          <p:val>
                                            <p:strVal val="#ppt_h"/>
                                          </p:val>
                                        </p:tav>
                                      </p:tavLst>
                                    </p:anim>
                                    <p:animEffect transition="in" filter="fade">
                                      <p:cBhvr>
                                        <p:cTn id="40" dur="500"/>
                                        <p:tgtEl>
                                          <p:spTgt spid="13"/>
                                        </p:tgtEl>
                                      </p:cBhvr>
                                    </p:animEffect>
                                  </p:childTnLst>
                                </p:cTn>
                              </p:par>
                            </p:childTnLst>
                          </p:cTn>
                        </p:par>
                        <p:par>
                          <p:cTn id="41" fill="hold">
                            <p:stCondLst>
                              <p:cond delay="2935"/>
                            </p:stCondLst>
                            <p:childTnLst>
                              <p:par>
                                <p:cTn id="42" presetID="2" presetClass="entr" presetSubtype="2"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 calcmode="lin" valueType="num">
                                      <p:cBhvr additive="base">
                                        <p:cTn id="44" dur="500" fill="hold"/>
                                        <p:tgtEl>
                                          <p:spTgt spid="20"/>
                                        </p:tgtEl>
                                        <p:attrNameLst>
                                          <p:attrName>ppt_x</p:attrName>
                                        </p:attrNameLst>
                                      </p:cBhvr>
                                      <p:tavLst>
                                        <p:tav tm="0">
                                          <p:val>
                                            <p:strVal val="1+#ppt_w/2"/>
                                          </p:val>
                                        </p:tav>
                                        <p:tav tm="100000">
                                          <p:val>
                                            <p:strVal val="#ppt_x"/>
                                          </p:val>
                                        </p:tav>
                                      </p:tavLst>
                                    </p:anim>
                                    <p:anim calcmode="lin" valueType="num">
                                      <p:cBhvr additive="base">
                                        <p:cTn id="45"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17" grpId="0" animBg="1"/>
      <p:bldP spid="18" grpId="0" animBg="1"/>
      <p:bldP spid="19" grpId="0" animBg="1"/>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企业肩负使命</a:t>
            </a:r>
            <a:endParaRPr lang="zh-CN" altLang="en-US" dirty="0"/>
          </a:p>
        </p:txBody>
      </p:sp>
      <p:sp>
        <p:nvSpPr>
          <p:cNvPr id="3" name="文本占位符 2"/>
          <p:cNvSpPr>
            <a:spLocks noGrp="1"/>
          </p:cNvSpPr>
          <p:nvPr>
            <p:ph type="body" sz="quarter" idx="10"/>
          </p:nvPr>
        </p:nvSpPr>
        <p:spPr/>
        <p:txBody>
          <a:bodyPr/>
          <a:lstStyle/>
          <a:p>
            <a:r>
              <a:rPr lang="en-US" altLang="zh-CN" dirty="0" smtClean="0"/>
              <a:t>COMPANY MISSION</a:t>
            </a:r>
            <a:endParaRPr lang="zh-CN" altLang="en-US" dirty="0"/>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t="33333" b="20644"/>
          <a:stretch/>
        </p:blipFill>
        <p:spPr>
          <a:xfrm>
            <a:off x="696000" y="2665861"/>
            <a:ext cx="10800000" cy="2621903"/>
          </a:xfrm>
          <a:prstGeom prst="rect">
            <a:avLst/>
          </a:prstGeom>
        </p:spPr>
      </p:pic>
      <p:sp>
        <p:nvSpPr>
          <p:cNvPr id="5" name="标题 1"/>
          <p:cNvSpPr txBox="1">
            <a:spLocks/>
          </p:cNvSpPr>
          <p:nvPr/>
        </p:nvSpPr>
        <p:spPr>
          <a:xfrm>
            <a:off x="696001" y="1520126"/>
            <a:ext cx="3596082" cy="5539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3600" b="1" dirty="0" smtClean="0">
                <a:solidFill>
                  <a:schemeClr val="bg1">
                    <a:lumMod val="85000"/>
                  </a:schemeClr>
                </a:solidFill>
                <a:latin typeface="+mn-lt"/>
                <a:ea typeface="+mn-ea"/>
                <a:cs typeface="+mn-ea"/>
                <a:sym typeface="+mn-lt"/>
              </a:rPr>
              <a:t>KEY WORD</a:t>
            </a:r>
            <a:endParaRPr lang="zh-CN" altLang="en-US" sz="3600" b="1" dirty="0">
              <a:solidFill>
                <a:schemeClr val="bg1">
                  <a:lumMod val="85000"/>
                </a:schemeClr>
              </a:solidFill>
              <a:latin typeface="+mn-lt"/>
              <a:ea typeface="+mn-ea"/>
              <a:cs typeface="+mn-ea"/>
              <a:sym typeface="+mn-lt"/>
            </a:endParaRPr>
          </a:p>
        </p:txBody>
      </p:sp>
      <p:sp>
        <p:nvSpPr>
          <p:cNvPr id="6" name="标题 1"/>
          <p:cNvSpPr txBox="1">
            <a:spLocks/>
          </p:cNvSpPr>
          <p:nvPr/>
        </p:nvSpPr>
        <p:spPr>
          <a:xfrm>
            <a:off x="696001" y="2138516"/>
            <a:ext cx="3596082" cy="307777"/>
          </a:xfrm>
          <a:prstGeom prst="rect">
            <a:avLst/>
          </a:prstGeom>
        </p:spPr>
        <p:txBody>
          <a:bodyPr wrap="square" lIns="0" tIns="0" rIns="0" bIns="0" anchor="ctr" anchorCtr="0">
            <a:spAutoFit/>
          </a:bodyPr>
          <a:lstStyle>
            <a:lvl1pPr algn="ctr" defTabSz="914400" rtl="0" eaLnBrk="1" latinLnBrk="0" hangingPunct="1">
              <a:lnSpc>
                <a:spcPct val="100000"/>
              </a:lnSpc>
              <a:spcBef>
                <a:spcPct val="0"/>
              </a:spcBef>
              <a:buNone/>
              <a:defRPr sz="2800" kern="1200">
                <a:solidFill>
                  <a:schemeClr val="tx1"/>
                </a:solidFill>
                <a:latin typeface="+mj-lt"/>
                <a:ea typeface="+mj-ea"/>
                <a:cs typeface="+mj-cs"/>
              </a:defRPr>
            </a:lvl1pPr>
          </a:lstStyle>
          <a:p>
            <a:pPr algn="l"/>
            <a:r>
              <a:rPr lang="zh-CN" altLang="en-US" sz="2000" dirty="0">
                <a:solidFill>
                  <a:schemeClr val="accent1"/>
                </a:solidFill>
                <a:latin typeface="+mn-lt"/>
                <a:ea typeface="+mn-ea"/>
                <a:cs typeface="+mn-ea"/>
                <a:sym typeface="+mn-lt"/>
              </a:rPr>
              <a:t>在此输入</a:t>
            </a:r>
            <a:r>
              <a:rPr lang="zh-CN" altLang="en-US" sz="2000" dirty="0" smtClean="0">
                <a:solidFill>
                  <a:schemeClr val="accent1"/>
                </a:solidFill>
                <a:latin typeface="+mn-lt"/>
                <a:ea typeface="+mn-ea"/>
                <a:cs typeface="+mn-ea"/>
                <a:sym typeface="+mn-lt"/>
              </a:rPr>
              <a:t>文字内容</a:t>
            </a:r>
            <a:endParaRPr lang="zh-CN" altLang="en-US" sz="2000" dirty="0">
              <a:solidFill>
                <a:schemeClr val="accent1"/>
              </a:solidFill>
              <a:latin typeface="+mn-lt"/>
              <a:ea typeface="+mn-ea"/>
              <a:cs typeface="+mn-ea"/>
              <a:sym typeface="+mn-lt"/>
            </a:endParaRPr>
          </a:p>
        </p:txBody>
      </p:sp>
      <p:sp>
        <p:nvSpPr>
          <p:cNvPr id="7" name="文本框 6"/>
          <p:cNvSpPr txBox="1"/>
          <p:nvPr/>
        </p:nvSpPr>
        <p:spPr>
          <a:xfrm>
            <a:off x="4497355" y="1547585"/>
            <a:ext cx="6998645" cy="931409"/>
          </a:xfrm>
          <a:prstGeom prst="rect">
            <a:avLst/>
          </a:prstGeom>
          <a:noFill/>
        </p:spPr>
        <p:txBody>
          <a:bodyPr wrap="square" lIns="0" tIns="0" rIns="0" bIns="0" rtlCol="0">
            <a:spAutoFit/>
          </a:bodyPr>
          <a:lstStyle/>
          <a:p>
            <a:pPr>
              <a:lnSpc>
                <a:spcPct val="150000"/>
              </a:lnSpc>
            </a:pPr>
            <a:r>
              <a:rPr lang="zh-CN" altLang="en-US" sz="1400" dirty="0">
                <a:cs typeface="+mn-ea"/>
                <a:sym typeface="+mn-lt"/>
              </a:rPr>
              <a:t>点击此处输入与此小标题或图形相关的文字描述内容或数据分析。</a:t>
            </a:r>
          </a:p>
          <a:p>
            <a:pPr>
              <a:lnSpc>
                <a:spcPct val="150000"/>
              </a:lnSpc>
            </a:pPr>
            <a:r>
              <a:rPr lang="zh-CN" altLang="en-US" sz="1400" dirty="0" smtClean="0">
                <a:cs typeface="+mn-ea"/>
                <a:sym typeface="+mn-lt"/>
              </a:rPr>
              <a:t>点击</a:t>
            </a:r>
            <a:r>
              <a:rPr lang="zh-CN" altLang="en-US" sz="1400" dirty="0">
                <a:cs typeface="+mn-ea"/>
                <a:sym typeface="+mn-lt"/>
              </a:rPr>
              <a:t>此处输入与此小标题或者与此图形相关的内容介绍、数据统计、事件分析、总结概述等文字描述内容。</a:t>
            </a:r>
          </a:p>
        </p:txBody>
      </p:sp>
      <p:sp>
        <p:nvSpPr>
          <p:cNvPr id="8" name="文本框 7"/>
          <p:cNvSpPr txBox="1"/>
          <p:nvPr/>
        </p:nvSpPr>
        <p:spPr>
          <a:xfrm>
            <a:off x="696000" y="5575379"/>
            <a:ext cx="10800000" cy="608243"/>
          </a:xfrm>
          <a:prstGeom prst="rect">
            <a:avLst/>
          </a:prstGeom>
          <a:noFill/>
        </p:spPr>
        <p:txBody>
          <a:bodyPr wrap="square" lIns="0" tIns="0" rIns="0" bIns="0" rtlCol="0">
            <a:spAutoFit/>
          </a:bodyPr>
          <a:lstStyle/>
          <a:p>
            <a:pPr>
              <a:lnSpc>
                <a:spcPct val="150000"/>
              </a:lnSpc>
            </a:pPr>
            <a:r>
              <a:rPr lang="zh-CN" altLang="en-US" sz="1400" b="1" dirty="0">
                <a:cs typeface="+mn-ea"/>
                <a:sym typeface="+mn-lt"/>
              </a:rPr>
              <a:t>点击此处输入相关的文字描述</a:t>
            </a:r>
            <a:r>
              <a:rPr lang="zh-CN" altLang="en-US" sz="1400" b="1" dirty="0" smtClean="0">
                <a:cs typeface="+mn-ea"/>
                <a:sym typeface="+mn-lt"/>
              </a:rPr>
              <a:t>内容</a:t>
            </a:r>
            <a:r>
              <a:rPr lang="zh-CN" altLang="en-US" sz="1400" b="1" dirty="0">
                <a:cs typeface="+mn-ea"/>
                <a:sym typeface="+mn-lt"/>
              </a:rPr>
              <a:t>：</a:t>
            </a:r>
            <a:r>
              <a:rPr lang="zh-CN" altLang="en-US" sz="1400" dirty="0" smtClean="0">
                <a:cs typeface="+mn-ea"/>
                <a:sym typeface="+mn-lt"/>
              </a:rPr>
              <a:t>该</a:t>
            </a:r>
            <a:r>
              <a:rPr lang="zh-CN" altLang="en-US" sz="1400" dirty="0">
                <a:cs typeface="+mn-ea"/>
                <a:sym typeface="+mn-lt"/>
              </a:rPr>
              <a:t>文字描述内容可以是与此小标题或者与此图形图标所相关的内容说明介绍、因果关系说明、数据统计分析、事件过程分析、归纳总结概述等文字。</a:t>
            </a:r>
          </a:p>
        </p:txBody>
      </p:sp>
    </p:spTree>
    <p:extLst>
      <p:ext uri="{BB962C8B-B14F-4D97-AF65-F5344CB8AC3E}">
        <p14:creationId xmlns:p14="http://schemas.microsoft.com/office/powerpoint/2010/main" val="3749336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250"/>
                            </p:stCondLst>
                            <p:childTnLst>
                              <p:par>
                                <p:cTn id="18" presetID="47"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p:cTn id="21" dur="500" fill="hold"/>
                                        <p:tgtEl>
                                          <p:spTgt spid="8"/>
                                        </p:tgtEl>
                                        <p:attrNameLst>
                                          <p:attrName>ppt_x</p:attrName>
                                        </p:attrNameLst>
                                      </p:cBhvr>
                                      <p:tavLst>
                                        <p:tav tm="0">
                                          <p:val>
                                            <p:strVal val="#ppt_x"/>
                                          </p:val>
                                        </p:tav>
                                        <p:tav tm="100000">
                                          <p:val>
                                            <p:strVal val="#ppt_x"/>
                                          </p:val>
                                        </p:tav>
                                      </p:tavLst>
                                    </p:anim>
                                    <p:anim calcmode="lin" valueType="num">
                                      <p:cBhvr>
                                        <p:cTn id="22" dur="500" fill="hold"/>
                                        <p:tgtEl>
                                          <p:spTgt spid="8"/>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企业经营</a:t>
            </a:r>
            <a:r>
              <a:rPr lang="zh-CN" altLang="en-US" dirty="0"/>
              <a:t>方针</a:t>
            </a:r>
          </a:p>
        </p:txBody>
      </p:sp>
      <p:sp>
        <p:nvSpPr>
          <p:cNvPr id="3" name="文本占位符 2"/>
          <p:cNvSpPr>
            <a:spLocks noGrp="1"/>
          </p:cNvSpPr>
          <p:nvPr>
            <p:ph type="body" sz="quarter" idx="10"/>
          </p:nvPr>
        </p:nvSpPr>
        <p:spPr/>
        <p:txBody>
          <a:bodyPr/>
          <a:lstStyle/>
          <a:p>
            <a:r>
              <a:rPr lang="en-US" altLang="zh-CN" dirty="0" smtClean="0"/>
              <a:t>OPERATING STRATEGY</a:t>
            </a:r>
            <a:endParaRPr lang="zh-CN" altLang="en-US" dirty="0"/>
          </a:p>
        </p:txBody>
      </p:sp>
      <p:pic>
        <p:nvPicPr>
          <p:cNvPr id="14" name="图片 13"/>
          <p:cNvPicPr>
            <a:picLocks noChangeAspect="1"/>
          </p:cNvPicPr>
          <p:nvPr/>
        </p:nvPicPr>
        <p:blipFill>
          <a:blip r:embed="rId3"/>
          <a:stretch>
            <a:fillRect/>
          </a:stretch>
        </p:blipFill>
        <p:spPr>
          <a:xfrm>
            <a:off x="3181969" y="1570771"/>
            <a:ext cx="2371550" cy="4749196"/>
          </a:xfrm>
          <a:prstGeom prst="rect">
            <a:avLst/>
          </a:prstGeom>
        </p:spPr>
      </p:pic>
      <p:pic>
        <p:nvPicPr>
          <p:cNvPr id="15" name="图片 14"/>
          <p:cNvPicPr>
            <a:picLocks noChangeAspect="1"/>
          </p:cNvPicPr>
          <p:nvPr/>
        </p:nvPicPr>
        <p:blipFill>
          <a:blip r:embed="rId4"/>
          <a:stretch>
            <a:fillRect/>
          </a:stretch>
        </p:blipFill>
        <p:spPr>
          <a:xfrm>
            <a:off x="694025" y="1570771"/>
            <a:ext cx="2377646" cy="4749196"/>
          </a:xfrm>
          <a:prstGeom prst="rect">
            <a:avLst/>
          </a:prstGeom>
        </p:spPr>
      </p:pic>
      <p:sp>
        <p:nvSpPr>
          <p:cNvPr id="16" name="矩形 15"/>
          <p:cNvSpPr/>
          <p:nvPr/>
        </p:nvSpPr>
        <p:spPr>
          <a:xfrm>
            <a:off x="694025" y="1573979"/>
            <a:ext cx="2372994" cy="237299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rtlCol="0" anchor="ctr"/>
          <a:lstStyle/>
          <a:p>
            <a:pPr algn="ctr">
              <a:lnSpc>
                <a:spcPct val="150000"/>
              </a:lnSpc>
            </a:pPr>
            <a:r>
              <a:rPr lang="en-US" altLang="zh-CN" sz="2000" b="1" dirty="0" smtClean="0">
                <a:solidFill>
                  <a:schemeClr val="bg1"/>
                </a:solidFill>
                <a:cs typeface="+mn-ea"/>
                <a:sym typeface="+mn-lt"/>
              </a:rPr>
              <a:t>KEY WORD</a:t>
            </a:r>
          </a:p>
          <a:p>
            <a:pPr algn="ctr">
              <a:lnSpc>
                <a:spcPct val="150000"/>
              </a:lnSpc>
            </a:pPr>
            <a:r>
              <a:rPr lang="zh-CN" altLang="en-US" sz="1050" dirty="0" smtClean="0">
                <a:solidFill>
                  <a:schemeClr val="bg1"/>
                </a:solidFill>
                <a:cs typeface="+mn-ea"/>
                <a:sym typeface="+mn-lt"/>
              </a:rPr>
              <a:t>在此输入关于此标题或图形的文字描述内容</a:t>
            </a:r>
            <a:endParaRPr lang="zh-CN" altLang="en-US" sz="1050" dirty="0">
              <a:solidFill>
                <a:schemeClr val="bg1"/>
              </a:solidFill>
              <a:cs typeface="+mn-ea"/>
              <a:sym typeface="+mn-lt"/>
            </a:endParaRPr>
          </a:p>
        </p:txBody>
      </p:sp>
      <p:sp>
        <p:nvSpPr>
          <p:cNvPr id="17" name="矩形 16"/>
          <p:cNvSpPr/>
          <p:nvPr/>
        </p:nvSpPr>
        <p:spPr>
          <a:xfrm>
            <a:off x="3182368" y="3946973"/>
            <a:ext cx="2372994" cy="2372994"/>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rtlCol="0" anchor="ctr"/>
          <a:lstStyle/>
          <a:p>
            <a:pPr algn="ctr">
              <a:lnSpc>
                <a:spcPct val="150000"/>
              </a:lnSpc>
            </a:pPr>
            <a:r>
              <a:rPr lang="en-US" altLang="zh-CN" sz="2000" b="1" dirty="0">
                <a:solidFill>
                  <a:schemeClr val="bg1"/>
                </a:solidFill>
                <a:cs typeface="+mn-ea"/>
                <a:sym typeface="+mn-lt"/>
              </a:rPr>
              <a:t>KEY WORD</a:t>
            </a:r>
          </a:p>
          <a:p>
            <a:pPr algn="ctr">
              <a:lnSpc>
                <a:spcPct val="150000"/>
              </a:lnSpc>
            </a:pPr>
            <a:r>
              <a:rPr lang="zh-CN" altLang="en-US" sz="1050" dirty="0" smtClean="0">
                <a:solidFill>
                  <a:schemeClr val="bg1"/>
                </a:solidFill>
                <a:cs typeface="+mn-ea"/>
                <a:sym typeface="+mn-lt"/>
              </a:rPr>
              <a:t>在此输入关于此标题或图形的文字描述内容</a:t>
            </a:r>
            <a:endParaRPr lang="zh-CN" altLang="en-US" sz="1050" dirty="0">
              <a:solidFill>
                <a:schemeClr val="bg1"/>
              </a:solidFill>
              <a:cs typeface="+mn-ea"/>
              <a:sym typeface="+mn-lt"/>
            </a:endParaRPr>
          </a:p>
        </p:txBody>
      </p:sp>
      <p:pic>
        <p:nvPicPr>
          <p:cNvPr id="18" name="图片 17"/>
          <p:cNvPicPr>
            <a:picLocks noChangeAspect="1"/>
          </p:cNvPicPr>
          <p:nvPr/>
        </p:nvPicPr>
        <p:blipFill>
          <a:blip r:embed="rId5"/>
          <a:stretch>
            <a:fillRect/>
          </a:stretch>
        </p:blipFill>
        <p:spPr>
          <a:xfrm>
            <a:off x="6633460" y="1575423"/>
            <a:ext cx="2377646" cy="2371550"/>
          </a:xfrm>
          <a:prstGeom prst="rect">
            <a:avLst/>
          </a:prstGeom>
        </p:spPr>
      </p:pic>
      <p:pic>
        <p:nvPicPr>
          <p:cNvPr id="19" name="图片 18"/>
          <p:cNvPicPr>
            <a:picLocks noChangeAspect="1"/>
          </p:cNvPicPr>
          <p:nvPr/>
        </p:nvPicPr>
        <p:blipFill>
          <a:blip r:embed="rId6"/>
          <a:stretch>
            <a:fillRect/>
          </a:stretch>
        </p:blipFill>
        <p:spPr>
          <a:xfrm>
            <a:off x="9118354" y="1575423"/>
            <a:ext cx="2377646" cy="2371550"/>
          </a:xfrm>
          <a:prstGeom prst="rect">
            <a:avLst/>
          </a:prstGeom>
        </p:spPr>
      </p:pic>
      <p:sp>
        <p:nvSpPr>
          <p:cNvPr id="20" name="AutoShape 5"/>
          <p:cNvSpPr>
            <a:spLocks/>
          </p:cNvSpPr>
          <p:nvPr/>
        </p:nvSpPr>
        <p:spPr bwMode="auto">
          <a:xfrm>
            <a:off x="6838945" y="4221584"/>
            <a:ext cx="2172161" cy="24622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spAutoFit/>
          </a:bodyPr>
          <a:lstStyle/>
          <a:p>
            <a:pPr algn="r" defTabSz="323850">
              <a:spcBef>
                <a:spcPts val="850"/>
              </a:spcBef>
              <a:defRPr/>
            </a:pPr>
            <a:r>
              <a:rPr lang="zh-CN" altLang="en-US" sz="1600" b="1" dirty="0">
                <a:solidFill>
                  <a:schemeClr val="accent1"/>
                </a:solidFill>
                <a:cs typeface="+mn-ea"/>
                <a:sym typeface="+mn-lt"/>
              </a:rPr>
              <a:t>文字描述内容</a:t>
            </a:r>
            <a:endParaRPr lang="es-ES" sz="1600" b="1" dirty="0">
              <a:solidFill>
                <a:schemeClr val="accent1"/>
              </a:solidFill>
              <a:cs typeface="+mn-ea"/>
              <a:sym typeface="+mn-lt"/>
            </a:endParaRPr>
          </a:p>
        </p:txBody>
      </p:sp>
      <p:sp>
        <p:nvSpPr>
          <p:cNvPr id="21" name="AutoShape 27"/>
          <p:cNvSpPr>
            <a:spLocks/>
          </p:cNvSpPr>
          <p:nvPr/>
        </p:nvSpPr>
        <p:spPr bwMode="auto">
          <a:xfrm>
            <a:off x="6838945" y="4559895"/>
            <a:ext cx="2172161" cy="96949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spAutoFit/>
          </a:bodyPr>
          <a:lstStyle/>
          <a:p>
            <a:pPr algn="r" defTabSz="323850">
              <a:lnSpc>
                <a:spcPct val="150000"/>
              </a:lnSpc>
              <a:defRPr/>
            </a:pPr>
            <a:r>
              <a:rPr lang="zh-CN" altLang="en-US" sz="1400" dirty="0">
                <a:cs typeface="+mn-ea"/>
                <a:sym typeface="+mn-lt"/>
              </a:rPr>
              <a:t>点击此处输入与此小标题或图形相关的文字描述内容或数据分析</a:t>
            </a:r>
            <a:endParaRPr lang="es-ES" sz="1400" dirty="0">
              <a:cs typeface="+mn-ea"/>
              <a:sym typeface="+mn-lt"/>
            </a:endParaRPr>
          </a:p>
        </p:txBody>
      </p:sp>
      <p:sp>
        <p:nvSpPr>
          <p:cNvPr id="22" name="AutoShape 5"/>
          <p:cNvSpPr>
            <a:spLocks/>
          </p:cNvSpPr>
          <p:nvPr/>
        </p:nvSpPr>
        <p:spPr bwMode="auto">
          <a:xfrm>
            <a:off x="9323839" y="4221584"/>
            <a:ext cx="2172161" cy="24622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spAutoFit/>
          </a:bodyPr>
          <a:lstStyle/>
          <a:p>
            <a:pPr algn="r" defTabSz="323850">
              <a:spcBef>
                <a:spcPts val="850"/>
              </a:spcBef>
              <a:defRPr/>
            </a:pPr>
            <a:r>
              <a:rPr lang="zh-CN" altLang="en-US" sz="1600" b="1" dirty="0">
                <a:solidFill>
                  <a:schemeClr val="accent1"/>
                </a:solidFill>
                <a:cs typeface="+mn-ea"/>
                <a:sym typeface="+mn-lt"/>
              </a:rPr>
              <a:t>文字描述内容</a:t>
            </a:r>
            <a:endParaRPr lang="es-ES" sz="1600" b="1" dirty="0">
              <a:solidFill>
                <a:schemeClr val="accent1"/>
              </a:solidFill>
              <a:cs typeface="+mn-ea"/>
              <a:sym typeface="+mn-lt"/>
            </a:endParaRPr>
          </a:p>
        </p:txBody>
      </p:sp>
      <p:sp>
        <p:nvSpPr>
          <p:cNvPr id="23" name="AutoShape 27"/>
          <p:cNvSpPr>
            <a:spLocks/>
          </p:cNvSpPr>
          <p:nvPr/>
        </p:nvSpPr>
        <p:spPr bwMode="auto">
          <a:xfrm>
            <a:off x="9323839" y="4559895"/>
            <a:ext cx="2172161" cy="93140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spAutoFit/>
          </a:bodyPr>
          <a:lstStyle/>
          <a:p>
            <a:pPr algn="r" defTabSz="323850">
              <a:lnSpc>
                <a:spcPct val="150000"/>
              </a:lnSpc>
              <a:defRPr/>
            </a:pPr>
            <a:r>
              <a:rPr lang="zh-CN" altLang="en-US" sz="1400" dirty="0">
                <a:cs typeface="+mn-ea"/>
                <a:sym typeface="+mn-lt"/>
              </a:rPr>
              <a:t>点击此处输入与此小标题或图形相关的文字描述内容或数据分析</a:t>
            </a:r>
            <a:endParaRPr lang="es-ES" sz="1400" dirty="0">
              <a:cs typeface="+mn-ea"/>
              <a:sym typeface="+mn-lt"/>
            </a:endParaRPr>
          </a:p>
        </p:txBody>
      </p:sp>
      <p:sp>
        <p:nvSpPr>
          <p:cNvPr id="24" name="椭圆 23"/>
          <p:cNvSpPr/>
          <p:nvPr/>
        </p:nvSpPr>
        <p:spPr>
          <a:xfrm>
            <a:off x="8592836" y="5901698"/>
            <a:ext cx="418269" cy="4182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Oval 27"/>
          <p:cNvSpPr/>
          <p:nvPr/>
        </p:nvSpPr>
        <p:spPr>
          <a:xfrm>
            <a:off x="8699653" y="6008682"/>
            <a:ext cx="204634" cy="204301"/>
          </a:xfrm>
          <a:custGeom>
            <a:avLst/>
            <a:gdLst>
              <a:gd name="connsiteX0" fmla="*/ 375636 w 606579"/>
              <a:gd name="connsiteY0" fmla="*/ 232318 h 605592"/>
              <a:gd name="connsiteX1" fmla="*/ 390712 w 606579"/>
              <a:gd name="connsiteY1" fmla="*/ 238504 h 605592"/>
              <a:gd name="connsiteX2" fmla="*/ 390712 w 606579"/>
              <a:gd name="connsiteY2" fmla="*/ 268533 h 605592"/>
              <a:gd name="connsiteX3" fmla="*/ 292110 w 606579"/>
              <a:gd name="connsiteY3" fmla="*/ 366962 h 605592"/>
              <a:gd name="connsiteX4" fmla="*/ 277162 w 606579"/>
              <a:gd name="connsiteY4" fmla="*/ 373079 h 605592"/>
              <a:gd name="connsiteX5" fmla="*/ 262214 w 606579"/>
              <a:gd name="connsiteY5" fmla="*/ 366962 h 605592"/>
              <a:gd name="connsiteX6" fmla="*/ 215512 w 606579"/>
              <a:gd name="connsiteY6" fmla="*/ 320621 h 605592"/>
              <a:gd name="connsiteX7" fmla="*/ 215512 w 606579"/>
              <a:gd name="connsiteY7" fmla="*/ 290592 h 605592"/>
              <a:gd name="connsiteX8" fmla="*/ 245594 w 606579"/>
              <a:gd name="connsiteY8" fmla="*/ 290592 h 605592"/>
              <a:gd name="connsiteX9" fmla="*/ 277069 w 606579"/>
              <a:gd name="connsiteY9" fmla="*/ 321918 h 605592"/>
              <a:gd name="connsiteX10" fmla="*/ 360630 w 606579"/>
              <a:gd name="connsiteY10" fmla="*/ 238504 h 605592"/>
              <a:gd name="connsiteX11" fmla="*/ 375636 w 606579"/>
              <a:gd name="connsiteY11" fmla="*/ 232318 h 605592"/>
              <a:gd name="connsiteX12" fmla="*/ 303233 w 606579"/>
              <a:gd name="connsiteY12" fmla="*/ 42363 h 605592"/>
              <a:gd name="connsiteX13" fmla="*/ 118831 w 606579"/>
              <a:gd name="connsiteY13" fmla="*/ 118653 h 605592"/>
              <a:gd name="connsiteX14" fmla="*/ 107781 w 606579"/>
              <a:gd name="connsiteY14" fmla="*/ 475260 h 605592"/>
              <a:gd name="connsiteX15" fmla="*/ 111402 w 606579"/>
              <a:gd name="connsiteY15" fmla="*/ 497692 h 605592"/>
              <a:gd name="connsiteX16" fmla="*/ 68876 w 606579"/>
              <a:gd name="connsiteY16" fmla="*/ 559614 h 605592"/>
              <a:gd name="connsiteX17" fmla="*/ 147429 w 606579"/>
              <a:gd name="connsiteY17" fmla="*/ 528839 h 605592"/>
              <a:gd name="connsiteX18" fmla="*/ 160428 w 606579"/>
              <a:gd name="connsiteY18" fmla="*/ 524389 h 605592"/>
              <a:gd name="connsiteX19" fmla="*/ 171199 w 606579"/>
              <a:gd name="connsiteY19" fmla="*/ 527356 h 605592"/>
              <a:gd name="connsiteX20" fmla="*/ 303233 w 606579"/>
              <a:gd name="connsiteY20" fmla="*/ 563230 h 605592"/>
              <a:gd name="connsiteX21" fmla="*/ 487729 w 606579"/>
              <a:gd name="connsiteY21" fmla="*/ 486940 h 605592"/>
              <a:gd name="connsiteX22" fmla="*/ 564146 w 606579"/>
              <a:gd name="connsiteY22" fmla="*/ 302843 h 605592"/>
              <a:gd name="connsiteX23" fmla="*/ 487729 w 606579"/>
              <a:gd name="connsiteY23" fmla="*/ 118653 h 605592"/>
              <a:gd name="connsiteX24" fmla="*/ 303233 w 606579"/>
              <a:gd name="connsiteY24" fmla="*/ 42363 h 605592"/>
              <a:gd name="connsiteX25" fmla="*/ 303233 w 606579"/>
              <a:gd name="connsiteY25" fmla="*/ 0 h 605592"/>
              <a:gd name="connsiteX26" fmla="*/ 517720 w 606579"/>
              <a:gd name="connsiteY26" fmla="*/ 88619 h 605592"/>
              <a:gd name="connsiteX27" fmla="*/ 606579 w 606579"/>
              <a:gd name="connsiteY27" fmla="*/ 302843 h 605592"/>
              <a:gd name="connsiteX28" fmla="*/ 517813 w 606579"/>
              <a:gd name="connsiteY28" fmla="*/ 516881 h 605592"/>
              <a:gd name="connsiteX29" fmla="*/ 303233 w 606579"/>
              <a:gd name="connsiteY29" fmla="*/ 605592 h 605592"/>
              <a:gd name="connsiteX30" fmla="*/ 161728 w 606579"/>
              <a:gd name="connsiteY30" fmla="*/ 570738 h 605592"/>
              <a:gd name="connsiteX31" fmla="*/ 56899 w 606579"/>
              <a:gd name="connsiteY31" fmla="*/ 602626 h 605592"/>
              <a:gd name="connsiteX32" fmla="*/ 32293 w 606579"/>
              <a:gd name="connsiteY32" fmla="*/ 600772 h 605592"/>
              <a:gd name="connsiteX33" fmla="*/ 5366 w 606579"/>
              <a:gd name="connsiteY33" fmla="*/ 573890 h 605592"/>
              <a:gd name="connsiteX34" fmla="*/ 23008 w 606579"/>
              <a:gd name="connsiteY34" fmla="*/ 540241 h 605592"/>
              <a:gd name="connsiteX35" fmla="*/ 66834 w 606579"/>
              <a:gd name="connsiteY35" fmla="*/ 492687 h 605592"/>
              <a:gd name="connsiteX36" fmla="*/ 88747 w 606579"/>
              <a:gd name="connsiteY36" fmla="*/ 88712 h 605592"/>
              <a:gd name="connsiteX37" fmla="*/ 303233 w 606579"/>
              <a:gd name="connsiteY37"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579" h="605592">
                <a:moveTo>
                  <a:pt x="375636" y="232318"/>
                </a:moveTo>
                <a:cubicBezTo>
                  <a:pt x="381079" y="232318"/>
                  <a:pt x="386534" y="234380"/>
                  <a:pt x="390712" y="238504"/>
                </a:cubicBezTo>
                <a:cubicBezTo>
                  <a:pt x="398975" y="246845"/>
                  <a:pt x="398975" y="260284"/>
                  <a:pt x="390712" y="268533"/>
                </a:cubicBezTo>
                <a:lnTo>
                  <a:pt x="292110" y="366962"/>
                </a:lnTo>
                <a:cubicBezTo>
                  <a:pt x="288025" y="371040"/>
                  <a:pt x="282640" y="373079"/>
                  <a:pt x="277162" y="373079"/>
                </a:cubicBezTo>
                <a:cubicBezTo>
                  <a:pt x="271684" y="373079"/>
                  <a:pt x="266299" y="371040"/>
                  <a:pt x="262214" y="366962"/>
                </a:cubicBezTo>
                <a:lnTo>
                  <a:pt x="215512" y="320621"/>
                </a:lnTo>
                <a:cubicBezTo>
                  <a:pt x="207249" y="312279"/>
                  <a:pt x="207249" y="298840"/>
                  <a:pt x="215512" y="290592"/>
                </a:cubicBezTo>
                <a:cubicBezTo>
                  <a:pt x="223776" y="282250"/>
                  <a:pt x="237331" y="282250"/>
                  <a:pt x="245594" y="290592"/>
                </a:cubicBezTo>
                <a:lnTo>
                  <a:pt x="277069" y="321918"/>
                </a:lnTo>
                <a:lnTo>
                  <a:pt x="360630" y="238504"/>
                </a:lnTo>
                <a:cubicBezTo>
                  <a:pt x="364761" y="234380"/>
                  <a:pt x="370193" y="232318"/>
                  <a:pt x="375636" y="232318"/>
                </a:cubicBezTo>
                <a:close/>
                <a:moveTo>
                  <a:pt x="303233" y="42363"/>
                </a:moveTo>
                <a:cubicBezTo>
                  <a:pt x="233595" y="42363"/>
                  <a:pt x="168042" y="69431"/>
                  <a:pt x="118831" y="118653"/>
                </a:cubicBezTo>
                <a:cubicBezTo>
                  <a:pt x="21336" y="215800"/>
                  <a:pt x="16508" y="372551"/>
                  <a:pt x="107781" y="475260"/>
                </a:cubicBezTo>
                <a:cubicBezTo>
                  <a:pt x="113352" y="481378"/>
                  <a:pt x="114745" y="490184"/>
                  <a:pt x="111402" y="497692"/>
                </a:cubicBezTo>
                <a:cubicBezTo>
                  <a:pt x="99982" y="523833"/>
                  <a:pt x="85775" y="544597"/>
                  <a:pt x="68876" y="559614"/>
                </a:cubicBezTo>
                <a:cubicBezTo>
                  <a:pt x="89118" y="557946"/>
                  <a:pt x="118831" y="551086"/>
                  <a:pt x="147429" y="528839"/>
                </a:cubicBezTo>
                <a:cubicBezTo>
                  <a:pt x="151236" y="525872"/>
                  <a:pt x="155785" y="524389"/>
                  <a:pt x="160428" y="524389"/>
                </a:cubicBezTo>
                <a:cubicBezTo>
                  <a:pt x="164142" y="524389"/>
                  <a:pt x="167856" y="525409"/>
                  <a:pt x="171199" y="527356"/>
                </a:cubicBezTo>
                <a:cubicBezTo>
                  <a:pt x="211032" y="550901"/>
                  <a:pt x="256715" y="563230"/>
                  <a:pt x="303233" y="563230"/>
                </a:cubicBezTo>
                <a:cubicBezTo>
                  <a:pt x="372965" y="563230"/>
                  <a:pt x="438425" y="536162"/>
                  <a:pt x="487729" y="486940"/>
                </a:cubicBezTo>
                <a:cubicBezTo>
                  <a:pt x="537033" y="437810"/>
                  <a:pt x="564146" y="372366"/>
                  <a:pt x="564146" y="302843"/>
                </a:cubicBezTo>
                <a:cubicBezTo>
                  <a:pt x="564146" y="233227"/>
                  <a:pt x="537033" y="167875"/>
                  <a:pt x="487729" y="118653"/>
                </a:cubicBezTo>
                <a:cubicBezTo>
                  <a:pt x="438425" y="69431"/>
                  <a:pt x="372965" y="42363"/>
                  <a:pt x="303233" y="42363"/>
                </a:cubicBezTo>
                <a:close/>
                <a:moveTo>
                  <a:pt x="303233" y="0"/>
                </a:moveTo>
                <a:cubicBezTo>
                  <a:pt x="384200" y="0"/>
                  <a:pt x="460338" y="31517"/>
                  <a:pt x="517720" y="88619"/>
                </a:cubicBezTo>
                <a:cubicBezTo>
                  <a:pt x="575010" y="145813"/>
                  <a:pt x="606579" y="222010"/>
                  <a:pt x="606579" y="302843"/>
                </a:cubicBezTo>
                <a:cubicBezTo>
                  <a:pt x="606579" y="383767"/>
                  <a:pt x="575010" y="459779"/>
                  <a:pt x="517813" y="516881"/>
                </a:cubicBezTo>
                <a:cubicBezTo>
                  <a:pt x="460524" y="574075"/>
                  <a:pt x="384200" y="605592"/>
                  <a:pt x="303233" y="605592"/>
                </a:cubicBezTo>
                <a:cubicBezTo>
                  <a:pt x="253744" y="605592"/>
                  <a:pt x="205182" y="593634"/>
                  <a:pt x="161728" y="570738"/>
                </a:cubicBezTo>
                <a:cubicBezTo>
                  <a:pt x="120409" y="598362"/>
                  <a:pt x="78904" y="602626"/>
                  <a:pt x="56899" y="602626"/>
                </a:cubicBezTo>
                <a:cubicBezTo>
                  <a:pt x="48356" y="602626"/>
                  <a:pt x="40092" y="602070"/>
                  <a:pt x="32293" y="600772"/>
                </a:cubicBezTo>
                <a:cubicBezTo>
                  <a:pt x="18272" y="598733"/>
                  <a:pt x="7502" y="587794"/>
                  <a:pt x="5366" y="573890"/>
                </a:cubicBezTo>
                <a:cubicBezTo>
                  <a:pt x="3323" y="559985"/>
                  <a:pt x="10380" y="546451"/>
                  <a:pt x="23008" y="540241"/>
                </a:cubicBezTo>
                <a:cubicBezTo>
                  <a:pt x="40092" y="531805"/>
                  <a:pt x="54763" y="515861"/>
                  <a:pt x="66834" y="492687"/>
                </a:cubicBezTo>
                <a:cubicBezTo>
                  <a:pt x="-29639" y="373107"/>
                  <a:pt x="-21097" y="198373"/>
                  <a:pt x="88747" y="88712"/>
                </a:cubicBezTo>
                <a:cubicBezTo>
                  <a:pt x="146036" y="31517"/>
                  <a:pt x="222267" y="0"/>
                  <a:pt x="30323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 name="椭圆 25"/>
          <p:cNvSpPr/>
          <p:nvPr/>
        </p:nvSpPr>
        <p:spPr>
          <a:xfrm>
            <a:off x="11077731" y="5901698"/>
            <a:ext cx="418269" cy="4182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Oval 29"/>
          <p:cNvSpPr/>
          <p:nvPr/>
        </p:nvSpPr>
        <p:spPr>
          <a:xfrm>
            <a:off x="11184548" y="6013660"/>
            <a:ext cx="204634" cy="194343"/>
          </a:xfrm>
          <a:custGeom>
            <a:avLst/>
            <a:gdLst>
              <a:gd name="connsiteX0" fmla="*/ 303819 w 607639"/>
              <a:gd name="connsiteY0" fmla="*/ 288471 h 577084"/>
              <a:gd name="connsiteX1" fmla="*/ 331798 w 607639"/>
              <a:gd name="connsiteY1" fmla="*/ 316450 h 577084"/>
              <a:gd name="connsiteX2" fmla="*/ 303819 w 607639"/>
              <a:gd name="connsiteY2" fmla="*/ 344429 h 577084"/>
              <a:gd name="connsiteX3" fmla="*/ 275840 w 607639"/>
              <a:gd name="connsiteY3" fmla="*/ 316450 h 577084"/>
              <a:gd name="connsiteX4" fmla="*/ 303819 w 607639"/>
              <a:gd name="connsiteY4" fmla="*/ 288471 h 577084"/>
              <a:gd name="connsiteX5" fmla="*/ 303775 w 607639"/>
              <a:gd name="connsiteY5" fmla="*/ 126206 h 577084"/>
              <a:gd name="connsiteX6" fmla="*/ 260073 w 607639"/>
              <a:gd name="connsiteY6" fmla="*/ 214640 h 577084"/>
              <a:gd name="connsiteX7" fmla="*/ 247079 w 607639"/>
              <a:gd name="connsiteY7" fmla="*/ 241037 h 577084"/>
              <a:gd name="connsiteX8" fmla="*/ 217974 w 607639"/>
              <a:gd name="connsiteY8" fmla="*/ 245214 h 577084"/>
              <a:gd name="connsiteX9" fmla="*/ 120157 w 607639"/>
              <a:gd name="connsiteY9" fmla="*/ 259434 h 577084"/>
              <a:gd name="connsiteX10" fmla="*/ 190916 w 607639"/>
              <a:gd name="connsiteY10" fmla="*/ 328315 h 577084"/>
              <a:gd name="connsiteX11" fmla="*/ 212011 w 607639"/>
              <a:gd name="connsiteY11" fmla="*/ 348757 h 577084"/>
              <a:gd name="connsiteX12" fmla="*/ 207026 w 607639"/>
              <a:gd name="connsiteY12" fmla="*/ 377731 h 577084"/>
              <a:gd name="connsiteX13" fmla="*/ 190293 w 607639"/>
              <a:gd name="connsiteY13" fmla="*/ 474964 h 577084"/>
              <a:gd name="connsiteX14" fmla="*/ 277785 w 607639"/>
              <a:gd name="connsiteY14" fmla="*/ 429014 h 577084"/>
              <a:gd name="connsiteX15" fmla="*/ 303775 w 607639"/>
              <a:gd name="connsiteY15" fmla="*/ 415415 h 577084"/>
              <a:gd name="connsiteX16" fmla="*/ 329854 w 607639"/>
              <a:gd name="connsiteY16" fmla="*/ 429014 h 577084"/>
              <a:gd name="connsiteX17" fmla="*/ 417257 w 607639"/>
              <a:gd name="connsiteY17" fmla="*/ 474964 h 577084"/>
              <a:gd name="connsiteX18" fmla="*/ 400613 w 607639"/>
              <a:gd name="connsiteY18" fmla="*/ 377731 h 577084"/>
              <a:gd name="connsiteX19" fmla="*/ 395628 w 607639"/>
              <a:gd name="connsiteY19" fmla="*/ 348757 h 577084"/>
              <a:gd name="connsiteX20" fmla="*/ 416634 w 607639"/>
              <a:gd name="connsiteY20" fmla="*/ 328315 h 577084"/>
              <a:gd name="connsiteX21" fmla="*/ 487393 w 607639"/>
              <a:gd name="connsiteY21" fmla="*/ 259434 h 577084"/>
              <a:gd name="connsiteX22" fmla="*/ 389665 w 607639"/>
              <a:gd name="connsiteY22" fmla="*/ 245214 h 577084"/>
              <a:gd name="connsiteX23" fmla="*/ 360560 w 607639"/>
              <a:gd name="connsiteY23" fmla="*/ 241037 h 577084"/>
              <a:gd name="connsiteX24" fmla="*/ 347566 w 607639"/>
              <a:gd name="connsiteY24" fmla="*/ 214640 h 577084"/>
              <a:gd name="connsiteX25" fmla="*/ 303775 w 607639"/>
              <a:gd name="connsiteY25" fmla="*/ 0 h 577084"/>
              <a:gd name="connsiteX26" fmla="*/ 397676 w 607639"/>
              <a:gd name="connsiteY26" fmla="*/ 189932 h 577084"/>
              <a:gd name="connsiteX27" fmla="*/ 607639 w 607639"/>
              <a:gd name="connsiteY27" fmla="*/ 220417 h 577084"/>
              <a:gd name="connsiteX28" fmla="*/ 455707 w 607639"/>
              <a:gd name="connsiteY28" fmla="*/ 368310 h 577084"/>
              <a:gd name="connsiteX29" fmla="*/ 491576 w 607639"/>
              <a:gd name="connsiteY29" fmla="*/ 577084 h 577084"/>
              <a:gd name="connsiteX30" fmla="*/ 303775 w 607639"/>
              <a:gd name="connsiteY30" fmla="*/ 478519 h 577084"/>
              <a:gd name="connsiteX31" fmla="*/ 116063 w 607639"/>
              <a:gd name="connsiteY31" fmla="*/ 577084 h 577084"/>
              <a:gd name="connsiteX32" fmla="*/ 151932 w 607639"/>
              <a:gd name="connsiteY32" fmla="*/ 368310 h 577084"/>
              <a:gd name="connsiteX33" fmla="*/ 0 w 607639"/>
              <a:gd name="connsiteY33" fmla="*/ 220417 h 577084"/>
              <a:gd name="connsiteX34" fmla="*/ 209963 w 607639"/>
              <a:gd name="connsiteY34" fmla="*/ 189932 h 577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639" h="577084">
                <a:moveTo>
                  <a:pt x="303819" y="288471"/>
                </a:moveTo>
                <a:cubicBezTo>
                  <a:pt x="319271" y="288471"/>
                  <a:pt x="331798" y="300998"/>
                  <a:pt x="331798" y="316450"/>
                </a:cubicBezTo>
                <a:cubicBezTo>
                  <a:pt x="331798" y="331902"/>
                  <a:pt x="319271" y="344429"/>
                  <a:pt x="303819" y="344429"/>
                </a:cubicBezTo>
                <a:cubicBezTo>
                  <a:pt x="288367" y="344429"/>
                  <a:pt x="275840" y="331902"/>
                  <a:pt x="275840" y="316450"/>
                </a:cubicBezTo>
                <a:cubicBezTo>
                  <a:pt x="275840" y="300998"/>
                  <a:pt x="288367" y="288471"/>
                  <a:pt x="303819" y="288471"/>
                </a:cubicBezTo>
                <a:close/>
                <a:moveTo>
                  <a:pt x="303775" y="126206"/>
                </a:moveTo>
                <a:lnTo>
                  <a:pt x="260073" y="214640"/>
                </a:lnTo>
                <a:lnTo>
                  <a:pt x="247079" y="241037"/>
                </a:lnTo>
                <a:lnTo>
                  <a:pt x="217974" y="245214"/>
                </a:lnTo>
                <a:lnTo>
                  <a:pt x="120157" y="259434"/>
                </a:lnTo>
                <a:lnTo>
                  <a:pt x="190916" y="328315"/>
                </a:lnTo>
                <a:lnTo>
                  <a:pt x="212011" y="348757"/>
                </a:lnTo>
                <a:lnTo>
                  <a:pt x="207026" y="377731"/>
                </a:lnTo>
                <a:lnTo>
                  <a:pt x="190293" y="474964"/>
                </a:lnTo>
                <a:lnTo>
                  <a:pt x="277785" y="429014"/>
                </a:lnTo>
                <a:lnTo>
                  <a:pt x="303775" y="415415"/>
                </a:lnTo>
                <a:lnTo>
                  <a:pt x="329854" y="429014"/>
                </a:lnTo>
                <a:lnTo>
                  <a:pt x="417257" y="474964"/>
                </a:lnTo>
                <a:lnTo>
                  <a:pt x="400613" y="377731"/>
                </a:lnTo>
                <a:lnTo>
                  <a:pt x="395628" y="348757"/>
                </a:lnTo>
                <a:lnTo>
                  <a:pt x="416634" y="328315"/>
                </a:lnTo>
                <a:lnTo>
                  <a:pt x="487393" y="259434"/>
                </a:lnTo>
                <a:lnTo>
                  <a:pt x="389665" y="245214"/>
                </a:lnTo>
                <a:lnTo>
                  <a:pt x="360560" y="241037"/>
                </a:lnTo>
                <a:lnTo>
                  <a:pt x="347566" y="214640"/>
                </a:lnTo>
                <a:close/>
                <a:moveTo>
                  <a:pt x="303775" y="0"/>
                </a:moveTo>
                <a:lnTo>
                  <a:pt x="397676" y="189932"/>
                </a:lnTo>
                <a:lnTo>
                  <a:pt x="607639" y="220417"/>
                </a:lnTo>
                <a:lnTo>
                  <a:pt x="455707" y="368310"/>
                </a:lnTo>
                <a:lnTo>
                  <a:pt x="491576" y="577084"/>
                </a:lnTo>
                <a:lnTo>
                  <a:pt x="303775" y="478519"/>
                </a:lnTo>
                <a:lnTo>
                  <a:pt x="116063" y="577084"/>
                </a:lnTo>
                <a:lnTo>
                  <a:pt x="151932" y="368310"/>
                </a:lnTo>
                <a:lnTo>
                  <a:pt x="0" y="220417"/>
                </a:lnTo>
                <a:lnTo>
                  <a:pt x="209963" y="18993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17986810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47"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anim calcmode="lin" valueType="num">
                                      <p:cBhvr>
                                        <p:cTn id="12" dur="500" fill="hold"/>
                                        <p:tgtEl>
                                          <p:spTgt spid="16"/>
                                        </p:tgtEl>
                                        <p:attrNameLst>
                                          <p:attrName>ppt_x</p:attrName>
                                        </p:attrNameLst>
                                      </p:cBhvr>
                                      <p:tavLst>
                                        <p:tav tm="0">
                                          <p:val>
                                            <p:strVal val="#ppt_x"/>
                                          </p:val>
                                        </p:tav>
                                        <p:tav tm="100000">
                                          <p:val>
                                            <p:strVal val="#ppt_x"/>
                                          </p:val>
                                        </p:tav>
                                      </p:tavLst>
                                    </p:anim>
                                    <p:anim calcmode="lin" valueType="num">
                                      <p:cBhvr>
                                        <p:cTn id="13" dur="500" fill="hold"/>
                                        <p:tgtEl>
                                          <p:spTgt spid="16"/>
                                        </p:tgtEl>
                                        <p:attrNameLst>
                                          <p:attrName>ppt_y</p:attrName>
                                        </p:attrNameLst>
                                      </p:cBhvr>
                                      <p:tavLst>
                                        <p:tav tm="0">
                                          <p:val>
                                            <p:strVal val="#ppt_y-.1"/>
                                          </p:val>
                                        </p:tav>
                                        <p:tav tm="100000">
                                          <p:val>
                                            <p:strVal val="#ppt_y"/>
                                          </p:val>
                                        </p:tav>
                                      </p:tavLst>
                                    </p:anim>
                                  </p:childTnLst>
                                </p:cTn>
                              </p:par>
                            </p:childTnLst>
                          </p:cTn>
                        </p:par>
                        <p:par>
                          <p:cTn id="14" fill="hold">
                            <p:stCondLst>
                              <p:cond delay="500"/>
                            </p:stCondLst>
                            <p:childTnLst>
                              <p:par>
                                <p:cTn id="15" presetID="2" presetClass="entr" presetSubtype="1"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0-#ppt_h/2"/>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anim calcmode="lin" valueType="num">
                                      <p:cBhvr>
                                        <p:cTn id="22" dur="500" fill="hold"/>
                                        <p:tgtEl>
                                          <p:spTgt spid="17"/>
                                        </p:tgtEl>
                                        <p:attrNameLst>
                                          <p:attrName>ppt_x</p:attrName>
                                        </p:attrNameLst>
                                      </p:cBhvr>
                                      <p:tavLst>
                                        <p:tav tm="0">
                                          <p:val>
                                            <p:strVal val="#ppt_x"/>
                                          </p:val>
                                        </p:tav>
                                        <p:tav tm="100000">
                                          <p:val>
                                            <p:strVal val="#ppt_x"/>
                                          </p:val>
                                        </p:tav>
                                      </p:tavLst>
                                    </p:anim>
                                    <p:anim calcmode="lin" valueType="num">
                                      <p:cBhvr>
                                        <p:cTn id="23" dur="500" fill="hold"/>
                                        <p:tgtEl>
                                          <p:spTgt spid="17"/>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 presetClass="entr" presetSubtype="2"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1+#ppt_w/2"/>
                                          </p:val>
                                        </p:tav>
                                        <p:tav tm="100000">
                                          <p:val>
                                            <p:strVal val="#ppt_x"/>
                                          </p:val>
                                        </p:tav>
                                      </p:tavLst>
                                    </p:anim>
                                    <p:anim calcmode="lin" valueType="num">
                                      <p:cBhvr additive="base">
                                        <p:cTn id="28" dur="500" fill="hold"/>
                                        <p:tgtEl>
                                          <p:spTgt spid="18"/>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0-#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0-#ppt_w/2"/>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par>
                                <p:cTn id="37" presetID="53" presetClass="entr" presetSubtype="16"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p:cTn id="39" dur="500" fill="hold"/>
                                        <p:tgtEl>
                                          <p:spTgt spid="24"/>
                                        </p:tgtEl>
                                        <p:attrNameLst>
                                          <p:attrName>ppt_w</p:attrName>
                                        </p:attrNameLst>
                                      </p:cBhvr>
                                      <p:tavLst>
                                        <p:tav tm="0">
                                          <p:val>
                                            <p:fltVal val="0"/>
                                          </p:val>
                                        </p:tav>
                                        <p:tav tm="100000">
                                          <p:val>
                                            <p:strVal val="#ppt_w"/>
                                          </p:val>
                                        </p:tav>
                                      </p:tavLst>
                                    </p:anim>
                                    <p:anim calcmode="lin" valueType="num">
                                      <p:cBhvr>
                                        <p:cTn id="40" dur="500" fill="hold"/>
                                        <p:tgtEl>
                                          <p:spTgt spid="24"/>
                                        </p:tgtEl>
                                        <p:attrNameLst>
                                          <p:attrName>ppt_h</p:attrName>
                                        </p:attrNameLst>
                                      </p:cBhvr>
                                      <p:tavLst>
                                        <p:tav tm="0">
                                          <p:val>
                                            <p:fltVal val="0"/>
                                          </p:val>
                                        </p:tav>
                                        <p:tav tm="100000">
                                          <p:val>
                                            <p:strVal val="#ppt_h"/>
                                          </p:val>
                                        </p:tav>
                                      </p:tavLst>
                                    </p:anim>
                                    <p:animEffect transition="in" filter="fade">
                                      <p:cBhvr>
                                        <p:cTn id="41" dur="500"/>
                                        <p:tgtEl>
                                          <p:spTgt spid="24"/>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p:cTn id="44" dur="500" fill="hold"/>
                                        <p:tgtEl>
                                          <p:spTgt spid="25"/>
                                        </p:tgtEl>
                                        <p:attrNameLst>
                                          <p:attrName>ppt_w</p:attrName>
                                        </p:attrNameLst>
                                      </p:cBhvr>
                                      <p:tavLst>
                                        <p:tav tm="0">
                                          <p:val>
                                            <p:fltVal val="0"/>
                                          </p:val>
                                        </p:tav>
                                        <p:tav tm="100000">
                                          <p:val>
                                            <p:strVal val="#ppt_w"/>
                                          </p:val>
                                        </p:tav>
                                      </p:tavLst>
                                    </p:anim>
                                    <p:anim calcmode="lin" valueType="num">
                                      <p:cBhvr>
                                        <p:cTn id="45" dur="500" fill="hold"/>
                                        <p:tgtEl>
                                          <p:spTgt spid="25"/>
                                        </p:tgtEl>
                                        <p:attrNameLst>
                                          <p:attrName>ppt_h</p:attrName>
                                        </p:attrNameLst>
                                      </p:cBhvr>
                                      <p:tavLst>
                                        <p:tav tm="0">
                                          <p:val>
                                            <p:fltVal val="0"/>
                                          </p:val>
                                        </p:tav>
                                        <p:tav tm="100000">
                                          <p:val>
                                            <p:strVal val="#ppt_h"/>
                                          </p:val>
                                        </p:tav>
                                      </p:tavLst>
                                    </p:anim>
                                    <p:animEffect transition="in" filter="fade">
                                      <p:cBhvr>
                                        <p:cTn id="46" dur="500"/>
                                        <p:tgtEl>
                                          <p:spTgt spid="25"/>
                                        </p:tgtEl>
                                      </p:cBhvr>
                                    </p:animEffect>
                                  </p:childTnLst>
                                </p:cTn>
                              </p:par>
                            </p:childTnLst>
                          </p:cTn>
                        </p:par>
                        <p:par>
                          <p:cTn id="47" fill="hold">
                            <p:stCondLst>
                              <p:cond delay="1500"/>
                            </p:stCondLst>
                            <p:childTnLst>
                              <p:par>
                                <p:cTn id="48" presetID="2" presetClass="entr" presetSubtype="2"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1+#ppt_w/2"/>
                                          </p:val>
                                        </p:tav>
                                        <p:tav tm="100000">
                                          <p:val>
                                            <p:strVal val="#ppt_x"/>
                                          </p:val>
                                        </p:tav>
                                      </p:tavLst>
                                    </p:anim>
                                    <p:anim calcmode="lin" valueType="num">
                                      <p:cBhvr additive="base">
                                        <p:cTn id="51" dur="500" fill="hold"/>
                                        <p:tgtEl>
                                          <p:spTgt spid="19"/>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 calcmode="lin" valueType="num">
                                      <p:cBhvr additive="base">
                                        <p:cTn id="54" dur="500" fill="hold"/>
                                        <p:tgtEl>
                                          <p:spTgt spid="22"/>
                                        </p:tgtEl>
                                        <p:attrNameLst>
                                          <p:attrName>ppt_x</p:attrName>
                                        </p:attrNameLst>
                                      </p:cBhvr>
                                      <p:tavLst>
                                        <p:tav tm="0">
                                          <p:val>
                                            <p:strVal val="0-#ppt_w/2"/>
                                          </p:val>
                                        </p:tav>
                                        <p:tav tm="100000">
                                          <p:val>
                                            <p:strVal val="#ppt_x"/>
                                          </p:val>
                                        </p:tav>
                                      </p:tavLst>
                                    </p:anim>
                                    <p:anim calcmode="lin" valueType="num">
                                      <p:cBhvr additive="base">
                                        <p:cTn id="55" dur="500" fill="hold"/>
                                        <p:tgtEl>
                                          <p:spTgt spid="22"/>
                                        </p:tgtEl>
                                        <p:attrNameLst>
                                          <p:attrName>ppt_y</p:attrName>
                                        </p:attrNameLst>
                                      </p:cBhvr>
                                      <p:tavLst>
                                        <p:tav tm="0">
                                          <p:val>
                                            <p:strVal val="#ppt_y"/>
                                          </p:val>
                                        </p:tav>
                                        <p:tav tm="100000">
                                          <p:val>
                                            <p:strVal val="#ppt_y"/>
                                          </p:val>
                                        </p:tav>
                                      </p:tavLst>
                                    </p:anim>
                                  </p:childTnLst>
                                </p:cTn>
                              </p:par>
                              <p:par>
                                <p:cTn id="56" presetID="2" presetClass="entr" presetSubtype="8"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 calcmode="lin" valueType="num">
                                      <p:cBhvr additive="base">
                                        <p:cTn id="58" dur="500" fill="hold"/>
                                        <p:tgtEl>
                                          <p:spTgt spid="23"/>
                                        </p:tgtEl>
                                        <p:attrNameLst>
                                          <p:attrName>ppt_x</p:attrName>
                                        </p:attrNameLst>
                                      </p:cBhvr>
                                      <p:tavLst>
                                        <p:tav tm="0">
                                          <p:val>
                                            <p:strVal val="0-#ppt_w/2"/>
                                          </p:val>
                                        </p:tav>
                                        <p:tav tm="100000">
                                          <p:val>
                                            <p:strVal val="#ppt_x"/>
                                          </p:val>
                                        </p:tav>
                                      </p:tavLst>
                                    </p:anim>
                                    <p:anim calcmode="lin" valueType="num">
                                      <p:cBhvr additive="base">
                                        <p:cTn id="59" dur="500" fill="hold"/>
                                        <p:tgtEl>
                                          <p:spTgt spid="23"/>
                                        </p:tgtEl>
                                        <p:attrNameLst>
                                          <p:attrName>ppt_y</p:attrName>
                                        </p:attrNameLst>
                                      </p:cBhvr>
                                      <p:tavLst>
                                        <p:tav tm="0">
                                          <p:val>
                                            <p:strVal val="#ppt_y"/>
                                          </p:val>
                                        </p:tav>
                                        <p:tav tm="100000">
                                          <p:val>
                                            <p:strVal val="#ppt_y"/>
                                          </p:val>
                                        </p:tav>
                                      </p:tavLst>
                                    </p:anim>
                                  </p:childTnLst>
                                </p:cTn>
                              </p:par>
                              <p:par>
                                <p:cTn id="60" presetID="53" presetClass="entr" presetSubtype="16"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p:cTn id="62" dur="500" fill="hold"/>
                                        <p:tgtEl>
                                          <p:spTgt spid="26"/>
                                        </p:tgtEl>
                                        <p:attrNameLst>
                                          <p:attrName>ppt_w</p:attrName>
                                        </p:attrNameLst>
                                      </p:cBhvr>
                                      <p:tavLst>
                                        <p:tav tm="0">
                                          <p:val>
                                            <p:fltVal val="0"/>
                                          </p:val>
                                        </p:tav>
                                        <p:tav tm="100000">
                                          <p:val>
                                            <p:strVal val="#ppt_w"/>
                                          </p:val>
                                        </p:tav>
                                      </p:tavLst>
                                    </p:anim>
                                    <p:anim calcmode="lin" valueType="num">
                                      <p:cBhvr>
                                        <p:cTn id="63" dur="500" fill="hold"/>
                                        <p:tgtEl>
                                          <p:spTgt spid="26"/>
                                        </p:tgtEl>
                                        <p:attrNameLst>
                                          <p:attrName>ppt_h</p:attrName>
                                        </p:attrNameLst>
                                      </p:cBhvr>
                                      <p:tavLst>
                                        <p:tav tm="0">
                                          <p:val>
                                            <p:fltVal val="0"/>
                                          </p:val>
                                        </p:tav>
                                        <p:tav tm="100000">
                                          <p:val>
                                            <p:strVal val="#ppt_h"/>
                                          </p:val>
                                        </p:tav>
                                      </p:tavLst>
                                    </p:anim>
                                    <p:animEffect transition="in" filter="fade">
                                      <p:cBhvr>
                                        <p:cTn id="64" dur="500"/>
                                        <p:tgtEl>
                                          <p:spTgt spid="26"/>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 calcmode="lin" valueType="num">
                                      <p:cBhvr>
                                        <p:cTn id="67" dur="500" fill="hold"/>
                                        <p:tgtEl>
                                          <p:spTgt spid="27"/>
                                        </p:tgtEl>
                                        <p:attrNameLst>
                                          <p:attrName>ppt_w</p:attrName>
                                        </p:attrNameLst>
                                      </p:cBhvr>
                                      <p:tavLst>
                                        <p:tav tm="0">
                                          <p:val>
                                            <p:fltVal val="0"/>
                                          </p:val>
                                        </p:tav>
                                        <p:tav tm="100000">
                                          <p:val>
                                            <p:strVal val="#ppt_w"/>
                                          </p:val>
                                        </p:tav>
                                      </p:tavLst>
                                    </p:anim>
                                    <p:anim calcmode="lin" valueType="num">
                                      <p:cBhvr>
                                        <p:cTn id="68" dur="500" fill="hold"/>
                                        <p:tgtEl>
                                          <p:spTgt spid="27"/>
                                        </p:tgtEl>
                                        <p:attrNameLst>
                                          <p:attrName>ppt_h</p:attrName>
                                        </p:attrNameLst>
                                      </p:cBhvr>
                                      <p:tavLst>
                                        <p:tav tm="0">
                                          <p:val>
                                            <p:fltVal val="0"/>
                                          </p:val>
                                        </p:tav>
                                        <p:tav tm="100000">
                                          <p:val>
                                            <p:strVal val="#ppt_h"/>
                                          </p:val>
                                        </p:tav>
                                      </p:tavLst>
                                    </p:anim>
                                    <p:animEffect transition="in" filter="fade">
                                      <p:cBhvr>
                                        <p:cTn id="6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0" grpId="0"/>
      <p:bldP spid="21" grpId="0"/>
      <p:bldP spid="22" grpId="0"/>
      <p:bldP spid="23" grpId="0"/>
      <p:bldP spid="24" grpId="0" animBg="1"/>
      <p:bldP spid="25" grpId="0" animBg="1"/>
      <p:bldP spid="26"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企业经营</a:t>
            </a:r>
            <a:r>
              <a:rPr lang="zh-CN" altLang="en-US" dirty="0"/>
              <a:t>理念</a:t>
            </a:r>
          </a:p>
        </p:txBody>
      </p:sp>
      <p:sp>
        <p:nvSpPr>
          <p:cNvPr id="3" name="文本占位符 2"/>
          <p:cNvSpPr>
            <a:spLocks noGrp="1"/>
          </p:cNvSpPr>
          <p:nvPr>
            <p:ph type="body" sz="quarter" idx="10"/>
          </p:nvPr>
        </p:nvSpPr>
        <p:spPr/>
        <p:txBody>
          <a:bodyPr/>
          <a:lstStyle/>
          <a:p>
            <a:r>
              <a:rPr lang="en-US" altLang="zh-CN" dirty="0" smtClean="0"/>
              <a:t>BUSINESS PHILOSOPHY</a:t>
            </a:r>
            <a:endParaRPr lang="zh-CN" altLang="en-US" dirty="0"/>
          </a:p>
        </p:txBody>
      </p:sp>
      <p:sp>
        <p:nvSpPr>
          <p:cNvPr id="4" name="椭圆 3"/>
          <p:cNvSpPr/>
          <p:nvPr/>
        </p:nvSpPr>
        <p:spPr>
          <a:xfrm>
            <a:off x="696000" y="4353888"/>
            <a:ext cx="470263" cy="4702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4005" y="1471749"/>
            <a:ext cx="2472730" cy="5079452"/>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4770" y="1471749"/>
            <a:ext cx="2479529" cy="2479529"/>
          </a:xfrm>
          <a:prstGeom prst="rect">
            <a:avLst/>
          </a:prstGeom>
        </p:spPr>
      </p:pic>
      <p:sp>
        <p:nvSpPr>
          <p:cNvPr id="7" name="矩形 6"/>
          <p:cNvSpPr/>
          <p:nvPr/>
        </p:nvSpPr>
        <p:spPr>
          <a:xfrm>
            <a:off x="9016470" y="4070801"/>
            <a:ext cx="2479529" cy="24804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8" name="Subtitle 2"/>
          <p:cNvSpPr txBox="1">
            <a:spLocks/>
          </p:cNvSpPr>
          <p:nvPr/>
        </p:nvSpPr>
        <p:spPr>
          <a:xfrm>
            <a:off x="9199861" y="4547018"/>
            <a:ext cx="1984983" cy="307777"/>
          </a:xfrm>
          <a:prstGeom prst="rect">
            <a:avLst/>
          </a:prstGeom>
        </p:spPr>
        <p:txBody>
          <a:bodyPr vert="horz" wrap="square" lIns="0" tIns="0" rIns="0" bIns="0" rtlCol="0" anchor="t" anchorCtr="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spcBef>
                <a:spcPts val="0"/>
              </a:spcBef>
            </a:pPr>
            <a:r>
              <a:rPr lang="en-US" altLang="zh-CN" sz="2000" b="1" dirty="0">
                <a:solidFill>
                  <a:schemeClr val="accent1"/>
                </a:solidFill>
                <a:cs typeface="+mn-ea"/>
                <a:sym typeface="+mn-lt"/>
              </a:rPr>
              <a:t>KEY WORD</a:t>
            </a:r>
            <a:endParaRPr lang="en-US" sz="2000" b="1" dirty="0">
              <a:solidFill>
                <a:schemeClr val="accent1"/>
              </a:solidFill>
              <a:cs typeface="+mn-ea"/>
              <a:sym typeface="+mn-lt"/>
            </a:endParaRPr>
          </a:p>
        </p:txBody>
      </p:sp>
      <p:sp>
        <p:nvSpPr>
          <p:cNvPr id="9" name="Subtitle 2"/>
          <p:cNvSpPr txBox="1">
            <a:spLocks/>
          </p:cNvSpPr>
          <p:nvPr/>
        </p:nvSpPr>
        <p:spPr>
          <a:xfrm>
            <a:off x="9199861" y="4922602"/>
            <a:ext cx="1984983" cy="646331"/>
          </a:xfrm>
          <a:prstGeom prst="rect">
            <a:avLst/>
          </a:prstGeom>
        </p:spPr>
        <p:txBody>
          <a:bodyPr vert="horz" wrap="square" lIns="0" tIns="0" rIns="0" bIns="0" rtlCol="0" anchor="t" anchorCtr="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ct val="150000"/>
              </a:lnSpc>
              <a:spcBef>
                <a:spcPts val="0"/>
              </a:spcBef>
            </a:pPr>
            <a:r>
              <a:rPr lang="zh-CN" altLang="en-US" sz="1400" dirty="0">
                <a:solidFill>
                  <a:schemeClr val="accent1"/>
                </a:solidFill>
                <a:cs typeface="+mn-ea"/>
                <a:sym typeface="+mn-lt"/>
              </a:rPr>
              <a:t>点击此处输入与此小标题或图形相关的</a:t>
            </a:r>
            <a:r>
              <a:rPr lang="zh-CN" altLang="en-US" sz="1400" dirty="0" smtClean="0">
                <a:solidFill>
                  <a:schemeClr val="accent1"/>
                </a:solidFill>
                <a:cs typeface="+mn-ea"/>
                <a:sym typeface="+mn-lt"/>
              </a:rPr>
              <a:t>文字</a:t>
            </a:r>
            <a:endParaRPr lang="en-US" sz="1400" dirty="0">
              <a:solidFill>
                <a:schemeClr val="accent1"/>
              </a:solidFill>
              <a:cs typeface="+mn-ea"/>
              <a:sym typeface="+mn-lt"/>
            </a:endParaRPr>
          </a:p>
        </p:txBody>
      </p:sp>
      <p:sp>
        <p:nvSpPr>
          <p:cNvPr id="10" name="planet_231048">
            <a:extLst>
              <a:ext uri="{FF2B5EF4-FFF2-40B4-BE49-F238E27FC236}">
                <a16:creationId xmlns:p14="http://schemas.microsoft.com/office/powerpoint/2010/main" xmlns:a16="http://schemas.microsoft.com/office/drawing/2014/main" xmlns="" id="{54405246-CCE2-4201-BBB1-D3F3EB6E740D}"/>
              </a:ext>
            </a:extLst>
          </p:cNvPr>
          <p:cNvSpPr/>
          <p:nvPr/>
        </p:nvSpPr>
        <p:spPr>
          <a:xfrm>
            <a:off x="9199861" y="6045150"/>
            <a:ext cx="257648" cy="257253"/>
          </a:xfrm>
          <a:custGeom>
            <a:avLst/>
            <a:gdLst>
              <a:gd name="connsiteX0" fmla="*/ 424568 w 607645"/>
              <a:gd name="connsiteY0" fmla="*/ 263497 h 606713"/>
              <a:gd name="connsiteX1" fmla="*/ 401782 w 607645"/>
              <a:gd name="connsiteY1" fmla="*/ 272917 h 606713"/>
              <a:gd name="connsiteX2" fmla="*/ 392347 w 607645"/>
              <a:gd name="connsiteY2" fmla="*/ 295579 h 606713"/>
              <a:gd name="connsiteX3" fmla="*/ 424568 w 607645"/>
              <a:gd name="connsiteY3" fmla="*/ 327750 h 606713"/>
              <a:gd name="connsiteX4" fmla="*/ 456701 w 607645"/>
              <a:gd name="connsiteY4" fmla="*/ 295579 h 606713"/>
              <a:gd name="connsiteX5" fmla="*/ 424568 w 607645"/>
              <a:gd name="connsiteY5" fmla="*/ 263497 h 606713"/>
              <a:gd name="connsiteX6" fmla="*/ 563790 w 607645"/>
              <a:gd name="connsiteY6" fmla="*/ 219212 h 606713"/>
              <a:gd name="connsiteX7" fmla="*/ 501577 w 607645"/>
              <a:gd name="connsiteY7" fmla="*/ 500752 h 606713"/>
              <a:gd name="connsiteX8" fmla="*/ 219617 w 607645"/>
              <a:gd name="connsiteY8" fmla="*/ 562873 h 606713"/>
              <a:gd name="connsiteX9" fmla="*/ 401983 w 607645"/>
              <a:gd name="connsiteY9" fmla="*/ 404506 h 606713"/>
              <a:gd name="connsiteX10" fmla="*/ 424590 w 607645"/>
              <a:gd name="connsiteY10" fmla="*/ 406817 h 606713"/>
              <a:gd name="connsiteX11" fmla="*/ 503357 w 607645"/>
              <a:gd name="connsiteY11" fmla="*/ 374201 h 606713"/>
              <a:gd name="connsiteX12" fmla="*/ 536021 w 607645"/>
              <a:gd name="connsiteY12" fmla="*/ 295551 h 606713"/>
              <a:gd name="connsiteX13" fmla="*/ 530859 w 607645"/>
              <a:gd name="connsiteY13" fmla="*/ 262047 h 606713"/>
              <a:gd name="connsiteX14" fmla="*/ 563790 w 607645"/>
              <a:gd name="connsiteY14" fmla="*/ 219212 h 606713"/>
              <a:gd name="connsiteX15" fmla="*/ 567694 w 607645"/>
              <a:gd name="connsiteY15" fmla="*/ 39900 h 606713"/>
              <a:gd name="connsiteX16" fmla="*/ 527819 w 607645"/>
              <a:gd name="connsiteY16" fmla="*/ 50386 h 606713"/>
              <a:gd name="connsiteX17" fmla="*/ 461596 w 607645"/>
              <a:gd name="connsiteY17" fmla="*/ 88956 h 606713"/>
              <a:gd name="connsiteX18" fmla="*/ 492749 w 607645"/>
              <a:gd name="connsiteY18" fmla="*/ 113395 h 606713"/>
              <a:gd name="connsiteX19" fmla="*/ 440056 w 607645"/>
              <a:gd name="connsiteY19" fmla="*/ 185380 h 606713"/>
              <a:gd name="connsiteX20" fmla="*/ 424568 w 607645"/>
              <a:gd name="connsiteY20" fmla="*/ 184313 h 606713"/>
              <a:gd name="connsiteX21" fmla="*/ 345796 w 607645"/>
              <a:gd name="connsiteY21" fmla="*/ 216929 h 606713"/>
              <a:gd name="connsiteX22" fmla="*/ 313130 w 607645"/>
              <a:gd name="connsiteY22" fmla="*/ 295579 h 606713"/>
              <a:gd name="connsiteX23" fmla="*/ 316334 w 607645"/>
              <a:gd name="connsiteY23" fmla="*/ 322062 h 606713"/>
              <a:gd name="connsiteX24" fmla="*/ 122651 w 607645"/>
              <a:gd name="connsiteY24" fmla="*/ 485938 h 606713"/>
              <a:gd name="connsiteX25" fmla="*/ 113572 w 607645"/>
              <a:gd name="connsiteY25" fmla="*/ 491981 h 606713"/>
              <a:gd name="connsiteX26" fmla="*/ 89095 w 607645"/>
              <a:gd name="connsiteY26" fmla="*/ 460877 h 606713"/>
              <a:gd name="connsiteX27" fmla="*/ 50465 w 607645"/>
              <a:gd name="connsiteY27" fmla="*/ 526996 h 606713"/>
              <a:gd name="connsiteX28" fmla="*/ 39962 w 607645"/>
              <a:gd name="connsiteY28" fmla="*/ 566810 h 606713"/>
              <a:gd name="connsiteX29" fmla="*/ 144814 w 607645"/>
              <a:gd name="connsiteY29" fmla="*/ 518731 h 606713"/>
              <a:gd name="connsiteX30" fmla="*/ 347487 w 607645"/>
              <a:gd name="connsiteY30" fmla="*/ 346946 h 606713"/>
              <a:gd name="connsiteX31" fmla="*/ 362529 w 607645"/>
              <a:gd name="connsiteY31" fmla="*/ 331749 h 606713"/>
              <a:gd name="connsiteX32" fmla="*/ 352738 w 607645"/>
              <a:gd name="connsiteY32" fmla="*/ 295579 h 606713"/>
              <a:gd name="connsiteX33" fmla="*/ 424568 w 607645"/>
              <a:gd name="connsiteY33" fmla="*/ 223861 h 606713"/>
              <a:gd name="connsiteX34" fmla="*/ 454386 w 607645"/>
              <a:gd name="connsiteY34" fmla="*/ 230437 h 606713"/>
              <a:gd name="connsiteX35" fmla="*/ 544018 w 607645"/>
              <a:gd name="connsiteY35" fmla="*/ 105397 h 606713"/>
              <a:gd name="connsiteX36" fmla="*/ 567694 w 607645"/>
              <a:gd name="connsiteY36" fmla="*/ 39900 h 606713"/>
              <a:gd name="connsiteX37" fmla="*/ 553253 w 607645"/>
              <a:gd name="connsiteY37" fmla="*/ 819 h 606713"/>
              <a:gd name="connsiteX38" fmla="*/ 595910 w 607645"/>
              <a:gd name="connsiteY38" fmla="*/ 11817 h 606713"/>
              <a:gd name="connsiteX39" fmla="*/ 582559 w 607645"/>
              <a:gd name="connsiteY39" fmla="*/ 117661 h 606713"/>
              <a:gd name="connsiteX40" fmla="*/ 484471 w 607645"/>
              <a:gd name="connsiteY40" fmla="*/ 256209 h 606713"/>
              <a:gd name="connsiteX41" fmla="*/ 496398 w 607645"/>
              <a:gd name="connsiteY41" fmla="*/ 295579 h 606713"/>
              <a:gd name="connsiteX42" fmla="*/ 475303 w 607645"/>
              <a:gd name="connsiteY42" fmla="*/ 346235 h 606713"/>
              <a:gd name="connsiteX43" fmla="*/ 424568 w 607645"/>
              <a:gd name="connsiteY43" fmla="*/ 367297 h 606713"/>
              <a:gd name="connsiteX44" fmla="*/ 391190 w 607645"/>
              <a:gd name="connsiteY44" fmla="*/ 359032 h 606713"/>
              <a:gd name="connsiteX45" fmla="*/ 375525 w 607645"/>
              <a:gd name="connsiteY45" fmla="*/ 374940 h 606713"/>
              <a:gd name="connsiteX46" fmla="*/ 158878 w 607645"/>
              <a:gd name="connsiteY46" fmla="*/ 556945 h 606713"/>
              <a:gd name="connsiteX47" fmla="*/ 76545 w 607645"/>
              <a:gd name="connsiteY47" fmla="*/ 600314 h 606713"/>
              <a:gd name="connsiteX48" fmla="*/ 11835 w 607645"/>
              <a:gd name="connsiteY48" fmla="*/ 594982 h 606713"/>
              <a:gd name="connsiteX49" fmla="*/ 11568 w 607645"/>
              <a:gd name="connsiteY49" fmla="*/ 517131 h 606713"/>
              <a:gd name="connsiteX50" fmla="*/ 67555 w 607645"/>
              <a:gd name="connsiteY50" fmla="*/ 422485 h 606713"/>
              <a:gd name="connsiteX51" fmla="*/ 121939 w 607645"/>
              <a:gd name="connsiteY51" fmla="*/ 121749 h 606713"/>
              <a:gd name="connsiteX52" fmla="*/ 423144 w 607645"/>
              <a:gd name="connsiteY52" fmla="*/ 67450 h 606713"/>
              <a:gd name="connsiteX53" fmla="*/ 517939 w 607645"/>
              <a:gd name="connsiteY53" fmla="*/ 11550 h 606713"/>
              <a:gd name="connsiteX54" fmla="*/ 553253 w 607645"/>
              <a:gd name="connsiteY54" fmla="*/ 819 h 606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7645" h="606713">
                <a:moveTo>
                  <a:pt x="424568" y="263497"/>
                </a:moveTo>
                <a:cubicBezTo>
                  <a:pt x="415668" y="263497"/>
                  <a:pt x="407657" y="267051"/>
                  <a:pt x="401782" y="272917"/>
                </a:cubicBezTo>
                <a:cubicBezTo>
                  <a:pt x="395997" y="278693"/>
                  <a:pt x="392347" y="286781"/>
                  <a:pt x="392347" y="295579"/>
                </a:cubicBezTo>
                <a:cubicBezTo>
                  <a:pt x="392347" y="313353"/>
                  <a:pt x="406767" y="327750"/>
                  <a:pt x="424568" y="327750"/>
                </a:cubicBezTo>
                <a:cubicBezTo>
                  <a:pt x="442281" y="327750"/>
                  <a:pt x="456701" y="313353"/>
                  <a:pt x="456701" y="295579"/>
                </a:cubicBezTo>
                <a:cubicBezTo>
                  <a:pt x="456701" y="277894"/>
                  <a:pt x="442281" y="263497"/>
                  <a:pt x="424568" y="263497"/>
                </a:cubicBezTo>
                <a:close/>
                <a:moveTo>
                  <a:pt x="563790" y="219212"/>
                </a:moveTo>
                <a:cubicBezTo>
                  <a:pt x="598412" y="314125"/>
                  <a:pt x="577674" y="424768"/>
                  <a:pt x="501577" y="500752"/>
                </a:cubicBezTo>
                <a:cubicBezTo>
                  <a:pt x="425480" y="576736"/>
                  <a:pt x="314672" y="597443"/>
                  <a:pt x="219617" y="562873"/>
                </a:cubicBezTo>
                <a:cubicBezTo>
                  <a:pt x="276668" y="521192"/>
                  <a:pt x="339948" y="466271"/>
                  <a:pt x="401983" y="404506"/>
                </a:cubicBezTo>
                <a:cubicBezTo>
                  <a:pt x="409371" y="406017"/>
                  <a:pt x="416936" y="406817"/>
                  <a:pt x="424590" y="406817"/>
                </a:cubicBezTo>
                <a:cubicBezTo>
                  <a:pt x="454317" y="406817"/>
                  <a:pt x="482264" y="395264"/>
                  <a:pt x="503357" y="374201"/>
                </a:cubicBezTo>
                <a:cubicBezTo>
                  <a:pt x="524362" y="353228"/>
                  <a:pt x="536021" y="325234"/>
                  <a:pt x="536021" y="295551"/>
                </a:cubicBezTo>
                <a:cubicBezTo>
                  <a:pt x="536021" y="284087"/>
                  <a:pt x="534241" y="272801"/>
                  <a:pt x="530859" y="262047"/>
                </a:cubicBezTo>
                <a:cubicBezTo>
                  <a:pt x="542607" y="247384"/>
                  <a:pt x="553644" y="233076"/>
                  <a:pt x="563790" y="219212"/>
                </a:cubicBezTo>
                <a:close/>
                <a:moveTo>
                  <a:pt x="567694" y="39900"/>
                </a:moveTo>
                <a:cubicBezTo>
                  <a:pt x="565202" y="39367"/>
                  <a:pt x="554610" y="38300"/>
                  <a:pt x="527819" y="50386"/>
                </a:cubicBezTo>
                <a:cubicBezTo>
                  <a:pt x="509216" y="58829"/>
                  <a:pt x="486607" y="71982"/>
                  <a:pt x="461596" y="88956"/>
                </a:cubicBezTo>
                <a:cubicBezTo>
                  <a:pt x="472455" y="96155"/>
                  <a:pt x="482869" y="104331"/>
                  <a:pt x="492749" y="113395"/>
                </a:cubicBezTo>
                <a:cubicBezTo>
                  <a:pt x="478419" y="135346"/>
                  <a:pt x="460617" y="159697"/>
                  <a:pt x="440056" y="185380"/>
                </a:cubicBezTo>
                <a:cubicBezTo>
                  <a:pt x="434893" y="184669"/>
                  <a:pt x="429731" y="184313"/>
                  <a:pt x="424568" y="184313"/>
                </a:cubicBezTo>
                <a:cubicBezTo>
                  <a:pt x="394840" y="184313"/>
                  <a:pt x="366802" y="195955"/>
                  <a:pt x="345796" y="216929"/>
                </a:cubicBezTo>
                <a:cubicBezTo>
                  <a:pt x="324701" y="237991"/>
                  <a:pt x="313130" y="265896"/>
                  <a:pt x="313130" y="295579"/>
                </a:cubicBezTo>
                <a:cubicBezTo>
                  <a:pt x="313130" y="304555"/>
                  <a:pt x="314198" y="313442"/>
                  <a:pt x="316334" y="322062"/>
                </a:cubicBezTo>
                <a:cubicBezTo>
                  <a:pt x="249043" y="388981"/>
                  <a:pt x="180418" y="447013"/>
                  <a:pt x="122651" y="485938"/>
                </a:cubicBezTo>
                <a:cubicBezTo>
                  <a:pt x="119447" y="488071"/>
                  <a:pt x="116509" y="490115"/>
                  <a:pt x="113572" y="491981"/>
                </a:cubicBezTo>
                <a:cubicBezTo>
                  <a:pt x="104493" y="482117"/>
                  <a:pt x="96393" y="471719"/>
                  <a:pt x="89095" y="460877"/>
                </a:cubicBezTo>
                <a:cubicBezTo>
                  <a:pt x="72094" y="485849"/>
                  <a:pt x="58921" y="508422"/>
                  <a:pt x="50465" y="526996"/>
                </a:cubicBezTo>
                <a:cubicBezTo>
                  <a:pt x="38360" y="553746"/>
                  <a:pt x="39428" y="564321"/>
                  <a:pt x="39962" y="566810"/>
                </a:cubicBezTo>
                <a:cubicBezTo>
                  <a:pt x="44056" y="567698"/>
                  <a:pt x="68979" y="569831"/>
                  <a:pt x="144814" y="518731"/>
                </a:cubicBezTo>
                <a:cubicBezTo>
                  <a:pt x="205518" y="477851"/>
                  <a:pt x="277526" y="416886"/>
                  <a:pt x="347487" y="346946"/>
                </a:cubicBezTo>
                <a:cubicBezTo>
                  <a:pt x="352560" y="341880"/>
                  <a:pt x="357545" y="336814"/>
                  <a:pt x="362529" y="331749"/>
                </a:cubicBezTo>
                <a:cubicBezTo>
                  <a:pt x="356299" y="321084"/>
                  <a:pt x="352738" y="308731"/>
                  <a:pt x="352738" y="295579"/>
                </a:cubicBezTo>
                <a:cubicBezTo>
                  <a:pt x="352738" y="256032"/>
                  <a:pt x="384960" y="223861"/>
                  <a:pt x="424568" y="223861"/>
                </a:cubicBezTo>
                <a:cubicBezTo>
                  <a:pt x="435160" y="223861"/>
                  <a:pt x="445307" y="226260"/>
                  <a:pt x="454386" y="230437"/>
                </a:cubicBezTo>
                <a:cubicBezTo>
                  <a:pt x="493105" y="183958"/>
                  <a:pt x="523902" y="140945"/>
                  <a:pt x="544018" y="105397"/>
                </a:cubicBezTo>
                <a:cubicBezTo>
                  <a:pt x="570009" y="59540"/>
                  <a:pt x="568406" y="43099"/>
                  <a:pt x="567694" y="39900"/>
                </a:cubicBezTo>
                <a:close/>
                <a:moveTo>
                  <a:pt x="553253" y="819"/>
                </a:moveTo>
                <a:cubicBezTo>
                  <a:pt x="568139" y="-1314"/>
                  <a:pt x="584250" y="175"/>
                  <a:pt x="595910" y="11817"/>
                </a:cubicBezTo>
                <a:cubicBezTo>
                  <a:pt x="615136" y="31013"/>
                  <a:pt x="610775" y="65583"/>
                  <a:pt x="582559" y="117661"/>
                </a:cubicBezTo>
                <a:cubicBezTo>
                  <a:pt x="561375" y="156764"/>
                  <a:pt x="527551" y="204398"/>
                  <a:pt x="484471" y="256209"/>
                </a:cubicBezTo>
                <a:cubicBezTo>
                  <a:pt x="491948" y="267496"/>
                  <a:pt x="496398" y="281004"/>
                  <a:pt x="496398" y="295579"/>
                </a:cubicBezTo>
                <a:cubicBezTo>
                  <a:pt x="496398" y="315397"/>
                  <a:pt x="488299" y="333260"/>
                  <a:pt x="475303" y="346235"/>
                </a:cubicBezTo>
                <a:cubicBezTo>
                  <a:pt x="462308" y="359210"/>
                  <a:pt x="444328" y="367297"/>
                  <a:pt x="424568" y="367297"/>
                </a:cubicBezTo>
                <a:cubicBezTo>
                  <a:pt x="412552" y="367297"/>
                  <a:pt x="401159" y="364275"/>
                  <a:pt x="391190" y="359032"/>
                </a:cubicBezTo>
                <a:cubicBezTo>
                  <a:pt x="386028" y="364364"/>
                  <a:pt x="380776" y="369696"/>
                  <a:pt x="375525" y="374940"/>
                </a:cubicBezTo>
                <a:cubicBezTo>
                  <a:pt x="300312" y="450035"/>
                  <a:pt x="223409" y="514643"/>
                  <a:pt x="158878" y="556945"/>
                </a:cubicBezTo>
                <a:cubicBezTo>
                  <a:pt x="126656" y="578007"/>
                  <a:pt x="98975" y="592671"/>
                  <a:pt x="76545" y="600314"/>
                </a:cubicBezTo>
                <a:cubicBezTo>
                  <a:pt x="47172" y="610356"/>
                  <a:pt x="25365" y="608579"/>
                  <a:pt x="11835" y="594982"/>
                </a:cubicBezTo>
                <a:cubicBezTo>
                  <a:pt x="-11485" y="571698"/>
                  <a:pt x="5872" y="530640"/>
                  <a:pt x="11568" y="517131"/>
                </a:cubicBezTo>
                <a:cubicBezTo>
                  <a:pt x="22694" y="490826"/>
                  <a:pt x="41475" y="459011"/>
                  <a:pt x="67555" y="422485"/>
                </a:cubicBezTo>
                <a:cubicBezTo>
                  <a:pt x="22605" y="323662"/>
                  <a:pt x="40674" y="202976"/>
                  <a:pt x="121939" y="121749"/>
                </a:cubicBezTo>
                <a:cubicBezTo>
                  <a:pt x="203293" y="40611"/>
                  <a:pt x="324167" y="22570"/>
                  <a:pt x="423144" y="67450"/>
                </a:cubicBezTo>
                <a:cubicBezTo>
                  <a:pt x="459727" y="41411"/>
                  <a:pt x="491592" y="22659"/>
                  <a:pt x="517939" y="11550"/>
                </a:cubicBezTo>
                <a:cubicBezTo>
                  <a:pt x="524704" y="8706"/>
                  <a:pt x="538366" y="2952"/>
                  <a:pt x="553253" y="81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接连接符 10"/>
          <p:cNvCxnSpPr/>
          <p:nvPr/>
        </p:nvCxnSpPr>
        <p:spPr>
          <a:xfrm>
            <a:off x="696000" y="1474562"/>
            <a:ext cx="0" cy="253691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96000" y="4011475"/>
            <a:ext cx="461622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312229" y="4011475"/>
            <a:ext cx="0" cy="253972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Subtitle 2"/>
          <p:cNvSpPr txBox="1">
            <a:spLocks/>
          </p:cNvSpPr>
          <p:nvPr/>
        </p:nvSpPr>
        <p:spPr>
          <a:xfrm>
            <a:off x="1106879" y="2142775"/>
            <a:ext cx="4205349" cy="307777"/>
          </a:xfrm>
          <a:prstGeom prst="rect">
            <a:avLst/>
          </a:prstGeom>
        </p:spPr>
        <p:txBody>
          <a:bodyPr vert="horz" wrap="square" lIns="0" tIns="0" rIns="0" bIns="0" rtlCol="0" anchor="ctr" anchorCtr="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spcBef>
                <a:spcPts val="0"/>
              </a:spcBef>
            </a:pPr>
            <a:r>
              <a:rPr lang="zh-CN" altLang="en-US" sz="2000" dirty="0">
                <a:solidFill>
                  <a:schemeClr val="accent1"/>
                </a:solidFill>
                <a:cs typeface="+mn-ea"/>
                <a:sym typeface="+mn-lt"/>
              </a:rPr>
              <a:t>在此输入小标题</a:t>
            </a:r>
            <a:endParaRPr lang="en-US" sz="2000" dirty="0" smtClean="0">
              <a:solidFill>
                <a:schemeClr val="accent1"/>
              </a:solidFill>
              <a:cs typeface="+mn-ea"/>
              <a:sym typeface="+mn-lt"/>
            </a:endParaRPr>
          </a:p>
        </p:txBody>
      </p:sp>
      <p:sp>
        <p:nvSpPr>
          <p:cNvPr id="15" name="Subtitle 2"/>
          <p:cNvSpPr txBox="1">
            <a:spLocks/>
          </p:cNvSpPr>
          <p:nvPr/>
        </p:nvSpPr>
        <p:spPr>
          <a:xfrm>
            <a:off x="1106881" y="2648384"/>
            <a:ext cx="4205348" cy="931409"/>
          </a:xfrm>
          <a:prstGeom prst="rect">
            <a:avLst/>
          </a:prstGeom>
        </p:spPr>
        <p:txBody>
          <a:bodyPr vert="horz" wrap="square" lIns="0" tIns="0" rIns="0" bIns="0" rtlCol="0" anchor="t" anchorCtr="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lnSpc>
                <a:spcPct val="150000"/>
              </a:lnSpc>
              <a:spcBef>
                <a:spcPts val="0"/>
              </a:spcBef>
            </a:pPr>
            <a:r>
              <a:rPr lang="zh-CN" altLang="en-US" sz="1400" dirty="0">
                <a:solidFill>
                  <a:schemeClr val="tx1"/>
                </a:solidFill>
                <a:cs typeface="+mn-ea"/>
                <a:sym typeface="+mn-lt"/>
              </a:rPr>
              <a:t>点击此处输入文字描述内容，可以是与此小标题或者与此图形所相关的内容说明介绍、数据统计分析、事件过程分析、归纳总结概述</a:t>
            </a:r>
            <a:r>
              <a:rPr lang="zh-CN" altLang="en-US" sz="1400" dirty="0" smtClean="0">
                <a:solidFill>
                  <a:schemeClr val="tx1"/>
                </a:solidFill>
                <a:cs typeface="+mn-ea"/>
                <a:sym typeface="+mn-lt"/>
              </a:rPr>
              <a:t>等</a:t>
            </a:r>
            <a:endParaRPr lang="en-US" sz="1400" dirty="0">
              <a:solidFill>
                <a:schemeClr val="tx1"/>
              </a:solidFill>
              <a:cs typeface="+mn-ea"/>
              <a:sym typeface="+mn-lt"/>
            </a:endParaRPr>
          </a:p>
        </p:txBody>
      </p:sp>
      <p:sp>
        <p:nvSpPr>
          <p:cNvPr id="16" name="椭圆 15"/>
          <p:cNvSpPr/>
          <p:nvPr/>
        </p:nvSpPr>
        <p:spPr>
          <a:xfrm>
            <a:off x="4841965" y="1471749"/>
            <a:ext cx="470263" cy="4702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physics_181964">
            <a:extLst>
              <a:ext uri="{FF2B5EF4-FFF2-40B4-BE49-F238E27FC236}">
                <a16:creationId xmlns:p14="http://schemas.microsoft.com/office/powerpoint/2010/main" xmlns:a16="http://schemas.microsoft.com/office/drawing/2014/main" xmlns="" id="{54405246-CCE2-4201-BBB1-D3F3EB6E740D}"/>
              </a:ext>
            </a:extLst>
          </p:cNvPr>
          <p:cNvSpPr>
            <a:spLocks noChangeAspect="1"/>
          </p:cNvSpPr>
          <p:nvPr/>
        </p:nvSpPr>
        <p:spPr>
          <a:xfrm>
            <a:off x="4963127" y="1605765"/>
            <a:ext cx="227938" cy="212400"/>
          </a:xfrm>
          <a:custGeom>
            <a:avLst/>
            <a:gdLst>
              <a:gd name="T0" fmla="*/ 5599 w 6827"/>
              <a:gd name="T1" fmla="*/ 1699 h 6371"/>
              <a:gd name="T2" fmla="*/ 3416 w 6827"/>
              <a:gd name="T3" fmla="*/ 702 h 6371"/>
              <a:gd name="T4" fmla="*/ 2317 w 6827"/>
              <a:gd name="T5" fmla="*/ 365 h 6371"/>
              <a:gd name="T6" fmla="*/ 1480 w 6827"/>
              <a:gd name="T7" fmla="*/ 1865 h 6371"/>
              <a:gd name="T8" fmla="*/ 2048 w 6827"/>
              <a:gd name="T9" fmla="*/ 455 h 6371"/>
              <a:gd name="T10" fmla="*/ 1292 w 6827"/>
              <a:gd name="T11" fmla="*/ 794 h 6371"/>
              <a:gd name="T12" fmla="*/ 1259 w 6827"/>
              <a:gd name="T13" fmla="*/ 4427 h 6371"/>
              <a:gd name="T14" fmla="*/ 3411 w 6827"/>
              <a:gd name="T15" fmla="*/ 5668 h 6371"/>
              <a:gd name="T16" fmla="*/ 4601 w 6827"/>
              <a:gd name="T17" fmla="*/ 6139 h 6371"/>
              <a:gd name="T18" fmla="*/ 4299 w 6827"/>
              <a:gd name="T19" fmla="*/ 4726 h 6371"/>
              <a:gd name="T20" fmla="*/ 5234 w 6827"/>
              <a:gd name="T21" fmla="*/ 5461 h 6371"/>
              <a:gd name="T22" fmla="*/ 5689 w 6827"/>
              <a:gd name="T23" fmla="*/ 5916 h 6371"/>
              <a:gd name="T24" fmla="*/ 6827 w 6827"/>
              <a:gd name="T25" fmla="*/ 3185 h 6371"/>
              <a:gd name="T26" fmla="*/ 5373 w 6827"/>
              <a:gd name="T27" fmla="*/ 1676 h 6371"/>
              <a:gd name="T28" fmla="*/ 3591 w 6827"/>
              <a:gd name="T29" fmla="*/ 853 h 6371"/>
              <a:gd name="T30" fmla="*/ 5061 w 6827"/>
              <a:gd name="T31" fmla="*/ 2897 h 6371"/>
              <a:gd name="T32" fmla="*/ 5304 w 6827"/>
              <a:gd name="T33" fmla="*/ 2095 h 6371"/>
              <a:gd name="T34" fmla="*/ 3413 w 6827"/>
              <a:gd name="T35" fmla="*/ 1592 h 6371"/>
              <a:gd name="T36" fmla="*/ 2340 w 6827"/>
              <a:gd name="T37" fmla="*/ 1903 h 6371"/>
              <a:gd name="T38" fmla="*/ 1522 w 6827"/>
              <a:gd name="T39" fmla="*/ 2095 h 6371"/>
              <a:gd name="T40" fmla="*/ 1820 w 6827"/>
              <a:gd name="T41" fmla="*/ 455 h 6371"/>
              <a:gd name="T42" fmla="*/ 1593 w 6827"/>
              <a:gd name="T43" fmla="*/ 227 h 6371"/>
              <a:gd name="T44" fmla="*/ 1636 w 6827"/>
              <a:gd name="T45" fmla="*/ 3184 h 6371"/>
              <a:gd name="T46" fmla="*/ 3412 w 6827"/>
              <a:gd name="T47" fmla="*/ 5366 h 6371"/>
              <a:gd name="T48" fmla="*/ 3413 w 6827"/>
              <a:gd name="T49" fmla="*/ 4778 h 6371"/>
              <a:gd name="T50" fmla="*/ 4177 w 6827"/>
              <a:gd name="T51" fmla="*/ 4509 h 6371"/>
              <a:gd name="T52" fmla="*/ 2503 w 6827"/>
              <a:gd name="T53" fmla="*/ 4096 h 6371"/>
              <a:gd name="T54" fmla="*/ 2708 w 6827"/>
              <a:gd name="T55" fmla="*/ 4955 h 6371"/>
              <a:gd name="T56" fmla="*/ 1820 w 6827"/>
              <a:gd name="T57" fmla="*/ 5944 h 6371"/>
              <a:gd name="T58" fmla="*/ 1813 w 6827"/>
              <a:gd name="T59" fmla="*/ 4480 h 6371"/>
              <a:gd name="T60" fmla="*/ 1766 w 6827"/>
              <a:gd name="T61" fmla="*/ 3474 h 6371"/>
              <a:gd name="T62" fmla="*/ 2169 w 6827"/>
              <a:gd name="T63" fmla="*/ 3989 h 6371"/>
              <a:gd name="T64" fmla="*/ 2231 w 6827"/>
              <a:gd name="T65" fmla="*/ 2503 h 6371"/>
              <a:gd name="T66" fmla="*/ 4178 w 6827"/>
              <a:gd name="T67" fmla="*/ 1862 h 6371"/>
              <a:gd name="T68" fmla="*/ 4596 w 6827"/>
              <a:gd name="T69" fmla="*/ 3868 h 6371"/>
              <a:gd name="T70" fmla="*/ 2661 w 6827"/>
              <a:gd name="T71" fmla="*/ 4714 h 6371"/>
              <a:gd name="T72" fmla="*/ 2503 w 6827"/>
              <a:gd name="T73" fmla="*/ 4778 h 6371"/>
              <a:gd name="T74" fmla="*/ 2731 w 6827"/>
              <a:gd name="T75" fmla="*/ 4551 h 6371"/>
              <a:gd name="T76" fmla="*/ 5060 w 6827"/>
              <a:gd name="T77" fmla="*/ 3472 h 6371"/>
              <a:gd name="T78" fmla="*/ 5234 w 6827"/>
              <a:gd name="T79" fmla="*/ 6144 h 6371"/>
              <a:gd name="T80" fmla="*/ 5461 w 6827"/>
              <a:gd name="T81" fmla="*/ 5916 h 6371"/>
              <a:gd name="T82" fmla="*/ 5190 w 6827"/>
              <a:gd name="T83" fmla="*/ 3184 h 6371"/>
              <a:gd name="T84" fmla="*/ 5523 w 6827"/>
              <a:gd name="T85" fmla="*/ 4198 h 6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827" h="6371">
                <a:moveTo>
                  <a:pt x="6827" y="3185"/>
                </a:moveTo>
                <a:cubicBezTo>
                  <a:pt x="6827" y="2676"/>
                  <a:pt x="6339" y="2230"/>
                  <a:pt x="5566" y="1941"/>
                </a:cubicBezTo>
                <a:cubicBezTo>
                  <a:pt x="5579" y="1859"/>
                  <a:pt x="5591" y="1778"/>
                  <a:pt x="5599" y="1699"/>
                </a:cubicBezTo>
                <a:cubicBezTo>
                  <a:pt x="5673" y="973"/>
                  <a:pt x="5503" y="451"/>
                  <a:pt x="5120" y="229"/>
                </a:cubicBezTo>
                <a:cubicBezTo>
                  <a:pt x="4993" y="156"/>
                  <a:pt x="4848" y="119"/>
                  <a:pt x="4689" y="119"/>
                </a:cubicBezTo>
                <a:cubicBezTo>
                  <a:pt x="4311" y="119"/>
                  <a:pt x="3864" y="334"/>
                  <a:pt x="3416" y="702"/>
                </a:cubicBezTo>
                <a:cubicBezTo>
                  <a:pt x="3054" y="403"/>
                  <a:pt x="2691" y="205"/>
                  <a:pt x="2359" y="142"/>
                </a:cubicBezTo>
                <a:cubicBezTo>
                  <a:pt x="2298" y="130"/>
                  <a:pt x="2238" y="171"/>
                  <a:pt x="2226" y="232"/>
                </a:cubicBezTo>
                <a:cubicBezTo>
                  <a:pt x="2214" y="294"/>
                  <a:pt x="2255" y="354"/>
                  <a:pt x="2317" y="365"/>
                </a:cubicBezTo>
                <a:cubicBezTo>
                  <a:pt x="2600" y="420"/>
                  <a:pt x="2919" y="593"/>
                  <a:pt x="3241" y="855"/>
                </a:cubicBezTo>
                <a:cubicBezTo>
                  <a:pt x="2997" y="1077"/>
                  <a:pt x="2756" y="1343"/>
                  <a:pt x="2527" y="1645"/>
                </a:cubicBezTo>
                <a:cubicBezTo>
                  <a:pt x="2147" y="1691"/>
                  <a:pt x="1794" y="1766"/>
                  <a:pt x="1480" y="1865"/>
                </a:cubicBezTo>
                <a:cubicBezTo>
                  <a:pt x="1421" y="1493"/>
                  <a:pt x="1424" y="1161"/>
                  <a:pt x="1497" y="899"/>
                </a:cubicBezTo>
                <a:cubicBezTo>
                  <a:pt x="1528" y="906"/>
                  <a:pt x="1560" y="910"/>
                  <a:pt x="1593" y="910"/>
                </a:cubicBezTo>
                <a:cubicBezTo>
                  <a:pt x="1844" y="910"/>
                  <a:pt x="2048" y="706"/>
                  <a:pt x="2048" y="455"/>
                </a:cubicBezTo>
                <a:cubicBezTo>
                  <a:pt x="2048" y="204"/>
                  <a:pt x="1844" y="0"/>
                  <a:pt x="1593" y="0"/>
                </a:cubicBezTo>
                <a:cubicBezTo>
                  <a:pt x="1342" y="0"/>
                  <a:pt x="1138" y="204"/>
                  <a:pt x="1138" y="455"/>
                </a:cubicBezTo>
                <a:cubicBezTo>
                  <a:pt x="1138" y="590"/>
                  <a:pt x="1198" y="710"/>
                  <a:pt x="1292" y="794"/>
                </a:cubicBezTo>
                <a:cubicBezTo>
                  <a:pt x="1195" y="1105"/>
                  <a:pt x="1186" y="1499"/>
                  <a:pt x="1259" y="1941"/>
                </a:cubicBezTo>
                <a:cubicBezTo>
                  <a:pt x="487" y="2231"/>
                  <a:pt x="0" y="2677"/>
                  <a:pt x="0" y="3185"/>
                </a:cubicBezTo>
                <a:cubicBezTo>
                  <a:pt x="0" y="3680"/>
                  <a:pt x="464" y="4129"/>
                  <a:pt x="1259" y="4427"/>
                </a:cubicBezTo>
                <a:cubicBezTo>
                  <a:pt x="1123" y="5241"/>
                  <a:pt x="1266" y="5887"/>
                  <a:pt x="1707" y="6142"/>
                </a:cubicBezTo>
                <a:cubicBezTo>
                  <a:pt x="1833" y="6215"/>
                  <a:pt x="1978" y="6252"/>
                  <a:pt x="2138" y="6252"/>
                </a:cubicBezTo>
                <a:cubicBezTo>
                  <a:pt x="2516" y="6252"/>
                  <a:pt x="2964" y="6036"/>
                  <a:pt x="3411" y="5668"/>
                </a:cubicBezTo>
                <a:cubicBezTo>
                  <a:pt x="3778" y="5970"/>
                  <a:pt x="4141" y="6166"/>
                  <a:pt x="4467" y="6229"/>
                </a:cubicBezTo>
                <a:cubicBezTo>
                  <a:pt x="4475" y="6230"/>
                  <a:pt x="4482" y="6231"/>
                  <a:pt x="4489" y="6231"/>
                </a:cubicBezTo>
                <a:cubicBezTo>
                  <a:pt x="4542" y="6231"/>
                  <a:pt x="4590" y="6193"/>
                  <a:pt x="4601" y="6139"/>
                </a:cubicBezTo>
                <a:cubicBezTo>
                  <a:pt x="4612" y="6077"/>
                  <a:pt x="4572" y="6017"/>
                  <a:pt x="4510" y="6005"/>
                </a:cubicBezTo>
                <a:cubicBezTo>
                  <a:pt x="4232" y="5952"/>
                  <a:pt x="3912" y="5780"/>
                  <a:pt x="3586" y="5516"/>
                </a:cubicBezTo>
                <a:cubicBezTo>
                  <a:pt x="3830" y="5293"/>
                  <a:pt x="4071" y="5027"/>
                  <a:pt x="4299" y="4726"/>
                </a:cubicBezTo>
                <a:cubicBezTo>
                  <a:pt x="4680" y="4680"/>
                  <a:pt x="5034" y="4605"/>
                  <a:pt x="5348" y="4505"/>
                </a:cubicBezTo>
                <a:cubicBezTo>
                  <a:pt x="5406" y="4877"/>
                  <a:pt x="5403" y="5209"/>
                  <a:pt x="5330" y="5471"/>
                </a:cubicBezTo>
                <a:cubicBezTo>
                  <a:pt x="5299" y="5465"/>
                  <a:pt x="5267" y="5461"/>
                  <a:pt x="5234" y="5461"/>
                </a:cubicBezTo>
                <a:cubicBezTo>
                  <a:pt x="4983" y="5461"/>
                  <a:pt x="4779" y="5665"/>
                  <a:pt x="4779" y="5916"/>
                </a:cubicBezTo>
                <a:cubicBezTo>
                  <a:pt x="4779" y="6167"/>
                  <a:pt x="4983" y="6371"/>
                  <a:pt x="5234" y="6371"/>
                </a:cubicBezTo>
                <a:cubicBezTo>
                  <a:pt x="5485" y="6371"/>
                  <a:pt x="5689" y="6167"/>
                  <a:pt x="5689" y="5916"/>
                </a:cubicBezTo>
                <a:cubicBezTo>
                  <a:pt x="5689" y="5781"/>
                  <a:pt x="5629" y="5661"/>
                  <a:pt x="5535" y="5577"/>
                </a:cubicBezTo>
                <a:cubicBezTo>
                  <a:pt x="5633" y="5265"/>
                  <a:pt x="5642" y="4871"/>
                  <a:pt x="5568" y="4429"/>
                </a:cubicBezTo>
                <a:cubicBezTo>
                  <a:pt x="6340" y="4139"/>
                  <a:pt x="6827" y="3694"/>
                  <a:pt x="6827" y="3185"/>
                </a:cubicBezTo>
                <a:close/>
                <a:moveTo>
                  <a:pt x="4689" y="347"/>
                </a:moveTo>
                <a:cubicBezTo>
                  <a:pt x="4808" y="347"/>
                  <a:pt x="4915" y="374"/>
                  <a:pt x="5006" y="426"/>
                </a:cubicBezTo>
                <a:cubicBezTo>
                  <a:pt x="5303" y="598"/>
                  <a:pt x="5436" y="1053"/>
                  <a:pt x="5373" y="1676"/>
                </a:cubicBezTo>
                <a:cubicBezTo>
                  <a:pt x="5366" y="1738"/>
                  <a:pt x="5356" y="1801"/>
                  <a:pt x="5346" y="1865"/>
                </a:cubicBezTo>
                <a:cubicBezTo>
                  <a:pt x="5033" y="1766"/>
                  <a:pt x="4681" y="1691"/>
                  <a:pt x="4301" y="1645"/>
                </a:cubicBezTo>
                <a:cubicBezTo>
                  <a:pt x="4073" y="1343"/>
                  <a:pt x="3834" y="1076"/>
                  <a:pt x="3591" y="853"/>
                </a:cubicBezTo>
                <a:cubicBezTo>
                  <a:pt x="3985" y="534"/>
                  <a:pt x="4371" y="347"/>
                  <a:pt x="4689" y="347"/>
                </a:cubicBezTo>
                <a:close/>
                <a:moveTo>
                  <a:pt x="5304" y="2095"/>
                </a:moveTo>
                <a:cubicBezTo>
                  <a:pt x="5248" y="2353"/>
                  <a:pt x="5167" y="2623"/>
                  <a:pt x="5061" y="2897"/>
                </a:cubicBezTo>
                <a:cubicBezTo>
                  <a:pt x="4980" y="2728"/>
                  <a:pt x="4891" y="2558"/>
                  <a:pt x="4793" y="2389"/>
                </a:cubicBezTo>
                <a:cubicBezTo>
                  <a:pt x="4695" y="2220"/>
                  <a:pt x="4593" y="2058"/>
                  <a:pt x="4486" y="1903"/>
                </a:cubicBezTo>
                <a:cubicBezTo>
                  <a:pt x="4780" y="1950"/>
                  <a:pt x="5055" y="2015"/>
                  <a:pt x="5304" y="2095"/>
                </a:cubicBezTo>
                <a:close/>
                <a:moveTo>
                  <a:pt x="3415" y="1004"/>
                </a:moveTo>
                <a:cubicBezTo>
                  <a:pt x="3608" y="1180"/>
                  <a:pt x="3801" y="1385"/>
                  <a:pt x="3987" y="1614"/>
                </a:cubicBezTo>
                <a:cubicBezTo>
                  <a:pt x="3801" y="1600"/>
                  <a:pt x="3609" y="1592"/>
                  <a:pt x="3413" y="1592"/>
                </a:cubicBezTo>
                <a:cubicBezTo>
                  <a:pt x="3218" y="1592"/>
                  <a:pt x="3027" y="1600"/>
                  <a:pt x="2841" y="1614"/>
                </a:cubicBezTo>
                <a:cubicBezTo>
                  <a:pt x="3028" y="1384"/>
                  <a:pt x="3221" y="1180"/>
                  <a:pt x="3415" y="1004"/>
                </a:cubicBezTo>
                <a:close/>
                <a:moveTo>
                  <a:pt x="2340" y="1903"/>
                </a:moveTo>
                <a:cubicBezTo>
                  <a:pt x="2234" y="2058"/>
                  <a:pt x="2131" y="2220"/>
                  <a:pt x="2034" y="2389"/>
                </a:cubicBezTo>
                <a:cubicBezTo>
                  <a:pt x="1936" y="2559"/>
                  <a:pt x="1847" y="2729"/>
                  <a:pt x="1766" y="2897"/>
                </a:cubicBezTo>
                <a:cubicBezTo>
                  <a:pt x="1659" y="2621"/>
                  <a:pt x="1577" y="2351"/>
                  <a:pt x="1522" y="2095"/>
                </a:cubicBezTo>
                <a:cubicBezTo>
                  <a:pt x="1771" y="2015"/>
                  <a:pt x="2046" y="1950"/>
                  <a:pt x="2340" y="1903"/>
                </a:cubicBezTo>
                <a:close/>
                <a:moveTo>
                  <a:pt x="1593" y="227"/>
                </a:moveTo>
                <a:cubicBezTo>
                  <a:pt x="1718" y="227"/>
                  <a:pt x="1820" y="329"/>
                  <a:pt x="1820" y="455"/>
                </a:cubicBezTo>
                <a:cubicBezTo>
                  <a:pt x="1820" y="580"/>
                  <a:pt x="1718" y="682"/>
                  <a:pt x="1593" y="682"/>
                </a:cubicBezTo>
                <a:cubicBezTo>
                  <a:pt x="1468" y="682"/>
                  <a:pt x="1365" y="580"/>
                  <a:pt x="1365" y="455"/>
                </a:cubicBezTo>
                <a:cubicBezTo>
                  <a:pt x="1365" y="329"/>
                  <a:pt x="1468" y="227"/>
                  <a:pt x="1593" y="227"/>
                </a:cubicBezTo>
                <a:close/>
                <a:moveTo>
                  <a:pt x="228" y="3185"/>
                </a:moveTo>
                <a:cubicBezTo>
                  <a:pt x="228" y="2788"/>
                  <a:pt x="648" y="2424"/>
                  <a:pt x="1305" y="2172"/>
                </a:cubicBezTo>
                <a:cubicBezTo>
                  <a:pt x="1376" y="2494"/>
                  <a:pt x="1488" y="2835"/>
                  <a:pt x="1636" y="3184"/>
                </a:cubicBezTo>
                <a:cubicBezTo>
                  <a:pt x="1485" y="3536"/>
                  <a:pt x="1374" y="3879"/>
                  <a:pt x="1303" y="4200"/>
                </a:cubicBezTo>
                <a:cubicBezTo>
                  <a:pt x="630" y="3940"/>
                  <a:pt x="228" y="3569"/>
                  <a:pt x="228" y="3185"/>
                </a:cubicBezTo>
                <a:close/>
                <a:moveTo>
                  <a:pt x="3412" y="5366"/>
                </a:moveTo>
                <a:cubicBezTo>
                  <a:pt x="3233" y="5204"/>
                  <a:pt x="3053" y="5016"/>
                  <a:pt x="2880" y="4806"/>
                </a:cubicBezTo>
                <a:cubicBezTo>
                  <a:pt x="2890" y="4791"/>
                  <a:pt x="2897" y="4775"/>
                  <a:pt x="2905" y="4759"/>
                </a:cubicBezTo>
                <a:cubicBezTo>
                  <a:pt x="3075" y="4771"/>
                  <a:pt x="3246" y="4778"/>
                  <a:pt x="3413" y="4778"/>
                </a:cubicBezTo>
                <a:cubicBezTo>
                  <a:pt x="3609" y="4778"/>
                  <a:pt x="3800" y="4771"/>
                  <a:pt x="3986" y="4756"/>
                </a:cubicBezTo>
                <a:cubicBezTo>
                  <a:pt x="3799" y="4986"/>
                  <a:pt x="3606" y="5191"/>
                  <a:pt x="3412" y="5366"/>
                </a:cubicBezTo>
                <a:close/>
                <a:moveTo>
                  <a:pt x="4177" y="4509"/>
                </a:moveTo>
                <a:cubicBezTo>
                  <a:pt x="3931" y="4536"/>
                  <a:pt x="3675" y="4551"/>
                  <a:pt x="3413" y="4551"/>
                </a:cubicBezTo>
                <a:cubicBezTo>
                  <a:pt x="3263" y="4551"/>
                  <a:pt x="3110" y="4544"/>
                  <a:pt x="2957" y="4535"/>
                </a:cubicBezTo>
                <a:cubicBezTo>
                  <a:pt x="2948" y="4291"/>
                  <a:pt x="2749" y="4096"/>
                  <a:pt x="2503" y="4096"/>
                </a:cubicBezTo>
                <a:cubicBezTo>
                  <a:pt x="2252" y="4096"/>
                  <a:pt x="2048" y="4300"/>
                  <a:pt x="2048" y="4551"/>
                </a:cubicBezTo>
                <a:cubicBezTo>
                  <a:pt x="2048" y="4802"/>
                  <a:pt x="2252" y="5006"/>
                  <a:pt x="2503" y="5006"/>
                </a:cubicBezTo>
                <a:cubicBezTo>
                  <a:pt x="2577" y="5006"/>
                  <a:pt x="2646" y="4986"/>
                  <a:pt x="2708" y="4955"/>
                </a:cubicBezTo>
                <a:cubicBezTo>
                  <a:pt x="2881" y="5165"/>
                  <a:pt x="3059" y="5353"/>
                  <a:pt x="3237" y="5517"/>
                </a:cubicBezTo>
                <a:cubicBezTo>
                  <a:pt x="2843" y="5836"/>
                  <a:pt x="2456" y="6024"/>
                  <a:pt x="2138" y="6024"/>
                </a:cubicBezTo>
                <a:cubicBezTo>
                  <a:pt x="2019" y="6024"/>
                  <a:pt x="1912" y="5997"/>
                  <a:pt x="1820" y="5944"/>
                </a:cubicBezTo>
                <a:cubicBezTo>
                  <a:pt x="1476" y="5746"/>
                  <a:pt x="1371" y="5199"/>
                  <a:pt x="1482" y="4504"/>
                </a:cubicBezTo>
                <a:cubicBezTo>
                  <a:pt x="1544" y="4523"/>
                  <a:pt x="1608" y="4542"/>
                  <a:pt x="1673" y="4560"/>
                </a:cubicBezTo>
                <a:cubicBezTo>
                  <a:pt x="1734" y="4576"/>
                  <a:pt x="1796" y="4541"/>
                  <a:pt x="1813" y="4480"/>
                </a:cubicBezTo>
                <a:cubicBezTo>
                  <a:pt x="1830" y="4419"/>
                  <a:pt x="1794" y="4357"/>
                  <a:pt x="1733" y="4341"/>
                </a:cubicBezTo>
                <a:cubicBezTo>
                  <a:pt x="1661" y="4321"/>
                  <a:pt x="1592" y="4300"/>
                  <a:pt x="1524" y="4278"/>
                </a:cubicBezTo>
                <a:cubicBezTo>
                  <a:pt x="1578" y="4023"/>
                  <a:pt x="1660" y="3752"/>
                  <a:pt x="1766" y="3474"/>
                </a:cubicBezTo>
                <a:cubicBezTo>
                  <a:pt x="1842" y="3632"/>
                  <a:pt x="1924" y="3790"/>
                  <a:pt x="2014" y="3947"/>
                </a:cubicBezTo>
                <a:cubicBezTo>
                  <a:pt x="2035" y="3984"/>
                  <a:pt x="2073" y="4004"/>
                  <a:pt x="2113" y="4004"/>
                </a:cubicBezTo>
                <a:cubicBezTo>
                  <a:pt x="2132" y="4004"/>
                  <a:pt x="2151" y="3999"/>
                  <a:pt x="2169" y="3989"/>
                </a:cubicBezTo>
                <a:cubicBezTo>
                  <a:pt x="2224" y="3958"/>
                  <a:pt x="2243" y="3889"/>
                  <a:pt x="2211" y="3834"/>
                </a:cubicBezTo>
                <a:cubicBezTo>
                  <a:pt x="2089" y="3619"/>
                  <a:pt x="1980" y="3402"/>
                  <a:pt x="1885" y="3186"/>
                </a:cubicBezTo>
                <a:cubicBezTo>
                  <a:pt x="1984" y="2960"/>
                  <a:pt x="2100" y="2730"/>
                  <a:pt x="2231" y="2503"/>
                </a:cubicBezTo>
                <a:cubicBezTo>
                  <a:pt x="2362" y="2276"/>
                  <a:pt x="2503" y="2062"/>
                  <a:pt x="2650" y="1862"/>
                </a:cubicBezTo>
                <a:cubicBezTo>
                  <a:pt x="2896" y="1835"/>
                  <a:pt x="3151" y="1820"/>
                  <a:pt x="3413" y="1820"/>
                </a:cubicBezTo>
                <a:cubicBezTo>
                  <a:pt x="3676" y="1820"/>
                  <a:pt x="3932" y="1835"/>
                  <a:pt x="4178" y="1862"/>
                </a:cubicBezTo>
                <a:cubicBezTo>
                  <a:pt x="4325" y="2062"/>
                  <a:pt x="4465" y="2277"/>
                  <a:pt x="4596" y="2503"/>
                </a:cubicBezTo>
                <a:cubicBezTo>
                  <a:pt x="4727" y="2729"/>
                  <a:pt x="4842" y="2958"/>
                  <a:pt x="4942" y="3184"/>
                </a:cubicBezTo>
                <a:cubicBezTo>
                  <a:pt x="4841" y="3412"/>
                  <a:pt x="4727" y="3641"/>
                  <a:pt x="4596" y="3868"/>
                </a:cubicBezTo>
                <a:cubicBezTo>
                  <a:pt x="4465" y="4094"/>
                  <a:pt x="4324" y="4309"/>
                  <a:pt x="4177" y="4509"/>
                </a:cubicBezTo>
                <a:close/>
                <a:moveTo>
                  <a:pt x="2731" y="4551"/>
                </a:moveTo>
                <a:cubicBezTo>
                  <a:pt x="2731" y="4615"/>
                  <a:pt x="2704" y="4672"/>
                  <a:pt x="2661" y="4714"/>
                </a:cubicBezTo>
                <a:cubicBezTo>
                  <a:pt x="2661" y="4714"/>
                  <a:pt x="2660" y="4714"/>
                  <a:pt x="2660" y="4715"/>
                </a:cubicBezTo>
                <a:cubicBezTo>
                  <a:pt x="2659" y="4715"/>
                  <a:pt x="2659" y="4716"/>
                  <a:pt x="2658" y="4716"/>
                </a:cubicBezTo>
                <a:cubicBezTo>
                  <a:pt x="2617" y="4754"/>
                  <a:pt x="2563" y="4778"/>
                  <a:pt x="2503" y="4778"/>
                </a:cubicBezTo>
                <a:cubicBezTo>
                  <a:pt x="2378" y="4778"/>
                  <a:pt x="2276" y="4676"/>
                  <a:pt x="2276" y="4551"/>
                </a:cubicBezTo>
                <a:cubicBezTo>
                  <a:pt x="2276" y="4425"/>
                  <a:pt x="2378" y="4323"/>
                  <a:pt x="2503" y="4323"/>
                </a:cubicBezTo>
                <a:cubicBezTo>
                  <a:pt x="2629" y="4323"/>
                  <a:pt x="2731" y="4425"/>
                  <a:pt x="2731" y="4551"/>
                </a:cubicBezTo>
                <a:close/>
                <a:moveTo>
                  <a:pt x="4486" y="4468"/>
                </a:moveTo>
                <a:cubicBezTo>
                  <a:pt x="4593" y="4313"/>
                  <a:pt x="4695" y="4151"/>
                  <a:pt x="4793" y="3982"/>
                </a:cubicBezTo>
                <a:cubicBezTo>
                  <a:pt x="4890" y="3813"/>
                  <a:pt x="4979" y="3642"/>
                  <a:pt x="5060" y="3472"/>
                </a:cubicBezTo>
                <a:cubicBezTo>
                  <a:pt x="5167" y="3749"/>
                  <a:pt x="5250" y="4019"/>
                  <a:pt x="5305" y="4275"/>
                </a:cubicBezTo>
                <a:cubicBezTo>
                  <a:pt x="5056" y="4356"/>
                  <a:pt x="4781" y="4421"/>
                  <a:pt x="4486" y="4468"/>
                </a:cubicBezTo>
                <a:close/>
                <a:moveTo>
                  <a:pt x="5234" y="6144"/>
                </a:moveTo>
                <a:cubicBezTo>
                  <a:pt x="5108" y="6144"/>
                  <a:pt x="5006" y="6042"/>
                  <a:pt x="5006" y="5916"/>
                </a:cubicBezTo>
                <a:cubicBezTo>
                  <a:pt x="5006" y="5791"/>
                  <a:pt x="5108" y="5688"/>
                  <a:pt x="5234" y="5688"/>
                </a:cubicBezTo>
                <a:cubicBezTo>
                  <a:pt x="5359" y="5688"/>
                  <a:pt x="5461" y="5790"/>
                  <a:pt x="5461" y="5916"/>
                </a:cubicBezTo>
                <a:cubicBezTo>
                  <a:pt x="5461" y="6041"/>
                  <a:pt x="5359" y="6144"/>
                  <a:pt x="5234" y="6144"/>
                </a:cubicBezTo>
                <a:close/>
                <a:moveTo>
                  <a:pt x="5523" y="4198"/>
                </a:moveTo>
                <a:cubicBezTo>
                  <a:pt x="5452" y="3876"/>
                  <a:pt x="5339" y="3533"/>
                  <a:pt x="5190" y="3184"/>
                </a:cubicBezTo>
                <a:cubicBezTo>
                  <a:pt x="5337" y="2839"/>
                  <a:pt x="5448" y="2497"/>
                  <a:pt x="5520" y="2171"/>
                </a:cubicBezTo>
                <a:cubicBezTo>
                  <a:pt x="6178" y="2423"/>
                  <a:pt x="6599" y="2788"/>
                  <a:pt x="6599" y="3185"/>
                </a:cubicBezTo>
                <a:cubicBezTo>
                  <a:pt x="6599" y="3582"/>
                  <a:pt x="6179" y="3946"/>
                  <a:pt x="5523" y="419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uzzle_166831">
            <a:extLst>
              <a:ext uri="{FF2B5EF4-FFF2-40B4-BE49-F238E27FC236}">
                <a16:creationId xmlns:p14="http://schemas.microsoft.com/office/powerpoint/2010/main" xmlns:a16="http://schemas.microsoft.com/office/drawing/2014/main" xmlns="" id="{54405246-CCE2-4201-BBB1-D3F3EB6E740D}"/>
              </a:ext>
            </a:extLst>
          </p:cNvPr>
          <p:cNvSpPr>
            <a:spLocks noChangeAspect="1"/>
          </p:cNvSpPr>
          <p:nvPr/>
        </p:nvSpPr>
        <p:spPr>
          <a:xfrm>
            <a:off x="825941" y="4503910"/>
            <a:ext cx="210380" cy="181592"/>
          </a:xfrm>
          <a:custGeom>
            <a:avLst/>
            <a:gdLst>
              <a:gd name="T0" fmla="*/ 416 w 4483"/>
              <a:gd name="T1" fmla="*/ 0 h 3875"/>
              <a:gd name="T2" fmla="*/ 0 w 4483"/>
              <a:gd name="T3" fmla="*/ 3459 h 3875"/>
              <a:gd name="T4" fmla="*/ 4067 w 4483"/>
              <a:gd name="T5" fmla="*/ 3875 h 3875"/>
              <a:gd name="T6" fmla="*/ 4483 w 4483"/>
              <a:gd name="T7" fmla="*/ 416 h 3875"/>
              <a:gd name="T8" fmla="*/ 240 w 4483"/>
              <a:gd name="T9" fmla="*/ 416 h 3875"/>
              <a:gd name="T10" fmla="*/ 2121 w 4483"/>
              <a:gd name="T11" fmla="*/ 240 h 3875"/>
              <a:gd name="T12" fmla="*/ 1767 w 4483"/>
              <a:gd name="T13" fmla="*/ 973 h 3875"/>
              <a:gd name="T14" fmla="*/ 2121 w 4483"/>
              <a:gd name="T15" fmla="*/ 1817 h 3875"/>
              <a:gd name="T16" fmla="*/ 1188 w 4483"/>
              <a:gd name="T17" fmla="*/ 1463 h 3875"/>
              <a:gd name="T18" fmla="*/ 240 w 4483"/>
              <a:gd name="T19" fmla="*/ 1817 h 3875"/>
              <a:gd name="T20" fmla="*/ 2121 w 4483"/>
              <a:gd name="T21" fmla="*/ 3257 h 3875"/>
              <a:gd name="T22" fmla="*/ 416 w 4483"/>
              <a:gd name="T23" fmla="*/ 3635 h 3875"/>
              <a:gd name="T24" fmla="*/ 240 w 4483"/>
              <a:gd name="T25" fmla="*/ 2057 h 3875"/>
              <a:gd name="T26" fmla="*/ 953 w 4483"/>
              <a:gd name="T27" fmla="*/ 1937 h 3875"/>
              <a:gd name="T28" fmla="*/ 1422 w 4483"/>
              <a:gd name="T29" fmla="*/ 1937 h 3875"/>
              <a:gd name="T30" fmla="*/ 2121 w 4483"/>
              <a:gd name="T31" fmla="*/ 2057 h 3875"/>
              <a:gd name="T32" fmla="*/ 2241 w 4483"/>
              <a:gd name="T33" fmla="*/ 2668 h 3875"/>
              <a:gd name="T34" fmla="*/ 2241 w 4483"/>
              <a:gd name="T35" fmla="*/ 3137 h 3875"/>
              <a:gd name="T36" fmla="*/ 4243 w 4483"/>
              <a:gd name="T37" fmla="*/ 3459 h 3875"/>
              <a:gd name="T38" fmla="*/ 2361 w 4483"/>
              <a:gd name="T39" fmla="*/ 3635 h 3875"/>
              <a:gd name="T40" fmla="*/ 2716 w 4483"/>
              <a:gd name="T41" fmla="*/ 2902 h 3875"/>
              <a:gd name="T42" fmla="*/ 2361 w 4483"/>
              <a:gd name="T43" fmla="*/ 2057 h 3875"/>
              <a:gd name="T44" fmla="*/ 3306 w 4483"/>
              <a:gd name="T45" fmla="*/ 2412 h 3875"/>
              <a:gd name="T46" fmla="*/ 4243 w 4483"/>
              <a:gd name="T47" fmla="*/ 2057 h 3875"/>
              <a:gd name="T48" fmla="*/ 4243 w 4483"/>
              <a:gd name="T49" fmla="*/ 1817 h 3875"/>
              <a:gd name="T50" fmla="*/ 3541 w 4483"/>
              <a:gd name="T51" fmla="*/ 1937 h 3875"/>
              <a:gd name="T52" fmla="*/ 3071 w 4483"/>
              <a:gd name="T53" fmla="*/ 1937 h 3875"/>
              <a:gd name="T54" fmla="*/ 2361 w 4483"/>
              <a:gd name="T55" fmla="*/ 1817 h 3875"/>
              <a:gd name="T56" fmla="*/ 2241 w 4483"/>
              <a:gd name="T57" fmla="*/ 1207 h 3875"/>
              <a:gd name="T58" fmla="*/ 2241 w 4483"/>
              <a:gd name="T59" fmla="*/ 738 h 3875"/>
              <a:gd name="T60" fmla="*/ 2361 w 4483"/>
              <a:gd name="T61" fmla="*/ 240 h 3875"/>
              <a:gd name="T62" fmla="*/ 4243 w 4483"/>
              <a:gd name="T63" fmla="*/ 416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83" h="3875">
                <a:moveTo>
                  <a:pt x="4067" y="0"/>
                </a:moveTo>
                <a:lnTo>
                  <a:pt x="416" y="0"/>
                </a:lnTo>
                <a:cubicBezTo>
                  <a:pt x="187" y="0"/>
                  <a:pt x="0" y="186"/>
                  <a:pt x="0" y="416"/>
                </a:cubicBezTo>
                <a:lnTo>
                  <a:pt x="0" y="3459"/>
                </a:lnTo>
                <a:cubicBezTo>
                  <a:pt x="0" y="3688"/>
                  <a:pt x="187" y="3875"/>
                  <a:pt x="416" y="3875"/>
                </a:cubicBezTo>
                <a:lnTo>
                  <a:pt x="4067" y="3875"/>
                </a:lnTo>
                <a:cubicBezTo>
                  <a:pt x="4296" y="3875"/>
                  <a:pt x="4483" y="3688"/>
                  <a:pt x="4483" y="3459"/>
                </a:cubicBezTo>
                <a:lnTo>
                  <a:pt x="4483" y="416"/>
                </a:lnTo>
                <a:cubicBezTo>
                  <a:pt x="4483" y="186"/>
                  <a:pt x="4296" y="0"/>
                  <a:pt x="4067" y="0"/>
                </a:cubicBezTo>
                <a:close/>
                <a:moveTo>
                  <a:pt x="240" y="416"/>
                </a:moveTo>
                <a:cubicBezTo>
                  <a:pt x="240" y="319"/>
                  <a:pt x="319" y="240"/>
                  <a:pt x="416" y="240"/>
                </a:cubicBezTo>
                <a:lnTo>
                  <a:pt x="2121" y="240"/>
                </a:lnTo>
                <a:lnTo>
                  <a:pt x="2121" y="513"/>
                </a:lnTo>
                <a:cubicBezTo>
                  <a:pt x="1918" y="567"/>
                  <a:pt x="1767" y="752"/>
                  <a:pt x="1767" y="973"/>
                </a:cubicBezTo>
                <a:cubicBezTo>
                  <a:pt x="1767" y="1193"/>
                  <a:pt x="1918" y="1379"/>
                  <a:pt x="2121" y="1432"/>
                </a:cubicBezTo>
                <a:lnTo>
                  <a:pt x="2121" y="1817"/>
                </a:lnTo>
                <a:lnTo>
                  <a:pt x="1647" y="1817"/>
                </a:lnTo>
                <a:cubicBezTo>
                  <a:pt x="1594" y="1614"/>
                  <a:pt x="1408" y="1463"/>
                  <a:pt x="1188" y="1463"/>
                </a:cubicBezTo>
                <a:cubicBezTo>
                  <a:pt x="968" y="1463"/>
                  <a:pt x="782" y="1614"/>
                  <a:pt x="729" y="1817"/>
                </a:cubicBezTo>
                <a:lnTo>
                  <a:pt x="240" y="1817"/>
                </a:lnTo>
                <a:lnTo>
                  <a:pt x="240" y="416"/>
                </a:lnTo>
                <a:close/>
                <a:moveTo>
                  <a:pt x="2121" y="3257"/>
                </a:moveTo>
                <a:lnTo>
                  <a:pt x="2121" y="3635"/>
                </a:lnTo>
                <a:lnTo>
                  <a:pt x="416" y="3635"/>
                </a:lnTo>
                <a:cubicBezTo>
                  <a:pt x="319" y="3635"/>
                  <a:pt x="240" y="3556"/>
                  <a:pt x="240" y="3459"/>
                </a:cubicBezTo>
                <a:lnTo>
                  <a:pt x="240" y="2057"/>
                </a:lnTo>
                <a:lnTo>
                  <a:pt x="833" y="2057"/>
                </a:lnTo>
                <a:cubicBezTo>
                  <a:pt x="899" y="2057"/>
                  <a:pt x="953" y="2004"/>
                  <a:pt x="953" y="1937"/>
                </a:cubicBezTo>
                <a:cubicBezTo>
                  <a:pt x="953" y="1808"/>
                  <a:pt x="1058" y="1703"/>
                  <a:pt x="1188" y="1703"/>
                </a:cubicBezTo>
                <a:cubicBezTo>
                  <a:pt x="1317" y="1703"/>
                  <a:pt x="1422" y="1808"/>
                  <a:pt x="1422" y="1937"/>
                </a:cubicBezTo>
                <a:cubicBezTo>
                  <a:pt x="1422" y="2004"/>
                  <a:pt x="1476" y="2057"/>
                  <a:pt x="1542" y="2057"/>
                </a:cubicBezTo>
                <a:lnTo>
                  <a:pt x="2121" y="2057"/>
                </a:lnTo>
                <a:lnTo>
                  <a:pt x="2121" y="2548"/>
                </a:lnTo>
                <a:cubicBezTo>
                  <a:pt x="2121" y="2614"/>
                  <a:pt x="2175" y="2668"/>
                  <a:pt x="2241" y="2668"/>
                </a:cubicBezTo>
                <a:cubicBezTo>
                  <a:pt x="2371" y="2668"/>
                  <a:pt x="2476" y="2773"/>
                  <a:pt x="2476" y="2902"/>
                </a:cubicBezTo>
                <a:cubicBezTo>
                  <a:pt x="2476" y="3032"/>
                  <a:pt x="2371" y="3137"/>
                  <a:pt x="2241" y="3137"/>
                </a:cubicBezTo>
                <a:cubicBezTo>
                  <a:pt x="2175" y="3137"/>
                  <a:pt x="2121" y="3191"/>
                  <a:pt x="2121" y="3257"/>
                </a:cubicBezTo>
                <a:close/>
                <a:moveTo>
                  <a:pt x="4243" y="3459"/>
                </a:moveTo>
                <a:cubicBezTo>
                  <a:pt x="4243" y="3556"/>
                  <a:pt x="4164" y="3635"/>
                  <a:pt x="4067" y="3635"/>
                </a:cubicBezTo>
                <a:lnTo>
                  <a:pt x="2361" y="3635"/>
                </a:lnTo>
                <a:lnTo>
                  <a:pt x="2361" y="3362"/>
                </a:lnTo>
                <a:cubicBezTo>
                  <a:pt x="2565" y="3308"/>
                  <a:pt x="2716" y="3123"/>
                  <a:pt x="2716" y="2902"/>
                </a:cubicBezTo>
                <a:cubicBezTo>
                  <a:pt x="2716" y="2682"/>
                  <a:pt x="2565" y="2496"/>
                  <a:pt x="2361" y="2443"/>
                </a:cubicBezTo>
                <a:lnTo>
                  <a:pt x="2361" y="2057"/>
                </a:lnTo>
                <a:lnTo>
                  <a:pt x="2847" y="2057"/>
                </a:lnTo>
                <a:cubicBezTo>
                  <a:pt x="2900" y="2261"/>
                  <a:pt x="3086" y="2412"/>
                  <a:pt x="3306" y="2412"/>
                </a:cubicBezTo>
                <a:cubicBezTo>
                  <a:pt x="3526" y="2412"/>
                  <a:pt x="3712" y="2261"/>
                  <a:pt x="3765" y="2057"/>
                </a:cubicBezTo>
                <a:lnTo>
                  <a:pt x="4243" y="2057"/>
                </a:lnTo>
                <a:lnTo>
                  <a:pt x="4243" y="3459"/>
                </a:lnTo>
                <a:close/>
                <a:moveTo>
                  <a:pt x="4243" y="1817"/>
                </a:moveTo>
                <a:lnTo>
                  <a:pt x="3661" y="1817"/>
                </a:lnTo>
                <a:cubicBezTo>
                  <a:pt x="3594" y="1817"/>
                  <a:pt x="3541" y="1871"/>
                  <a:pt x="3541" y="1937"/>
                </a:cubicBezTo>
                <a:cubicBezTo>
                  <a:pt x="3541" y="2067"/>
                  <a:pt x="3435" y="2172"/>
                  <a:pt x="3306" y="2172"/>
                </a:cubicBezTo>
                <a:cubicBezTo>
                  <a:pt x="3177" y="2172"/>
                  <a:pt x="3071" y="2067"/>
                  <a:pt x="3071" y="1937"/>
                </a:cubicBezTo>
                <a:cubicBezTo>
                  <a:pt x="3071" y="1871"/>
                  <a:pt x="3018" y="1817"/>
                  <a:pt x="2951" y="1817"/>
                </a:cubicBezTo>
                <a:lnTo>
                  <a:pt x="2361" y="1817"/>
                </a:lnTo>
                <a:lnTo>
                  <a:pt x="2361" y="1327"/>
                </a:lnTo>
                <a:cubicBezTo>
                  <a:pt x="2361" y="1261"/>
                  <a:pt x="2308" y="1207"/>
                  <a:pt x="2241" y="1207"/>
                </a:cubicBezTo>
                <a:cubicBezTo>
                  <a:pt x="2112" y="1207"/>
                  <a:pt x="2007" y="1102"/>
                  <a:pt x="2007" y="973"/>
                </a:cubicBezTo>
                <a:cubicBezTo>
                  <a:pt x="2007" y="843"/>
                  <a:pt x="2112" y="738"/>
                  <a:pt x="2241" y="738"/>
                </a:cubicBezTo>
                <a:cubicBezTo>
                  <a:pt x="2308" y="738"/>
                  <a:pt x="2361" y="684"/>
                  <a:pt x="2361" y="618"/>
                </a:cubicBezTo>
                <a:lnTo>
                  <a:pt x="2361" y="240"/>
                </a:lnTo>
                <a:lnTo>
                  <a:pt x="4067" y="240"/>
                </a:lnTo>
                <a:cubicBezTo>
                  <a:pt x="4164" y="240"/>
                  <a:pt x="4243" y="319"/>
                  <a:pt x="4243" y="416"/>
                </a:cubicBezTo>
                <a:lnTo>
                  <a:pt x="4243" y="181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ubtitle 2"/>
          <p:cNvSpPr txBox="1">
            <a:spLocks/>
          </p:cNvSpPr>
          <p:nvPr/>
        </p:nvSpPr>
        <p:spPr>
          <a:xfrm>
            <a:off x="696000" y="5024914"/>
            <a:ext cx="4205349" cy="307777"/>
          </a:xfrm>
          <a:prstGeom prst="rect">
            <a:avLst/>
          </a:prstGeom>
        </p:spPr>
        <p:txBody>
          <a:bodyPr vert="horz" wrap="square" lIns="0" tIns="0" rIns="0" bIns="0" rtlCol="0" anchor="ctr" anchorCtr="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spcBef>
                <a:spcPts val="0"/>
              </a:spcBef>
            </a:pPr>
            <a:r>
              <a:rPr lang="zh-CN" altLang="en-US" sz="2000" dirty="0">
                <a:solidFill>
                  <a:schemeClr val="accent1"/>
                </a:solidFill>
                <a:cs typeface="+mn-ea"/>
                <a:sym typeface="+mn-lt"/>
              </a:rPr>
              <a:t>在此输入小标题</a:t>
            </a:r>
            <a:endParaRPr lang="en-US" sz="2000" dirty="0" smtClean="0">
              <a:solidFill>
                <a:schemeClr val="accent1"/>
              </a:solidFill>
              <a:cs typeface="+mn-ea"/>
              <a:sym typeface="+mn-lt"/>
            </a:endParaRPr>
          </a:p>
        </p:txBody>
      </p:sp>
      <p:sp>
        <p:nvSpPr>
          <p:cNvPr id="20" name="Subtitle 2"/>
          <p:cNvSpPr txBox="1">
            <a:spLocks/>
          </p:cNvSpPr>
          <p:nvPr/>
        </p:nvSpPr>
        <p:spPr>
          <a:xfrm>
            <a:off x="696002" y="5530523"/>
            <a:ext cx="4205348" cy="969496"/>
          </a:xfrm>
          <a:prstGeom prst="rect">
            <a:avLst/>
          </a:prstGeom>
        </p:spPr>
        <p:txBody>
          <a:bodyPr vert="horz" wrap="square" lIns="0" tIns="0" rIns="0" bIns="0" rtlCol="0" anchor="t" anchorCtr="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ct val="150000"/>
              </a:lnSpc>
              <a:spcBef>
                <a:spcPts val="0"/>
              </a:spcBef>
            </a:pPr>
            <a:r>
              <a:rPr lang="zh-CN" altLang="en-US" sz="1400" dirty="0">
                <a:solidFill>
                  <a:schemeClr val="tx1"/>
                </a:solidFill>
                <a:cs typeface="+mn-ea"/>
                <a:sym typeface="+mn-lt"/>
              </a:rPr>
              <a:t>点击此处输入文字描述内容，可以是与此小标题或者与此图形所相关的内容说明介绍、数据统计分析、事件过程分析、归纳总结概述</a:t>
            </a:r>
            <a:r>
              <a:rPr lang="zh-CN" altLang="en-US" sz="1400" dirty="0" smtClean="0">
                <a:solidFill>
                  <a:schemeClr val="tx1"/>
                </a:solidFill>
                <a:cs typeface="+mn-ea"/>
                <a:sym typeface="+mn-lt"/>
              </a:rPr>
              <a:t>等</a:t>
            </a:r>
            <a:endParaRPr lang="en-US" sz="1400" dirty="0">
              <a:solidFill>
                <a:schemeClr val="tx1"/>
              </a:solidFill>
              <a:cs typeface="+mn-ea"/>
              <a:sym typeface="+mn-lt"/>
            </a:endParaRPr>
          </a:p>
        </p:txBody>
      </p:sp>
    </p:spTree>
    <p:extLst>
      <p:ext uri="{BB962C8B-B14F-4D97-AF65-F5344CB8AC3E}">
        <p14:creationId xmlns:p14="http://schemas.microsoft.com/office/powerpoint/2010/main" val="40041707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Effect transition="in" filter="fade">
                                      <p:cBhvr>
                                        <p:cTn id="21" dur="500"/>
                                        <p:tgtEl>
                                          <p:spTgt spid="1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par>
                                <p:cTn id="27" presetID="42"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anim calcmode="lin" valueType="num">
                                      <p:cBhvr>
                                        <p:cTn id="30" dur="500" fill="hold"/>
                                        <p:tgtEl>
                                          <p:spTgt spid="14"/>
                                        </p:tgtEl>
                                        <p:attrNameLst>
                                          <p:attrName>ppt_x</p:attrName>
                                        </p:attrNameLst>
                                      </p:cBhvr>
                                      <p:tavLst>
                                        <p:tav tm="0">
                                          <p:val>
                                            <p:strVal val="#ppt_x"/>
                                          </p:val>
                                        </p:tav>
                                        <p:tav tm="100000">
                                          <p:val>
                                            <p:strVal val="#ppt_x"/>
                                          </p:val>
                                        </p:tav>
                                      </p:tavLst>
                                    </p:anim>
                                    <p:anim calcmode="lin" valueType="num">
                                      <p:cBhvr>
                                        <p:cTn id="31" dur="500" fill="hold"/>
                                        <p:tgtEl>
                                          <p:spTgt spid="14"/>
                                        </p:tgtEl>
                                        <p:attrNameLst>
                                          <p:attrName>ppt_y</p:attrName>
                                        </p:attrNameLst>
                                      </p:cBhvr>
                                      <p:tavLst>
                                        <p:tav tm="0">
                                          <p:val>
                                            <p:strVal val="#ppt_y+.1"/>
                                          </p:val>
                                        </p:tav>
                                        <p:tav tm="100000">
                                          <p:val>
                                            <p:strVal val="#ppt_y"/>
                                          </p:val>
                                        </p:tav>
                                      </p:tavLst>
                                    </p:anim>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p:cTn id="39" dur="500" fill="hold"/>
                                        <p:tgtEl>
                                          <p:spTgt spid="4"/>
                                        </p:tgtEl>
                                        <p:attrNameLst>
                                          <p:attrName>ppt_w</p:attrName>
                                        </p:attrNameLst>
                                      </p:cBhvr>
                                      <p:tavLst>
                                        <p:tav tm="0">
                                          <p:val>
                                            <p:fltVal val="0"/>
                                          </p:val>
                                        </p:tav>
                                        <p:tav tm="100000">
                                          <p:val>
                                            <p:strVal val="#ppt_w"/>
                                          </p:val>
                                        </p:tav>
                                      </p:tavLst>
                                    </p:anim>
                                    <p:anim calcmode="lin" valueType="num">
                                      <p:cBhvr>
                                        <p:cTn id="40" dur="500" fill="hold"/>
                                        <p:tgtEl>
                                          <p:spTgt spid="4"/>
                                        </p:tgtEl>
                                        <p:attrNameLst>
                                          <p:attrName>ppt_h</p:attrName>
                                        </p:attrNameLst>
                                      </p:cBhvr>
                                      <p:tavLst>
                                        <p:tav tm="0">
                                          <p:val>
                                            <p:fltVal val="0"/>
                                          </p:val>
                                        </p:tav>
                                        <p:tav tm="100000">
                                          <p:val>
                                            <p:strVal val="#ppt_h"/>
                                          </p:val>
                                        </p:tav>
                                      </p:tavLst>
                                    </p:anim>
                                    <p:animEffect transition="in" filter="fade">
                                      <p:cBhvr>
                                        <p:cTn id="41" dur="500"/>
                                        <p:tgtEl>
                                          <p:spTgt spid="4"/>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Effect transition="in" filter="fade">
                                      <p:cBhvr>
                                        <p:cTn id="46" dur="500"/>
                                        <p:tgtEl>
                                          <p:spTgt spid="18"/>
                                        </p:tgtEl>
                                      </p:cBhvr>
                                    </p:animEffect>
                                  </p:childTnLst>
                                </p:cTn>
                              </p:par>
                              <p:par>
                                <p:cTn id="47" presetID="42"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anim calcmode="lin" valueType="num">
                                      <p:cBhvr>
                                        <p:cTn id="50" dur="500" fill="hold"/>
                                        <p:tgtEl>
                                          <p:spTgt spid="19"/>
                                        </p:tgtEl>
                                        <p:attrNameLst>
                                          <p:attrName>ppt_x</p:attrName>
                                        </p:attrNameLst>
                                      </p:cBhvr>
                                      <p:tavLst>
                                        <p:tav tm="0">
                                          <p:val>
                                            <p:strVal val="#ppt_x"/>
                                          </p:val>
                                        </p:tav>
                                        <p:tav tm="100000">
                                          <p:val>
                                            <p:strVal val="#ppt_x"/>
                                          </p:val>
                                        </p:tav>
                                      </p:tavLst>
                                    </p:anim>
                                    <p:anim calcmode="lin" valueType="num">
                                      <p:cBhvr>
                                        <p:cTn id="51" dur="500" fill="hold"/>
                                        <p:tgtEl>
                                          <p:spTgt spid="19"/>
                                        </p:tgtEl>
                                        <p:attrNameLst>
                                          <p:attrName>ppt_y</p:attrName>
                                        </p:attrNameLst>
                                      </p:cBhvr>
                                      <p:tavLst>
                                        <p:tav tm="0">
                                          <p:val>
                                            <p:strVal val="#ppt_y+.1"/>
                                          </p:val>
                                        </p:tav>
                                        <p:tav tm="100000">
                                          <p:val>
                                            <p:strVal val="#ppt_y"/>
                                          </p:val>
                                        </p:tav>
                                      </p:tavLst>
                                    </p:anim>
                                  </p:childTnLst>
                                </p:cTn>
                              </p:par>
                            </p:childTnLst>
                          </p:cTn>
                        </p:par>
                        <p:par>
                          <p:cTn id="52" fill="hold">
                            <p:stCondLst>
                              <p:cond delay="3000"/>
                            </p:stCondLst>
                            <p:childTnLst>
                              <p:par>
                                <p:cTn id="53" presetID="10" presetClass="entr" presetSubtype="0"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3500"/>
                            </p:stCondLst>
                            <p:childTnLst>
                              <p:par>
                                <p:cTn id="57" presetID="22" presetClass="entr" presetSubtype="1" fill="hold" nodeType="after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up)">
                                      <p:cBhvr>
                                        <p:cTn id="59" dur="500"/>
                                        <p:tgtEl>
                                          <p:spTgt spid="5"/>
                                        </p:tgtEl>
                                      </p:cBhvr>
                                    </p:animEffect>
                                  </p:childTnLst>
                                </p:cTn>
                              </p:par>
                            </p:childTnLst>
                          </p:cTn>
                        </p:par>
                        <p:par>
                          <p:cTn id="60" fill="hold">
                            <p:stCondLst>
                              <p:cond delay="4000"/>
                            </p:stCondLst>
                            <p:childTnLst>
                              <p:par>
                                <p:cTn id="61" presetID="42" presetClass="entr" presetSubtype="0" fill="hold" nodeType="after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500"/>
                                        <p:tgtEl>
                                          <p:spTgt spid="6"/>
                                        </p:tgtEl>
                                      </p:cBhvr>
                                    </p:animEffect>
                                    <p:anim calcmode="lin" valueType="num">
                                      <p:cBhvr>
                                        <p:cTn id="64" dur="500" fill="hold"/>
                                        <p:tgtEl>
                                          <p:spTgt spid="6"/>
                                        </p:tgtEl>
                                        <p:attrNameLst>
                                          <p:attrName>ppt_x</p:attrName>
                                        </p:attrNameLst>
                                      </p:cBhvr>
                                      <p:tavLst>
                                        <p:tav tm="0">
                                          <p:val>
                                            <p:strVal val="#ppt_x"/>
                                          </p:val>
                                        </p:tav>
                                        <p:tav tm="100000">
                                          <p:val>
                                            <p:strVal val="#ppt_x"/>
                                          </p:val>
                                        </p:tav>
                                      </p:tavLst>
                                    </p:anim>
                                    <p:anim calcmode="lin" valueType="num">
                                      <p:cBhvr>
                                        <p:cTn id="65" dur="500" fill="hold"/>
                                        <p:tgtEl>
                                          <p:spTgt spid="6"/>
                                        </p:tgtEl>
                                        <p:attrNameLst>
                                          <p:attrName>ppt_y</p:attrName>
                                        </p:attrNameLst>
                                      </p:cBhvr>
                                      <p:tavLst>
                                        <p:tav tm="0">
                                          <p:val>
                                            <p:strVal val="#ppt_y+.1"/>
                                          </p:val>
                                        </p:tav>
                                        <p:tav tm="100000">
                                          <p:val>
                                            <p:strVal val="#ppt_y"/>
                                          </p:val>
                                        </p:tav>
                                      </p:tavLst>
                                    </p:anim>
                                  </p:childTnLst>
                                </p:cTn>
                              </p:par>
                              <p:par>
                                <p:cTn id="66" presetID="10" presetClass="entr" presetSubtype="0" fill="hold" grpId="0" nodeType="with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fade">
                                      <p:cBhvr>
                                        <p:cTn id="68" dur="500"/>
                                        <p:tgtEl>
                                          <p:spTgt spid="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fade">
                                      <p:cBhvr>
                                        <p:cTn id="71" dur="500"/>
                                        <p:tgtEl>
                                          <p:spTgt spid="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fade">
                                      <p:cBhvr>
                                        <p:cTn id="74" dur="500"/>
                                        <p:tgtEl>
                                          <p:spTgt spid="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fade">
                                      <p:cBhvr>
                                        <p:cTn id="7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p:bldP spid="9" grpId="0"/>
      <p:bldP spid="10" grpId="0" animBg="1"/>
      <p:bldP spid="14" grpId="0"/>
      <p:bldP spid="15" grpId="0"/>
      <p:bldP spid="16" grpId="0" animBg="1"/>
      <p:bldP spid="17" grpId="0" animBg="1"/>
      <p:bldP spid="18" grpId="0" animBg="1"/>
      <p:bldP spid="1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t>1.</a:t>
            </a:r>
            <a:r>
              <a:rPr lang="zh-CN" altLang="en-US" dirty="0" smtClean="0"/>
              <a:t>研发背景介绍</a:t>
            </a:r>
            <a:endParaRPr lang="zh-CN" altLang="en-US" dirty="0"/>
          </a:p>
        </p:txBody>
      </p:sp>
      <p:sp>
        <p:nvSpPr>
          <p:cNvPr id="11" name="文本占位符 10"/>
          <p:cNvSpPr>
            <a:spLocks noGrp="1"/>
          </p:cNvSpPr>
          <p:nvPr>
            <p:ph type="body" sz="quarter" idx="14"/>
          </p:nvPr>
        </p:nvSpPr>
        <p:spPr/>
        <p:txBody>
          <a:bodyPr/>
          <a:lstStyle/>
          <a:p>
            <a:r>
              <a:rPr lang="zh-CN" altLang="en-US" dirty="0">
                <a:cs typeface="+mn-ea"/>
                <a:sym typeface="+mn-lt"/>
              </a:rPr>
              <a:t>产品服务介绍</a:t>
            </a:r>
          </a:p>
        </p:txBody>
      </p:sp>
      <p:sp>
        <p:nvSpPr>
          <p:cNvPr id="12" name="文本占位符 11"/>
          <p:cNvSpPr>
            <a:spLocks noGrp="1"/>
          </p:cNvSpPr>
          <p:nvPr>
            <p:ph type="body" sz="quarter" idx="15"/>
          </p:nvPr>
        </p:nvSpPr>
        <p:spPr/>
        <p:txBody>
          <a:bodyPr/>
          <a:lstStyle/>
          <a:p>
            <a:r>
              <a:rPr lang="en-US" altLang="zh-CN" dirty="0">
                <a:latin typeface="+mn-ea"/>
                <a:cs typeface="+mn-ea"/>
                <a:sym typeface="+mn-lt"/>
              </a:rPr>
              <a:t>PRODUCT&amp;SERVICES</a:t>
            </a:r>
            <a:endParaRPr lang="zh-CN" altLang="en-US" dirty="0">
              <a:latin typeface="+mn-ea"/>
              <a:cs typeface="+mn-ea"/>
              <a:sym typeface="+mn-lt"/>
            </a:endParaRPr>
          </a:p>
        </p:txBody>
      </p:sp>
      <p:sp>
        <p:nvSpPr>
          <p:cNvPr id="5" name="文本占位符 4"/>
          <p:cNvSpPr>
            <a:spLocks noGrp="1"/>
          </p:cNvSpPr>
          <p:nvPr>
            <p:ph type="body" sz="quarter" idx="16"/>
          </p:nvPr>
        </p:nvSpPr>
        <p:spPr/>
        <p:txBody>
          <a:bodyPr/>
          <a:lstStyle/>
          <a:p>
            <a:r>
              <a:rPr lang="en-US" altLang="zh-CN" dirty="0"/>
              <a:t>PART </a:t>
            </a:r>
            <a:r>
              <a:rPr lang="en-US" altLang="zh-CN" dirty="0" smtClean="0"/>
              <a:t>03</a:t>
            </a:r>
            <a:endParaRPr lang="zh-CN" altLang="en-US" dirty="0"/>
          </a:p>
        </p:txBody>
      </p:sp>
    </p:spTree>
    <p:extLst>
      <p:ext uri="{BB962C8B-B14F-4D97-AF65-F5344CB8AC3E}">
        <p14:creationId xmlns:p14="http://schemas.microsoft.com/office/powerpoint/2010/main" val="110407119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研发</a:t>
            </a:r>
            <a:r>
              <a:rPr lang="zh-CN" altLang="en-US" dirty="0" smtClean="0"/>
              <a:t>背景介绍</a:t>
            </a:r>
            <a:endParaRPr lang="zh-CN" altLang="en-US" dirty="0"/>
          </a:p>
        </p:txBody>
      </p:sp>
      <p:sp>
        <p:nvSpPr>
          <p:cNvPr id="3" name="文本占位符 2"/>
          <p:cNvSpPr>
            <a:spLocks noGrp="1"/>
          </p:cNvSpPr>
          <p:nvPr>
            <p:ph type="body" sz="quarter" idx="10"/>
          </p:nvPr>
        </p:nvSpPr>
        <p:spPr/>
        <p:txBody>
          <a:bodyPr/>
          <a:lstStyle/>
          <a:p>
            <a:r>
              <a:rPr lang="en-US" altLang="zh-CN" dirty="0" smtClean="0"/>
              <a:t>RESEARCH BACKGROUND</a:t>
            </a:r>
            <a:endParaRPr lang="zh-CN" altLang="en-US" dirty="0"/>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r="25105"/>
          <a:stretch/>
        </p:blipFill>
        <p:spPr>
          <a:xfrm>
            <a:off x="696000" y="1476465"/>
            <a:ext cx="2528645" cy="5041996"/>
          </a:xfrm>
          <a:prstGeom prst="rect">
            <a:avLst/>
          </a:prstGeom>
        </p:spPr>
      </p:pic>
      <p:pic>
        <p:nvPicPr>
          <p:cNvPr id="5" name="图片 4"/>
          <p:cNvPicPr>
            <a:picLocks noChangeAspect="1"/>
          </p:cNvPicPr>
          <p:nvPr/>
        </p:nvPicPr>
        <p:blipFill rotWithShape="1">
          <a:blip r:embed="rId4" cstate="print">
            <a:extLst>
              <a:ext uri="{28A0092B-C50C-407E-A947-70E740481C1C}">
                <a14:useLocalDpi xmlns:a14="http://schemas.microsoft.com/office/drawing/2010/main" val="0"/>
              </a:ext>
            </a:extLst>
          </a:blip>
          <a:srcRect r="24814"/>
          <a:stretch/>
        </p:blipFill>
        <p:spPr>
          <a:xfrm>
            <a:off x="3350841" y="1476465"/>
            <a:ext cx="2528645" cy="5041996"/>
          </a:xfrm>
          <a:prstGeom prst="rect">
            <a:avLst/>
          </a:prstGeom>
        </p:spPr>
      </p:pic>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06538" y="2286460"/>
            <a:ext cx="3589461" cy="2390946"/>
          </a:xfrm>
          <a:prstGeom prst="rect">
            <a:avLst/>
          </a:prstGeom>
        </p:spPr>
      </p:pic>
      <p:sp>
        <p:nvSpPr>
          <p:cNvPr id="7" name="文本框 6"/>
          <p:cNvSpPr txBox="1"/>
          <p:nvPr/>
        </p:nvSpPr>
        <p:spPr>
          <a:xfrm>
            <a:off x="7906538" y="1476465"/>
            <a:ext cx="3589461" cy="307777"/>
          </a:xfrm>
          <a:prstGeom prst="rect">
            <a:avLst/>
          </a:prstGeom>
          <a:noFill/>
          <a:ln>
            <a:noFill/>
          </a:ln>
        </p:spPr>
        <p:txBody>
          <a:bodyPr wrap="square" lIns="0" tIns="0" rIns="0" bIns="0" rtlCol="0">
            <a:spAutoFit/>
          </a:bodyPr>
          <a:lstStyle/>
          <a:p>
            <a:r>
              <a:rPr lang="zh-CN" altLang="en-US" sz="2000" b="1" dirty="0" smtClean="0">
                <a:solidFill>
                  <a:schemeClr val="accent1"/>
                </a:solidFill>
                <a:cs typeface="+mn-ea"/>
                <a:sym typeface="+mn-lt"/>
              </a:rPr>
              <a:t>在此输入小标题</a:t>
            </a:r>
          </a:p>
        </p:txBody>
      </p:sp>
      <p:sp>
        <p:nvSpPr>
          <p:cNvPr id="8" name="文本框 7"/>
          <p:cNvSpPr txBox="1"/>
          <p:nvPr/>
        </p:nvSpPr>
        <p:spPr>
          <a:xfrm>
            <a:off x="7906539" y="4922820"/>
            <a:ext cx="3589462" cy="1577355"/>
          </a:xfrm>
          <a:prstGeom prst="rect">
            <a:avLst/>
          </a:prstGeom>
          <a:noFill/>
        </p:spPr>
        <p:txBody>
          <a:bodyPr wrap="square" lIns="0" tIns="0" rIns="0" bIns="0" rtlCol="0">
            <a:spAutoFit/>
          </a:bodyPr>
          <a:lstStyle/>
          <a:p>
            <a:pPr>
              <a:lnSpc>
                <a:spcPct val="150000"/>
              </a:lnSpc>
              <a:spcAft>
                <a:spcPts val="1500"/>
              </a:spcAft>
            </a:pPr>
            <a:r>
              <a:rPr lang="zh-CN" altLang="en-US" sz="1200" dirty="0">
                <a:cs typeface="+mn-ea"/>
                <a:sym typeface="+mn-lt"/>
              </a:rPr>
              <a:t>点击此处输入与此小标题或者与此图形相关的内容介绍</a:t>
            </a:r>
            <a:r>
              <a:rPr lang="zh-CN" altLang="en-US" sz="1200" dirty="0" smtClean="0">
                <a:cs typeface="+mn-ea"/>
                <a:sym typeface="+mn-lt"/>
              </a:rPr>
              <a:t>、事件</a:t>
            </a:r>
            <a:r>
              <a:rPr lang="zh-CN" altLang="en-US" sz="1200" dirty="0">
                <a:cs typeface="+mn-ea"/>
                <a:sym typeface="+mn-lt"/>
              </a:rPr>
              <a:t>分析、总结概述等文字描述</a:t>
            </a:r>
            <a:r>
              <a:rPr lang="zh-CN" altLang="en-US" sz="1200" dirty="0" smtClean="0">
                <a:cs typeface="+mn-ea"/>
                <a:sym typeface="+mn-lt"/>
              </a:rPr>
              <a:t>内容</a:t>
            </a:r>
            <a:endParaRPr lang="zh-CN" altLang="en-US" sz="1200" dirty="0">
              <a:cs typeface="+mn-ea"/>
              <a:sym typeface="+mn-lt"/>
            </a:endParaRPr>
          </a:p>
          <a:p>
            <a:pPr>
              <a:lnSpc>
                <a:spcPct val="150000"/>
              </a:lnSpc>
              <a:spcAft>
                <a:spcPts val="1500"/>
              </a:spcAft>
            </a:pPr>
            <a:r>
              <a:rPr lang="zh-CN" altLang="en-US" sz="1200" dirty="0">
                <a:cs typeface="+mn-ea"/>
                <a:sym typeface="+mn-lt"/>
              </a:rPr>
              <a:t>点击此处输入文字描述内容，可以是与此小标题或者与此图形所相关的内容说明介绍、数据统计分析、事件过程分析、归纳总结概述</a:t>
            </a:r>
            <a:r>
              <a:rPr lang="zh-CN" altLang="en-US" sz="1200" dirty="0" smtClean="0">
                <a:cs typeface="+mn-ea"/>
                <a:sym typeface="+mn-lt"/>
              </a:rPr>
              <a:t>等</a:t>
            </a:r>
          </a:p>
        </p:txBody>
      </p:sp>
      <p:sp>
        <p:nvSpPr>
          <p:cNvPr id="9" name="文本框 8"/>
          <p:cNvSpPr txBox="1"/>
          <p:nvPr/>
        </p:nvSpPr>
        <p:spPr>
          <a:xfrm>
            <a:off x="7906538" y="1865075"/>
            <a:ext cx="3589461" cy="123111"/>
          </a:xfrm>
          <a:prstGeom prst="rect">
            <a:avLst/>
          </a:prstGeom>
          <a:noFill/>
          <a:ln>
            <a:noFill/>
          </a:ln>
        </p:spPr>
        <p:txBody>
          <a:bodyPr wrap="square" lIns="0" tIns="0" rIns="0" bIns="0" rtlCol="0">
            <a:spAutoFit/>
          </a:bodyPr>
          <a:lstStyle/>
          <a:p>
            <a:r>
              <a:rPr lang="en-US" altLang="zh-CN" sz="800" dirty="0">
                <a:solidFill>
                  <a:schemeClr val="tx1">
                    <a:lumMod val="50000"/>
                    <a:lumOff val="50000"/>
                  </a:schemeClr>
                </a:solidFill>
                <a:cs typeface="+mn-ea"/>
                <a:sym typeface="+mn-lt"/>
              </a:rPr>
              <a:t>ENTER RELEVANT TEXT DESCRIPTION HERE</a:t>
            </a:r>
            <a:endParaRPr lang="zh-CN" altLang="en-US" sz="800" dirty="0" smtClean="0">
              <a:solidFill>
                <a:schemeClr val="tx1">
                  <a:lumMod val="50000"/>
                  <a:lumOff val="50000"/>
                </a:schemeClr>
              </a:solidFill>
              <a:cs typeface="+mn-ea"/>
              <a:sym typeface="+mn-lt"/>
            </a:endParaRPr>
          </a:p>
        </p:txBody>
      </p:sp>
    </p:spTree>
    <p:extLst>
      <p:ext uri="{BB962C8B-B14F-4D97-AF65-F5344CB8AC3E}">
        <p14:creationId xmlns:p14="http://schemas.microsoft.com/office/powerpoint/2010/main" val="41188908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2" presetClass="entr" presetSubtype="2"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par>
                          <p:cTn id="25" fill="hold">
                            <p:stCondLst>
                              <p:cond delay="1500"/>
                            </p:stCondLst>
                            <p:childTnLst>
                              <p:par>
                                <p:cTn id="26" presetID="53" presetClass="entr" presetSubtype="16" fill="hold" grpId="0" nodeType="afterEffect">
                                  <p:stCondLst>
                                    <p:cond delay="0"/>
                                  </p:stCondLst>
                                  <p:iterate type="lt">
                                    <p:tmPct val="1000"/>
                                  </p:iterate>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企业产品</a:t>
            </a:r>
            <a:r>
              <a:rPr lang="zh-CN" altLang="en-US" dirty="0"/>
              <a:t>介绍</a:t>
            </a:r>
          </a:p>
        </p:txBody>
      </p:sp>
      <p:sp>
        <p:nvSpPr>
          <p:cNvPr id="3" name="文本占位符 2"/>
          <p:cNvSpPr>
            <a:spLocks noGrp="1"/>
          </p:cNvSpPr>
          <p:nvPr>
            <p:ph type="body" sz="quarter" idx="10"/>
          </p:nvPr>
        </p:nvSpPr>
        <p:spPr/>
        <p:txBody>
          <a:bodyPr/>
          <a:lstStyle/>
          <a:p>
            <a:r>
              <a:rPr lang="en-US" altLang="zh-CN" dirty="0" smtClean="0"/>
              <a:t>PRODUCT DESCRIPTION</a:t>
            </a:r>
            <a:endParaRPr lang="zh-CN" altLang="en-US" dirty="0"/>
          </a:p>
        </p:txBody>
      </p:sp>
      <p:sp>
        <p:nvSpPr>
          <p:cNvPr id="4" name="椭圆 3"/>
          <p:cNvSpPr/>
          <p:nvPr/>
        </p:nvSpPr>
        <p:spPr>
          <a:xfrm>
            <a:off x="1644045" y="3702353"/>
            <a:ext cx="167425" cy="1674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cs typeface="+mn-ea"/>
              <a:sym typeface="+mn-lt"/>
            </a:endParaRPr>
          </a:p>
        </p:txBody>
      </p:sp>
      <p:sp>
        <p:nvSpPr>
          <p:cNvPr id="5" name="文本框 4"/>
          <p:cNvSpPr txBox="1"/>
          <p:nvPr/>
        </p:nvSpPr>
        <p:spPr>
          <a:xfrm>
            <a:off x="695999" y="4016621"/>
            <a:ext cx="2063516" cy="246221"/>
          </a:xfrm>
          <a:prstGeom prst="rect">
            <a:avLst/>
          </a:prstGeom>
          <a:noFill/>
        </p:spPr>
        <p:txBody>
          <a:bodyPr wrap="square" lIns="0" tIns="0" rIns="0" bIns="0" rtlCol="0">
            <a:spAutoFit/>
          </a:bodyPr>
          <a:lstStyle/>
          <a:p>
            <a:pPr algn="ctr"/>
            <a:r>
              <a:rPr lang="zh-CN" altLang="en-US" sz="1600" dirty="0">
                <a:solidFill>
                  <a:schemeClr val="accent1"/>
                </a:solidFill>
                <a:cs typeface="+mn-ea"/>
                <a:sym typeface="+mn-lt"/>
              </a:rPr>
              <a:t>在此输入小标题</a:t>
            </a:r>
          </a:p>
        </p:txBody>
      </p:sp>
      <p:sp>
        <p:nvSpPr>
          <p:cNvPr id="6" name="文本框 5"/>
          <p:cNvSpPr txBox="1"/>
          <p:nvPr/>
        </p:nvSpPr>
        <p:spPr>
          <a:xfrm>
            <a:off x="696000" y="4782208"/>
            <a:ext cx="2063514" cy="1577740"/>
          </a:xfrm>
          <a:prstGeom prst="rect">
            <a:avLst/>
          </a:prstGeom>
          <a:noFill/>
        </p:spPr>
        <p:txBody>
          <a:bodyPr wrap="square" lIns="0" tIns="0" rIns="0" bIns="0" rtlCol="0">
            <a:spAutoFit/>
          </a:bodyPr>
          <a:lstStyle/>
          <a:p>
            <a:pPr algn="ctr">
              <a:lnSpc>
                <a:spcPct val="150000"/>
              </a:lnSpc>
            </a:pPr>
            <a:r>
              <a:rPr lang="zh-CN" altLang="en-US" sz="1400" dirty="0">
                <a:solidFill>
                  <a:schemeClr val="tx1">
                    <a:lumMod val="75000"/>
                    <a:lumOff val="25000"/>
                  </a:schemeClr>
                </a:solidFill>
                <a:cs typeface="+mn-ea"/>
                <a:sym typeface="+mn-lt"/>
              </a:rPr>
              <a:t>点击此处输入与此小标题或者与此图形相关的内容介绍、数据统计、事件分析、总结概述等文字描述内容</a:t>
            </a:r>
          </a:p>
        </p:txBody>
      </p:sp>
      <p:cxnSp>
        <p:nvCxnSpPr>
          <p:cNvPr id="7" name="直接连接符 6"/>
          <p:cNvCxnSpPr/>
          <p:nvPr/>
        </p:nvCxnSpPr>
        <p:spPr>
          <a:xfrm>
            <a:off x="3183838" y="1368883"/>
            <a:ext cx="0" cy="504000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4556207" y="3702353"/>
            <a:ext cx="167425" cy="1674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cs typeface="+mn-ea"/>
              <a:sym typeface="+mn-lt"/>
            </a:endParaRPr>
          </a:p>
        </p:txBody>
      </p:sp>
      <p:sp>
        <p:nvSpPr>
          <p:cNvPr id="9" name="文本框 8"/>
          <p:cNvSpPr txBox="1"/>
          <p:nvPr/>
        </p:nvSpPr>
        <p:spPr>
          <a:xfrm>
            <a:off x="3608161" y="4016621"/>
            <a:ext cx="2063516" cy="246221"/>
          </a:xfrm>
          <a:prstGeom prst="rect">
            <a:avLst/>
          </a:prstGeom>
          <a:noFill/>
        </p:spPr>
        <p:txBody>
          <a:bodyPr wrap="square" lIns="0" tIns="0" rIns="0" bIns="0" rtlCol="0">
            <a:spAutoFit/>
          </a:bodyPr>
          <a:lstStyle/>
          <a:p>
            <a:pPr algn="ctr"/>
            <a:r>
              <a:rPr lang="zh-CN" altLang="en-US" sz="1600" dirty="0">
                <a:solidFill>
                  <a:schemeClr val="accent1"/>
                </a:solidFill>
                <a:cs typeface="+mn-ea"/>
                <a:sym typeface="+mn-lt"/>
              </a:rPr>
              <a:t>在此输入小标题</a:t>
            </a:r>
          </a:p>
        </p:txBody>
      </p:sp>
      <p:sp>
        <p:nvSpPr>
          <p:cNvPr id="10" name="文本框 9"/>
          <p:cNvSpPr txBox="1"/>
          <p:nvPr/>
        </p:nvSpPr>
        <p:spPr>
          <a:xfrm>
            <a:off x="3608162" y="4782208"/>
            <a:ext cx="2063514" cy="1577740"/>
          </a:xfrm>
          <a:prstGeom prst="rect">
            <a:avLst/>
          </a:prstGeom>
          <a:noFill/>
        </p:spPr>
        <p:txBody>
          <a:bodyPr wrap="square" lIns="0" tIns="0" rIns="0" bIns="0" rtlCol="0">
            <a:spAutoFit/>
          </a:bodyPr>
          <a:lstStyle>
            <a:defPPr>
              <a:defRPr lang="zh-CN"/>
            </a:defPPr>
            <a:lvl1pPr algn="ctr">
              <a:defRPr>
                <a:latin typeface="微软雅黑" panose="020B0503020204020204" pitchFamily="34" charset="-122"/>
                <a:ea typeface="微软雅黑" panose="020B0503020204020204" pitchFamily="34" charset="-122"/>
              </a:defRPr>
            </a:lvl1pPr>
          </a:lstStyle>
          <a:p>
            <a:pPr>
              <a:lnSpc>
                <a:spcPct val="150000"/>
              </a:lnSpc>
            </a:pPr>
            <a:r>
              <a:rPr lang="zh-CN" altLang="en-US" sz="1400" dirty="0">
                <a:solidFill>
                  <a:schemeClr val="tx1">
                    <a:lumMod val="75000"/>
                    <a:lumOff val="25000"/>
                  </a:schemeClr>
                </a:solidFill>
                <a:latin typeface="+mn-lt"/>
                <a:ea typeface="+mn-ea"/>
                <a:cs typeface="+mn-ea"/>
                <a:sym typeface="+mn-lt"/>
              </a:rPr>
              <a:t>点击此处输入与此小标题或者与此图形相关的内容介绍、数据统计、事件分析、总结概述等文字描述内容</a:t>
            </a:r>
          </a:p>
        </p:txBody>
      </p:sp>
      <p:cxnSp>
        <p:nvCxnSpPr>
          <p:cNvPr id="11" name="直接连接符 10"/>
          <p:cNvCxnSpPr/>
          <p:nvPr/>
        </p:nvCxnSpPr>
        <p:spPr>
          <a:xfrm>
            <a:off x="6096000" y="1368883"/>
            <a:ext cx="0" cy="504000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7468369" y="3702353"/>
            <a:ext cx="167425" cy="1674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cs typeface="+mn-ea"/>
              <a:sym typeface="+mn-lt"/>
            </a:endParaRPr>
          </a:p>
        </p:txBody>
      </p:sp>
      <p:sp>
        <p:nvSpPr>
          <p:cNvPr id="13" name="文本框 12"/>
          <p:cNvSpPr txBox="1"/>
          <p:nvPr/>
        </p:nvSpPr>
        <p:spPr>
          <a:xfrm>
            <a:off x="6520323" y="4016621"/>
            <a:ext cx="2063516" cy="246221"/>
          </a:xfrm>
          <a:prstGeom prst="rect">
            <a:avLst/>
          </a:prstGeom>
          <a:noFill/>
        </p:spPr>
        <p:txBody>
          <a:bodyPr wrap="square" lIns="0" tIns="0" rIns="0" bIns="0" rtlCol="0">
            <a:spAutoFit/>
          </a:bodyPr>
          <a:lstStyle/>
          <a:p>
            <a:pPr algn="ctr"/>
            <a:r>
              <a:rPr lang="zh-CN" altLang="en-US" sz="1600" dirty="0">
                <a:solidFill>
                  <a:schemeClr val="accent1"/>
                </a:solidFill>
                <a:cs typeface="+mn-ea"/>
                <a:sym typeface="+mn-lt"/>
              </a:rPr>
              <a:t>在此输入小标题</a:t>
            </a:r>
          </a:p>
        </p:txBody>
      </p:sp>
      <p:sp>
        <p:nvSpPr>
          <p:cNvPr id="14" name="文本框 13"/>
          <p:cNvSpPr txBox="1"/>
          <p:nvPr/>
        </p:nvSpPr>
        <p:spPr>
          <a:xfrm>
            <a:off x="6520324" y="4782208"/>
            <a:ext cx="2063514" cy="1577740"/>
          </a:xfrm>
          <a:prstGeom prst="rect">
            <a:avLst/>
          </a:prstGeom>
          <a:noFill/>
        </p:spPr>
        <p:txBody>
          <a:bodyPr wrap="square" lIns="0" tIns="0" rIns="0" bIns="0" rtlCol="0">
            <a:spAutoFit/>
          </a:bodyPr>
          <a:lstStyle>
            <a:defPPr>
              <a:defRPr lang="zh-CN"/>
            </a:defPPr>
            <a:lvl1pPr algn="ctr">
              <a:defRPr>
                <a:latin typeface="微软雅黑" panose="020B0503020204020204" pitchFamily="34" charset="-122"/>
                <a:ea typeface="微软雅黑" panose="020B0503020204020204" pitchFamily="34" charset="-122"/>
              </a:defRPr>
            </a:lvl1pPr>
          </a:lstStyle>
          <a:p>
            <a:pPr>
              <a:lnSpc>
                <a:spcPct val="150000"/>
              </a:lnSpc>
            </a:pPr>
            <a:r>
              <a:rPr lang="zh-CN" altLang="en-US" sz="1400" dirty="0">
                <a:solidFill>
                  <a:schemeClr val="tx1">
                    <a:lumMod val="75000"/>
                    <a:lumOff val="25000"/>
                  </a:schemeClr>
                </a:solidFill>
                <a:latin typeface="+mn-lt"/>
                <a:ea typeface="+mn-ea"/>
                <a:cs typeface="+mn-ea"/>
                <a:sym typeface="+mn-lt"/>
              </a:rPr>
              <a:t>点击此处输入与此小标题或者与此图形相关的内容介绍、数据统计、事件分析、总结概述等文字描述内容</a:t>
            </a:r>
          </a:p>
        </p:txBody>
      </p:sp>
      <p:cxnSp>
        <p:nvCxnSpPr>
          <p:cNvPr id="15" name="直接连接符 14"/>
          <p:cNvCxnSpPr/>
          <p:nvPr/>
        </p:nvCxnSpPr>
        <p:spPr>
          <a:xfrm>
            <a:off x="9008162" y="1368883"/>
            <a:ext cx="0" cy="504000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10380530" y="3702353"/>
            <a:ext cx="167425" cy="1674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cs typeface="+mn-ea"/>
              <a:sym typeface="+mn-lt"/>
            </a:endParaRPr>
          </a:p>
        </p:txBody>
      </p:sp>
      <p:sp>
        <p:nvSpPr>
          <p:cNvPr id="17" name="文本框 16"/>
          <p:cNvSpPr txBox="1"/>
          <p:nvPr/>
        </p:nvSpPr>
        <p:spPr>
          <a:xfrm>
            <a:off x="9432484" y="4016621"/>
            <a:ext cx="2063516" cy="246221"/>
          </a:xfrm>
          <a:prstGeom prst="rect">
            <a:avLst/>
          </a:prstGeom>
          <a:noFill/>
        </p:spPr>
        <p:txBody>
          <a:bodyPr wrap="square" lIns="0" tIns="0" rIns="0" bIns="0" rtlCol="0">
            <a:spAutoFit/>
          </a:bodyPr>
          <a:lstStyle/>
          <a:p>
            <a:pPr algn="ctr"/>
            <a:r>
              <a:rPr lang="zh-CN" altLang="en-US" sz="1600" dirty="0">
                <a:solidFill>
                  <a:schemeClr val="accent1"/>
                </a:solidFill>
                <a:cs typeface="+mn-ea"/>
                <a:sym typeface="+mn-lt"/>
              </a:rPr>
              <a:t>在此输入小标题</a:t>
            </a:r>
          </a:p>
        </p:txBody>
      </p:sp>
      <p:sp>
        <p:nvSpPr>
          <p:cNvPr id="18" name="文本框 17"/>
          <p:cNvSpPr txBox="1"/>
          <p:nvPr/>
        </p:nvSpPr>
        <p:spPr>
          <a:xfrm>
            <a:off x="9432486" y="4782208"/>
            <a:ext cx="2063514" cy="1577740"/>
          </a:xfrm>
          <a:prstGeom prst="rect">
            <a:avLst/>
          </a:prstGeom>
          <a:noFill/>
        </p:spPr>
        <p:txBody>
          <a:bodyPr wrap="square" lIns="0" tIns="0" rIns="0" bIns="0" rtlCol="0">
            <a:spAutoFit/>
          </a:bodyPr>
          <a:lstStyle>
            <a:defPPr>
              <a:defRPr lang="zh-CN"/>
            </a:defPPr>
            <a:lvl1pPr algn="ctr">
              <a:defRPr>
                <a:latin typeface="微软雅黑" panose="020B0503020204020204" pitchFamily="34" charset="-122"/>
                <a:ea typeface="微软雅黑" panose="020B0503020204020204" pitchFamily="34" charset="-122"/>
              </a:defRPr>
            </a:lvl1pPr>
          </a:lstStyle>
          <a:p>
            <a:pPr>
              <a:lnSpc>
                <a:spcPct val="150000"/>
              </a:lnSpc>
            </a:pPr>
            <a:r>
              <a:rPr lang="zh-CN" altLang="en-US" sz="1400" dirty="0">
                <a:solidFill>
                  <a:schemeClr val="tx1">
                    <a:lumMod val="75000"/>
                    <a:lumOff val="25000"/>
                  </a:schemeClr>
                </a:solidFill>
                <a:latin typeface="+mn-lt"/>
                <a:ea typeface="+mn-ea"/>
                <a:cs typeface="+mn-ea"/>
                <a:sym typeface="+mn-lt"/>
              </a:rPr>
              <a:t>点击此处输入与此小标题或者与此图形相关的内容介绍、数据统计、事件分析、总结概述等文字描述内容</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999" y="1368883"/>
            <a:ext cx="2063516" cy="2063516"/>
          </a:xfrm>
          <a:prstGeom prst="rect">
            <a:avLst/>
          </a:prstGeom>
          <a:ln w="28575">
            <a:noFill/>
          </a:ln>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8161" y="1368883"/>
            <a:ext cx="2063516" cy="2063516"/>
          </a:xfrm>
          <a:prstGeom prst="rect">
            <a:avLst/>
          </a:prstGeom>
          <a:ln w="28575">
            <a:noFill/>
          </a:ln>
        </p:spPr>
      </p:pic>
      <p:pic>
        <p:nvPicPr>
          <p:cNvPr id="21" name="图片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20323" y="1368883"/>
            <a:ext cx="2063516" cy="2063516"/>
          </a:xfrm>
          <a:prstGeom prst="rect">
            <a:avLst/>
          </a:prstGeom>
          <a:ln w="28575">
            <a:noFill/>
          </a:ln>
        </p:spPr>
      </p:pic>
      <p:pic>
        <p:nvPicPr>
          <p:cNvPr id="22" name="图片 2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32484" y="1368883"/>
            <a:ext cx="2063516" cy="2063516"/>
          </a:xfrm>
          <a:prstGeom prst="rect">
            <a:avLst/>
          </a:prstGeom>
          <a:ln w="28575">
            <a:noFill/>
          </a:ln>
        </p:spPr>
      </p:pic>
      <p:sp>
        <p:nvSpPr>
          <p:cNvPr id="23" name="文本框 22"/>
          <p:cNvSpPr txBox="1"/>
          <p:nvPr/>
        </p:nvSpPr>
        <p:spPr>
          <a:xfrm>
            <a:off x="695999" y="4330889"/>
            <a:ext cx="2063516" cy="123111"/>
          </a:xfrm>
          <a:prstGeom prst="rect">
            <a:avLst/>
          </a:prstGeom>
          <a:noFill/>
        </p:spPr>
        <p:txBody>
          <a:bodyPr wrap="square" lIns="0" tIns="0" rIns="0" bIns="0" rtlCol="0">
            <a:spAutoFit/>
          </a:bodyPr>
          <a:lstStyle/>
          <a:p>
            <a:pPr algn="ctr"/>
            <a:r>
              <a:rPr lang="en-US" altLang="zh-CN" sz="800" dirty="0" smtClean="0">
                <a:solidFill>
                  <a:schemeClr val="tx1">
                    <a:lumMod val="50000"/>
                    <a:lumOff val="50000"/>
                  </a:schemeClr>
                </a:solidFill>
                <a:cs typeface="+mn-ea"/>
                <a:sym typeface="+mn-lt"/>
              </a:rPr>
              <a:t>RELEVANT </a:t>
            </a:r>
            <a:r>
              <a:rPr lang="en-US" altLang="zh-CN" sz="800" dirty="0">
                <a:solidFill>
                  <a:schemeClr val="tx1">
                    <a:lumMod val="50000"/>
                    <a:lumOff val="50000"/>
                  </a:schemeClr>
                </a:solidFill>
                <a:cs typeface="+mn-ea"/>
                <a:sym typeface="+mn-lt"/>
              </a:rPr>
              <a:t>TEXT DESCRIPTION HERE</a:t>
            </a:r>
            <a:endParaRPr lang="zh-CN" altLang="en-US" sz="800" dirty="0">
              <a:solidFill>
                <a:schemeClr val="tx1">
                  <a:lumMod val="50000"/>
                  <a:lumOff val="50000"/>
                </a:schemeClr>
              </a:solidFill>
              <a:cs typeface="+mn-ea"/>
              <a:sym typeface="+mn-lt"/>
            </a:endParaRPr>
          </a:p>
        </p:txBody>
      </p:sp>
      <p:sp>
        <p:nvSpPr>
          <p:cNvPr id="24" name="文本框 23"/>
          <p:cNvSpPr txBox="1"/>
          <p:nvPr/>
        </p:nvSpPr>
        <p:spPr>
          <a:xfrm>
            <a:off x="3608161" y="4330889"/>
            <a:ext cx="2063516" cy="123111"/>
          </a:xfrm>
          <a:prstGeom prst="rect">
            <a:avLst/>
          </a:prstGeom>
          <a:noFill/>
        </p:spPr>
        <p:txBody>
          <a:bodyPr wrap="square" lIns="0" tIns="0" rIns="0" bIns="0" rtlCol="0">
            <a:spAutoFit/>
          </a:bodyPr>
          <a:lstStyle/>
          <a:p>
            <a:pPr algn="ctr"/>
            <a:r>
              <a:rPr lang="en-US" altLang="zh-CN" sz="800" dirty="0">
                <a:solidFill>
                  <a:schemeClr val="tx1">
                    <a:lumMod val="50000"/>
                    <a:lumOff val="50000"/>
                  </a:schemeClr>
                </a:solidFill>
                <a:cs typeface="+mn-ea"/>
                <a:sym typeface="+mn-lt"/>
              </a:rPr>
              <a:t>RELEVANT TEXT DESCRIPTION HERE</a:t>
            </a:r>
            <a:endParaRPr lang="zh-CN" altLang="en-US" sz="800" dirty="0">
              <a:solidFill>
                <a:schemeClr val="tx1">
                  <a:lumMod val="50000"/>
                  <a:lumOff val="50000"/>
                </a:schemeClr>
              </a:solidFill>
              <a:cs typeface="+mn-ea"/>
              <a:sym typeface="+mn-lt"/>
            </a:endParaRPr>
          </a:p>
        </p:txBody>
      </p:sp>
      <p:sp>
        <p:nvSpPr>
          <p:cNvPr id="25" name="文本框 24"/>
          <p:cNvSpPr txBox="1"/>
          <p:nvPr/>
        </p:nvSpPr>
        <p:spPr>
          <a:xfrm>
            <a:off x="6520323" y="4330889"/>
            <a:ext cx="2063516" cy="123111"/>
          </a:xfrm>
          <a:prstGeom prst="rect">
            <a:avLst/>
          </a:prstGeom>
          <a:noFill/>
        </p:spPr>
        <p:txBody>
          <a:bodyPr wrap="square" lIns="0" tIns="0" rIns="0" bIns="0" rtlCol="0">
            <a:spAutoFit/>
          </a:bodyPr>
          <a:lstStyle/>
          <a:p>
            <a:pPr algn="ctr"/>
            <a:r>
              <a:rPr lang="en-US" altLang="zh-CN" sz="800" dirty="0">
                <a:solidFill>
                  <a:schemeClr val="tx1">
                    <a:lumMod val="50000"/>
                    <a:lumOff val="50000"/>
                  </a:schemeClr>
                </a:solidFill>
                <a:cs typeface="+mn-ea"/>
                <a:sym typeface="+mn-lt"/>
              </a:rPr>
              <a:t>RELEVANT TEXT DESCRIPTION HERE</a:t>
            </a:r>
            <a:endParaRPr lang="zh-CN" altLang="en-US" sz="800" dirty="0">
              <a:solidFill>
                <a:schemeClr val="tx1">
                  <a:lumMod val="50000"/>
                  <a:lumOff val="50000"/>
                </a:schemeClr>
              </a:solidFill>
              <a:cs typeface="+mn-ea"/>
              <a:sym typeface="+mn-lt"/>
            </a:endParaRPr>
          </a:p>
        </p:txBody>
      </p:sp>
      <p:sp>
        <p:nvSpPr>
          <p:cNvPr id="26" name="文本框 25"/>
          <p:cNvSpPr txBox="1"/>
          <p:nvPr/>
        </p:nvSpPr>
        <p:spPr>
          <a:xfrm>
            <a:off x="9432484" y="4330889"/>
            <a:ext cx="2063516" cy="123111"/>
          </a:xfrm>
          <a:prstGeom prst="rect">
            <a:avLst/>
          </a:prstGeom>
          <a:noFill/>
        </p:spPr>
        <p:txBody>
          <a:bodyPr wrap="square" lIns="0" tIns="0" rIns="0" bIns="0" rtlCol="0">
            <a:spAutoFit/>
          </a:bodyPr>
          <a:lstStyle/>
          <a:p>
            <a:pPr algn="ctr"/>
            <a:r>
              <a:rPr lang="en-US" altLang="zh-CN" sz="800" dirty="0">
                <a:solidFill>
                  <a:schemeClr val="tx1">
                    <a:lumMod val="50000"/>
                    <a:lumOff val="50000"/>
                  </a:schemeClr>
                </a:solidFill>
                <a:cs typeface="+mn-ea"/>
                <a:sym typeface="+mn-lt"/>
              </a:rPr>
              <a:t>RELEVANT TEXT DESCRIPTION HERE</a:t>
            </a:r>
            <a:endParaRPr lang="zh-CN" altLang="en-US" sz="8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21890003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2" presetClass="entr" presetSubtype="4"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500" fill="hold"/>
                                        <p:tgtEl>
                                          <p:spTgt spid="23"/>
                                        </p:tgtEl>
                                        <p:attrNameLst>
                                          <p:attrName>ppt_x</p:attrName>
                                        </p:attrNameLst>
                                      </p:cBhvr>
                                      <p:tavLst>
                                        <p:tav tm="0">
                                          <p:val>
                                            <p:strVal val="#ppt_x"/>
                                          </p:val>
                                        </p:tav>
                                        <p:tav tm="100000">
                                          <p:val>
                                            <p:strVal val="#ppt_x"/>
                                          </p:val>
                                        </p:tav>
                                      </p:tavLst>
                                    </p:anim>
                                    <p:anim calcmode="lin" valueType="num">
                                      <p:cBhvr additive="base">
                                        <p:cTn id="19" dur="500" fill="hold"/>
                                        <p:tgtEl>
                                          <p:spTgt spid="23"/>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2" presetClass="entr" presetSubtype="1"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500"/>
                                        <p:tgtEl>
                                          <p:spTgt spid="6"/>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par>
                                <p:cTn id="28" presetID="2" presetClass="entr" presetSubtype="4"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additive="base">
                                        <p:cTn id="30" dur="500" fill="hold"/>
                                        <p:tgtEl>
                                          <p:spTgt spid="20"/>
                                        </p:tgtEl>
                                        <p:attrNameLst>
                                          <p:attrName>ppt_x</p:attrName>
                                        </p:attrNameLst>
                                      </p:cBhvr>
                                      <p:tavLst>
                                        <p:tav tm="0">
                                          <p:val>
                                            <p:strVal val="#ppt_x"/>
                                          </p:val>
                                        </p:tav>
                                        <p:tav tm="100000">
                                          <p:val>
                                            <p:strVal val="#ppt_x"/>
                                          </p:val>
                                        </p:tav>
                                      </p:tavLst>
                                    </p:anim>
                                    <p:anim calcmode="lin" valueType="num">
                                      <p:cBhvr additive="base">
                                        <p:cTn id="31" dur="500" fill="hold"/>
                                        <p:tgtEl>
                                          <p:spTgt spid="20"/>
                                        </p:tgtEl>
                                        <p:attrNameLst>
                                          <p:attrName>ppt_y</p:attrName>
                                        </p:attrNameLst>
                                      </p:cBhvr>
                                      <p:tavLst>
                                        <p:tav tm="0">
                                          <p:val>
                                            <p:strVal val="1+#ppt_h/2"/>
                                          </p:val>
                                        </p:tav>
                                        <p:tav tm="100000">
                                          <p:val>
                                            <p:strVal val="#ppt_y"/>
                                          </p:val>
                                        </p:tav>
                                      </p:tavLst>
                                    </p:anim>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2" presetClass="entr" presetSubtype="4"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1+#ppt_h/2"/>
                                          </p:val>
                                        </p:tav>
                                        <p:tav tm="100000">
                                          <p:val>
                                            <p:strVal val="#ppt_y"/>
                                          </p:val>
                                        </p:tav>
                                      </p:tavLst>
                                    </p:anim>
                                  </p:childTnLst>
                                </p:cTn>
                              </p:par>
                            </p:childTnLst>
                          </p:cTn>
                        </p:par>
                        <p:par>
                          <p:cTn id="43" fill="hold">
                            <p:stCondLst>
                              <p:cond delay="2500"/>
                            </p:stCondLst>
                            <p:childTnLst>
                              <p:par>
                                <p:cTn id="44" presetID="22" presetClass="entr" presetSubtype="1"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up)">
                                      <p:cBhvr>
                                        <p:cTn id="46" dur="500"/>
                                        <p:tgtEl>
                                          <p:spTgt spid="10"/>
                                        </p:tgtEl>
                                      </p:cBhvr>
                                    </p:animEffect>
                                  </p:childTnLst>
                                </p:cTn>
                              </p:par>
                            </p:childTnLst>
                          </p:cTn>
                        </p:par>
                        <p:par>
                          <p:cTn id="47" fill="hold">
                            <p:stCondLst>
                              <p:cond delay="3000"/>
                            </p:stCondLst>
                            <p:childTnLst>
                              <p:par>
                                <p:cTn id="48" presetID="22" presetClass="entr" presetSubtype="1" fill="hold"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up)">
                                      <p:cBhvr>
                                        <p:cTn id="50" dur="500"/>
                                        <p:tgtEl>
                                          <p:spTgt spid="11"/>
                                        </p:tgtEl>
                                      </p:cBhvr>
                                    </p:animEffect>
                                  </p:childTnLst>
                                </p:cTn>
                              </p:par>
                              <p:par>
                                <p:cTn id="51" presetID="2" presetClass="entr" presetSubtype="4"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1+#ppt_h/2"/>
                                          </p:val>
                                        </p:tav>
                                        <p:tav tm="100000">
                                          <p:val>
                                            <p:strVal val="#ppt_y"/>
                                          </p:val>
                                        </p:tav>
                                      </p:tavLst>
                                    </p:anim>
                                  </p:childTnLst>
                                </p:cTn>
                              </p:par>
                            </p:childTnLst>
                          </p:cTn>
                        </p:par>
                        <p:par>
                          <p:cTn id="55" fill="hold">
                            <p:stCondLst>
                              <p:cond delay="3500"/>
                            </p:stCondLst>
                            <p:childTnLst>
                              <p:par>
                                <p:cTn id="56" presetID="10" presetClass="entr" presetSubtype="0" fill="hold" grpId="0" nodeType="after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childTnLst>
                                </p:cTn>
                              </p:par>
                              <p:par>
                                <p:cTn id="62" presetID="2" presetClass="entr" presetSubtype="4"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additive="base">
                                        <p:cTn id="64" dur="500" fill="hold"/>
                                        <p:tgtEl>
                                          <p:spTgt spid="25"/>
                                        </p:tgtEl>
                                        <p:attrNameLst>
                                          <p:attrName>ppt_x</p:attrName>
                                        </p:attrNameLst>
                                      </p:cBhvr>
                                      <p:tavLst>
                                        <p:tav tm="0">
                                          <p:val>
                                            <p:strVal val="#ppt_x"/>
                                          </p:val>
                                        </p:tav>
                                        <p:tav tm="100000">
                                          <p:val>
                                            <p:strVal val="#ppt_x"/>
                                          </p:val>
                                        </p:tav>
                                      </p:tavLst>
                                    </p:anim>
                                    <p:anim calcmode="lin" valueType="num">
                                      <p:cBhvr additive="base">
                                        <p:cTn id="65" dur="500" fill="hold"/>
                                        <p:tgtEl>
                                          <p:spTgt spid="25"/>
                                        </p:tgtEl>
                                        <p:attrNameLst>
                                          <p:attrName>ppt_y</p:attrName>
                                        </p:attrNameLst>
                                      </p:cBhvr>
                                      <p:tavLst>
                                        <p:tav tm="0">
                                          <p:val>
                                            <p:strVal val="1+#ppt_h/2"/>
                                          </p:val>
                                        </p:tav>
                                        <p:tav tm="100000">
                                          <p:val>
                                            <p:strVal val="#ppt_y"/>
                                          </p:val>
                                        </p:tav>
                                      </p:tavLst>
                                    </p:anim>
                                  </p:childTnLst>
                                </p:cTn>
                              </p:par>
                            </p:childTnLst>
                          </p:cTn>
                        </p:par>
                        <p:par>
                          <p:cTn id="66" fill="hold">
                            <p:stCondLst>
                              <p:cond delay="4000"/>
                            </p:stCondLst>
                            <p:childTnLst>
                              <p:par>
                                <p:cTn id="67" presetID="22" presetClass="entr" presetSubtype="1" fill="hold" grpId="0" nodeType="after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wipe(up)">
                                      <p:cBhvr>
                                        <p:cTn id="69" dur="500"/>
                                        <p:tgtEl>
                                          <p:spTgt spid="14"/>
                                        </p:tgtEl>
                                      </p:cBhvr>
                                    </p:animEffect>
                                  </p:childTnLst>
                                </p:cTn>
                              </p:par>
                            </p:childTnLst>
                          </p:cTn>
                        </p:par>
                        <p:par>
                          <p:cTn id="70" fill="hold">
                            <p:stCondLst>
                              <p:cond delay="4500"/>
                            </p:stCondLst>
                            <p:childTnLst>
                              <p:par>
                                <p:cTn id="71" presetID="22" presetClass="entr" presetSubtype="1" fill="hold" nodeType="after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wipe(up)">
                                      <p:cBhvr>
                                        <p:cTn id="73" dur="500"/>
                                        <p:tgtEl>
                                          <p:spTgt spid="15"/>
                                        </p:tgtEl>
                                      </p:cBhvr>
                                    </p:animEffect>
                                  </p:childTnLst>
                                </p:cTn>
                              </p:par>
                              <p:par>
                                <p:cTn id="74" presetID="2" presetClass="entr" presetSubtype="4" fill="hold" nodeType="withEffect">
                                  <p:stCondLst>
                                    <p:cond delay="0"/>
                                  </p:stCondLst>
                                  <p:childTnLst>
                                    <p:set>
                                      <p:cBhvr>
                                        <p:cTn id="75" dur="1" fill="hold">
                                          <p:stCondLst>
                                            <p:cond delay="0"/>
                                          </p:stCondLst>
                                        </p:cTn>
                                        <p:tgtEl>
                                          <p:spTgt spid="22"/>
                                        </p:tgtEl>
                                        <p:attrNameLst>
                                          <p:attrName>style.visibility</p:attrName>
                                        </p:attrNameLst>
                                      </p:cBhvr>
                                      <p:to>
                                        <p:strVal val="visible"/>
                                      </p:to>
                                    </p:set>
                                    <p:anim calcmode="lin" valueType="num">
                                      <p:cBhvr additive="base">
                                        <p:cTn id="76" dur="500" fill="hold"/>
                                        <p:tgtEl>
                                          <p:spTgt spid="22"/>
                                        </p:tgtEl>
                                        <p:attrNameLst>
                                          <p:attrName>ppt_x</p:attrName>
                                        </p:attrNameLst>
                                      </p:cBhvr>
                                      <p:tavLst>
                                        <p:tav tm="0">
                                          <p:val>
                                            <p:strVal val="#ppt_x"/>
                                          </p:val>
                                        </p:tav>
                                        <p:tav tm="100000">
                                          <p:val>
                                            <p:strVal val="#ppt_x"/>
                                          </p:val>
                                        </p:tav>
                                      </p:tavLst>
                                    </p:anim>
                                    <p:anim calcmode="lin" valueType="num">
                                      <p:cBhvr additive="base">
                                        <p:cTn id="77" dur="500" fill="hold"/>
                                        <p:tgtEl>
                                          <p:spTgt spid="22"/>
                                        </p:tgtEl>
                                        <p:attrNameLst>
                                          <p:attrName>ppt_y</p:attrName>
                                        </p:attrNameLst>
                                      </p:cBhvr>
                                      <p:tavLst>
                                        <p:tav tm="0">
                                          <p:val>
                                            <p:strVal val="1+#ppt_h/2"/>
                                          </p:val>
                                        </p:tav>
                                        <p:tav tm="100000">
                                          <p:val>
                                            <p:strVal val="#ppt_y"/>
                                          </p:val>
                                        </p:tav>
                                      </p:tavLst>
                                    </p:anim>
                                  </p:childTnLst>
                                </p:cTn>
                              </p:par>
                            </p:childTnLst>
                          </p:cTn>
                        </p:par>
                        <p:par>
                          <p:cTn id="78" fill="hold">
                            <p:stCondLst>
                              <p:cond delay="5000"/>
                            </p:stCondLst>
                            <p:childTnLst>
                              <p:par>
                                <p:cTn id="79" presetID="10" presetClass="entr" presetSubtype="0" fill="hold" grpId="0"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1+#ppt_h/2"/>
                                          </p:val>
                                        </p:tav>
                                        <p:tav tm="100000">
                                          <p:val>
                                            <p:strVal val="#ppt_y"/>
                                          </p:val>
                                        </p:tav>
                                      </p:tavLst>
                                    </p:anim>
                                  </p:childTnLst>
                                </p:cTn>
                              </p:par>
                            </p:childTnLst>
                          </p:cTn>
                        </p:par>
                        <p:par>
                          <p:cTn id="89" fill="hold">
                            <p:stCondLst>
                              <p:cond delay="5500"/>
                            </p:stCondLst>
                            <p:childTnLst>
                              <p:par>
                                <p:cTn id="90" presetID="22" presetClass="entr" presetSubtype="1" fill="hold" grpId="0" nodeType="after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wipe(up)">
                                      <p:cBhvr>
                                        <p:cTn id="9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animBg="1"/>
      <p:bldP spid="9" grpId="0"/>
      <p:bldP spid="10" grpId="0"/>
      <p:bldP spid="12" grpId="0" animBg="1"/>
      <p:bldP spid="13" grpId="0"/>
      <p:bldP spid="14" grpId="0"/>
      <p:bldP spid="16" grpId="0" animBg="1"/>
      <p:bldP spid="17" grpId="0"/>
      <p:bldP spid="18" grpId="0"/>
      <p:bldP spid="23" grpId="0"/>
      <p:bldP spid="24" grpId="0"/>
      <p:bldP spid="25" grpId="0"/>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企业服务</a:t>
            </a:r>
            <a:r>
              <a:rPr lang="zh-CN" altLang="en-US" dirty="0"/>
              <a:t>介绍</a:t>
            </a:r>
          </a:p>
        </p:txBody>
      </p:sp>
      <p:sp>
        <p:nvSpPr>
          <p:cNvPr id="3" name="文本占位符 2"/>
          <p:cNvSpPr>
            <a:spLocks noGrp="1"/>
          </p:cNvSpPr>
          <p:nvPr>
            <p:ph type="body" sz="quarter" idx="10"/>
          </p:nvPr>
        </p:nvSpPr>
        <p:spPr/>
        <p:txBody>
          <a:bodyPr/>
          <a:lstStyle/>
          <a:p>
            <a:r>
              <a:rPr lang="en-US" altLang="zh-CN" dirty="0" smtClean="0"/>
              <a:t>SERVICE INTRODUCTION</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0938" y="1595988"/>
            <a:ext cx="2340864" cy="3151632"/>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2838" y="1595988"/>
            <a:ext cx="2340864" cy="3151632"/>
          </a:xfrm>
          <a:prstGeom prst="rect">
            <a:avLst/>
          </a:prstGeom>
        </p:spPr>
      </p:pic>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55136" y="1595988"/>
            <a:ext cx="2340864" cy="3151632"/>
          </a:xfrm>
          <a:prstGeom prst="rect">
            <a:avLst/>
          </a:prstGeom>
        </p:spPr>
      </p:pic>
      <p:sp>
        <p:nvSpPr>
          <p:cNvPr id="7" name="圆角矩形 6"/>
          <p:cNvSpPr/>
          <p:nvPr/>
        </p:nvSpPr>
        <p:spPr>
          <a:xfrm>
            <a:off x="696000" y="1597817"/>
            <a:ext cx="1648994" cy="361336"/>
          </a:xfrm>
          <a:prstGeom prst="roundRect">
            <a:avLst>
              <a:gd name="adj" fmla="val 5000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矩形 7"/>
          <p:cNvSpPr/>
          <p:nvPr/>
        </p:nvSpPr>
        <p:spPr>
          <a:xfrm>
            <a:off x="4030938" y="4861270"/>
            <a:ext cx="2361262" cy="307777"/>
          </a:xfrm>
          <a:prstGeom prst="rect">
            <a:avLst/>
          </a:prstGeom>
        </p:spPr>
        <p:txBody>
          <a:bodyPr wrap="square" lIns="0" rIns="0">
            <a:spAutoFit/>
          </a:bodyPr>
          <a:lstStyle/>
          <a:p>
            <a:r>
              <a:rPr lang="zh-CN" altLang="en-US" sz="1400" b="1" dirty="0" smtClean="0">
                <a:cs typeface="+mn-ea"/>
                <a:sym typeface="+mn-lt"/>
              </a:rPr>
              <a:t>在此输入小标题</a:t>
            </a:r>
            <a:endParaRPr lang="en-US" altLang="zh-CN" sz="1400" b="1" dirty="0" smtClean="0">
              <a:cs typeface="+mn-ea"/>
              <a:sym typeface="+mn-lt"/>
            </a:endParaRPr>
          </a:p>
        </p:txBody>
      </p:sp>
      <p:sp>
        <p:nvSpPr>
          <p:cNvPr id="9" name="TextBox 40"/>
          <p:cNvSpPr txBox="1"/>
          <p:nvPr/>
        </p:nvSpPr>
        <p:spPr>
          <a:xfrm>
            <a:off x="4030938" y="5310865"/>
            <a:ext cx="2361262" cy="923330"/>
          </a:xfrm>
          <a:prstGeom prst="rect">
            <a:avLst/>
          </a:prstGeom>
        </p:spPr>
        <p:txBody>
          <a:bodyPr wrap="square" lIns="0" rIns="0">
            <a:spAutoFit/>
          </a:bodyPr>
          <a:lstStyle>
            <a:defPPr>
              <a:defRPr lang="zh-CN"/>
            </a:defPPr>
            <a:lvl1pPr>
              <a:lnSpc>
                <a:spcPct val="150000"/>
              </a:lnSpc>
              <a:defRPr sz="1400">
                <a:solidFill>
                  <a:schemeClr val="accent2"/>
                </a:solidFill>
                <a:latin typeface="+mn-ea"/>
                <a:cs typeface="+mn-ea"/>
              </a:defRPr>
            </a:lvl1pPr>
          </a:lstStyle>
          <a:p>
            <a:r>
              <a:rPr lang="zh-CN" altLang="en-US" sz="1200" dirty="0">
                <a:solidFill>
                  <a:schemeClr val="tx1"/>
                </a:solidFill>
                <a:sym typeface="+mn-lt"/>
              </a:rPr>
              <a:t>点击此处输入与此小标题或者与此图形相关的内容介绍、总结概述等文字描述内容</a:t>
            </a:r>
          </a:p>
        </p:txBody>
      </p:sp>
      <p:sp>
        <p:nvSpPr>
          <p:cNvPr id="10" name="矩形 9"/>
          <p:cNvSpPr/>
          <p:nvPr/>
        </p:nvSpPr>
        <p:spPr>
          <a:xfrm>
            <a:off x="6582838" y="4861270"/>
            <a:ext cx="2361262" cy="307777"/>
          </a:xfrm>
          <a:prstGeom prst="rect">
            <a:avLst/>
          </a:prstGeom>
        </p:spPr>
        <p:txBody>
          <a:bodyPr wrap="square" lIns="0" rIns="0">
            <a:spAutoFit/>
          </a:bodyPr>
          <a:lstStyle/>
          <a:p>
            <a:r>
              <a:rPr lang="zh-CN" altLang="en-US" sz="1400" b="1" dirty="0" smtClean="0">
                <a:cs typeface="+mn-ea"/>
                <a:sym typeface="+mn-lt"/>
              </a:rPr>
              <a:t>在此输入小标题</a:t>
            </a:r>
            <a:endParaRPr lang="en-US" altLang="zh-CN" sz="1400" b="1" dirty="0" smtClean="0">
              <a:cs typeface="+mn-ea"/>
              <a:sym typeface="+mn-lt"/>
            </a:endParaRPr>
          </a:p>
        </p:txBody>
      </p:sp>
      <p:sp>
        <p:nvSpPr>
          <p:cNvPr id="11" name="TextBox 45"/>
          <p:cNvSpPr txBox="1"/>
          <p:nvPr/>
        </p:nvSpPr>
        <p:spPr>
          <a:xfrm>
            <a:off x="6582838" y="5310865"/>
            <a:ext cx="2361262" cy="923330"/>
          </a:xfrm>
          <a:prstGeom prst="rect">
            <a:avLst/>
          </a:prstGeom>
        </p:spPr>
        <p:txBody>
          <a:bodyPr wrap="square" lIns="0" rIns="0">
            <a:spAutoFit/>
          </a:bodyPr>
          <a:lstStyle>
            <a:defPPr>
              <a:defRPr lang="zh-CN"/>
            </a:defPPr>
            <a:lvl1pPr>
              <a:lnSpc>
                <a:spcPct val="150000"/>
              </a:lnSpc>
              <a:defRPr sz="1400">
                <a:solidFill>
                  <a:schemeClr val="accent2"/>
                </a:solidFill>
                <a:latin typeface="+mn-ea"/>
                <a:cs typeface="+mn-ea"/>
              </a:defRPr>
            </a:lvl1pPr>
          </a:lstStyle>
          <a:p>
            <a:r>
              <a:rPr lang="zh-CN" altLang="en-US" sz="1200" dirty="0">
                <a:solidFill>
                  <a:schemeClr val="tx1"/>
                </a:solidFill>
                <a:sym typeface="+mn-lt"/>
              </a:rPr>
              <a:t>点击此处输入与此小标题或者与此图形相关的内容介绍、总结概述等文字描述内容</a:t>
            </a:r>
          </a:p>
        </p:txBody>
      </p:sp>
      <p:sp>
        <p:nvSpPr>
          <p:cNvPr id="12" name="矩形 11"/>
          <p:cNvSpPr/>
          <p:nvPr/>
        </p:nvSpPr>
        <p:spPr>
          <a:xfrm>
            <a:off x="9134738" y="4861270"/>
            <a:ext cx="2361262" cy="307777"/>
          </a:xfrm>
          <a:prstGeom prst="rect">
            <a:avLst/>
          </a:prstGeom>
        </p:spPr>
        <p:txBody>
          <a:bodyPr wrap="square" lIns="0" rIns="0">
            <a:spAutoFit/>
          </a:bodyPr>
          <a:lstStyle/>
          <a:p>
            <a:r>
              <a:rPr lang="zh-CN" altLang="en-US" sz="1400" b="1" dirty="0" smtClean="0">
                <a:cs typeface="+mn-ea"/>
                <a:sym typeface="+mn-lt"/>
              </a:rPr>
              <a:t>在此输入小标题</a:t>
            </a:r>
            <a:endParaRPr lang="en-US" altLang="zh-CN" sz="1400" b="1" dirty="0" smtClean="0">
              <a:cs typeface="+mn-ea"/>
              <a:sym typeface="+mn-lt"/>
            </a:endParaRPr>
          </a:p>
        </p:txBody>
      </p:sp>
      <p:sp>
        <p:nvSpPr>
          <p:cNvPr id="13" name="TextBox 50"/>
          <p:cNvSpPr txBox="1"/>
          <p:nvPr/>
        </p:nvSpPr>
        <p:spPr>
          <a:xfrm>
            <a:off x="9134738" y="5310865"/>
            <a:ext cx="2361262" cy="923330"/>
          </a:xfrm>
          <a:prstGeom prst="rect">
            <a:avLst/>
          </a:prstGeom>
        </p:spPr>
        <p:txBody>
          <a:bodyPr wrap="square" lIns="0" rIns="0">
            <a:spAutoFit/>
          </a:bodyPr>
          <a:lstStyle>
            <a:defPPr>
              <a:defRPr lang="zh-CN"/>
            </a:defPPr>
            <a:lvl1pPr>
              <a:lnSpc>
                <a:spcPct val="150000"/>
              </a:lnSpc>
              <a:defRPr sz="1400">
                <a:solidFill>
                  <a:schemeClr val="accent2"/>
                </a:solidFill>
                <a:latin typeface="+mn-ea"/>
                <a:cs typeface="+mn-ea"/>
              </a:defRPr>
            </a:lvl1pPr>
          </a:lstStyle>
          <a:p>
            <a:r>
              <a:rPr lang="zh-CN" altLang="en-US" sz="1200" dirty="0">
                <a:solidFill>
                  <a:schemeClr val="tx1"/>
                </a:solidFill>
                <a:sym typeface="+mn-lt"/>
              </a:rPr>
              <a:t>点击此处输入与此小标题或者与此图形相关的内容介绍、总结概述等文字描述内容</a:t>
            </a:r>
          </a:p>
        </p:txBody>
      </p:sp>
      <p:sp>
        <p:nvSpPr>
          <p:cNvPr id="14" name="矩形 13"/>
          <p:cNvSpPr/>
          <p:nvPr/>
        </p:nvSpPr>
        <p:spPr>
          <a:xfrm>
            <a:off x="696001" y="2060733"/>
            <a:ext cx="2438032" cy="1384995"/>
          </a:xfrm>
          <a:prstGeom prst="rect">
            <a:avLst/>
          </a:prstGeom>
        </p:spPr>
        <p:txBody>
          <a:bodyPr wrap="square" lIns="0" rIns="0">
            <a:spAutoFit/>
          </a:bodyPr>
          <a:lstStyle/>
          <a:p>
            <a:pPr>
              <a:lnSpc>
                <a:spcPct val="150000"/>
              </a:lnSpc>
            </a:pPr>
            <a:r>
              <a:rPr lang="zh-CN" altLang="en-US" sz="1400" dirty="0" smtClean="0">
                <a:solidFill>
                  <a:schemeClr val="accent1"/>
                </a:solidFill>
                <a:latin typeface="+mn-ea"/>
                <a:cs typeface="+mn-ea"/>
                <a:sym typeface="+mn-lt"/>
              </a:rPr>
              <a:t>点击此处输入与此小标题或者与此图形相关的内容介绍、数据统计、事件分析、总结概述等文字描述内容</a:t>
            </a:r>
            <a:endParaRPr lang="zh-CN" altLang="en-US" sz="1400" dirty="0">
              <a:solidFill>
                <a:schemeClr val="accent1"/>
              </a:solidFill>
              <a:latin typeface="+mn-ea"/>
              <a:cs typeface="+mn-ea"/>
              <a:sym typeface="+mn-lt"/>
            </a:endParaRPr>
          </a:p>
        </p:txBody>
      </p:sp>
      <p:sp>
        <p:nvSpPr>
          <p:cNvPr id="15" name="椭圆 14"/>
          <p:cNvSpPr/>
          <p:nvPr/>
        </p:nvSpPr>
        <p:spPr>
          <a:xfrm>
            <a:off x="696000" y="1597817"/>
            <a:ext cx="361336" cy="36133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6" name="Oval 18"/>
          <p:cNvSpPr/>
          <p:nvPr/>
        </p:nvSpPr>
        <p:spPr>
          <a:xfrm>
            <a:off x="797580" y="1706940"/>
            <a:ext cx="158177" cy="143092"/>
          </a:xfrm>
          <a:custGeom>
            <a:avLst/>
            <a:gdLst>
              <a:gd name="T0" fmla="*/ 537 w 6534"/>
              <a:gd name="T1" fmla="*/ 3944 h 5920"/>
              <a:gd name="T2" fmla="*/ 1034 w 6534"/>
              <a:gd name="T3" fmla="*/ 3944 h 5920"/>
              <a:gd name="T4" fmla="*/ 1302 w 6534"/>
              <a:gd name="T5" fmla="*/ 4199 h 5920"/>
              <a:gd name="T6" fmla="*/ 1337 w 6534"/>
              <a:gd name="T7" fmla="*/ 4847 h 5920"/>
              <a:gd name="T8" fmla="*/ 1904 w 6534"/>
              <a:gd name="T9" fmla="*/ 4056 h 5920"/>
              <a:gd name="T10" fmla="*/ 2122 w 6534"/>
              <a:gd name="T11" fmla="*/ 3944 h 5920"/>
              <a:gd name="T12" fmla="*/ 5996 w 6534"/>
              <a:gd name="T13" fmla="*/ 3944 h 5920"/>
              <a:gd name="T14" fmla="*/ 5996 w 6534"/>
              <a:gd name="T15" fmla="*/ 538 h 5920"/>
              <a:gd name="T16" fmla="*/ 537 w 6534"/>
              <a:gd name="T17" fmla="*/ 538 h 5920"/>
              <a:gd name="T18" fmla="*/ 537 w 6534"/>
              <a:gd name="T19" fmla="*/ 3944 h 5920"/>
              <a:gd name="T20" fmla="*/ 537 w 6534"/>
              <a:gd name="T21" fmla="*/ 3944 h 5920"/>
              <a:gd name="T22" fmla="*/ 1033 w 6534"/>
              <a:gd name="T23" fmla="*/ 5886 h 5920"/>
              <a:gd name="T24" fmla="*/ 840 w 6534"/>
              <a:gd name="T25" fmla="*/ 5642 h 5920"/>
              <a:gd name="T26" fmla="*/ 778 w 6534"/>
              <a:gd name="T27" fmla="*/ 4483 h 5920"/>
              <a:gd name="T28" fmla="*/ 269 w 6534"/>
              <a:gd name="T29" fmla="*/ 4483 h 5920"/>
              <a:gd name="T30" fmla="*/ 0 w 6534"/>
              <a:gd name="T31" fmla="*/ 4214 h 5920"/>
              <a:gd name="T32" fmla="*/ 0 w 6534"/>
              <a:gd name="T33" fmla="*/ 270 h 5920"/>
              <a:gd name="T34" fmla="*/ 269 w 6534"/>
              <a:gd name="T35" fmla="*/ 0 h 5920"/>
              <a:gd name="T36" fmla="*/ 6265 w 6534"/>
              <a:gd name="T37" fmla="*/ 0 h 5920"/>
              <a:gd name="T38" fmla="*/ 6534 w 6534"/>
              <a:gd name="T39" fmla="*/ 270 h 5920"/>
              <a:gd name="T40" fmla="*/ 6534 w 6534"/>
              <a:gd name="T41" fmla="*/ 4215 h 5920"/>
              <a:gd name="T42" fmla="*/ 6265 w 6534"/>
              <a:gd name="T43" fmla="*/ 4484 h 5920"/>
              <a:gd name="T44" fmla="*/ 2260 w 6534"/>
              <a:gd name="T45" fmla="*/ 4484 h 5920"/>
              <a:gd name="T46" fmla="*/ 1328 w 6534"/>
              <a:gd name="T47" fmla="*/ 5786 h 5920"/>
              <a:gd name="T48" fmla="*/ 1033 w 6534"/>
              <a:gd name="T49" fmla="*/ 5886 h 5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34" h="5920">
                <a:moveTo>
                  <a:pt x="537" y="3944"/>
                </a:moveTo>
                <a:lnTo>
                  <a:pt x="1034" y="3944"/>
                </a:lnTo>
                <a:cubicBezTo>
                  <a:pt x="1177" y="3944"/>
                  <a:pt x="1296" y="4056"/>
                  <a:pt x="1302" y="4199"/>
                </a:cubicBezTo>
                <a:lnTo>
                  <a:pt x="1337" y="4847"/>
                </a:lnTo>
                <a:lnTo>
                  <a:pt x="1904" y="4056"/>
                </a:lnTo>
                <a:cubicBezTo>
                  <a:pt x="1954" y="3986"/>
                  <a:pt x="2036" y="3944"/>
                  <a:pt x="2122" y="3944"/>
                </a:cubicBezTo>
                <a:lnTo>
                  <a:pt x="5996" y="3944"/>
                </a:lnTo>
                <a:lnTo>
                  <a:pt x="5996" y="538"/>
                </a:lnTo>
                <a:lnTo>
                  <a:pt x="537" y="538"/>
                </a:lnTo>
                <a:lnTo>
                  <a:pt x="537" y="3944"/>
                </a:lnTo>
                <a:lnTo>
                  <a:pt x="537" y="3944"/>
                </a:lnTo>
                <a:close/>
                <a:moveTo>
                  <a:pt x="1033" y="5886"/>
                </a:moveTo>
                <a:cubicBezTo>
                  <a:pt x="924" y="5854"/>
                  <a:pt x="846" y="5756"/>
                  <a:pt x="840" y="5642"/>
                </a:cubicBezTo>
                <a:lnTo>
                  <a:pt x="778" y="4483"/>
                </a:lnTo>
                <a:lnTo>
                  <a:pt x="269" y="4483"/>
                </a:lnTo>
                <a:cubicBezTo>
                  <a:pt x="121" y="4483"/>
                  <a:pt x="0" y="4363"/>
                  <a:pt x="0" y="4214"/>
                </a:cubicBezTo>
                <a:lnTo>
                  <a:pt x="0" y="270"/>
                </a:lnTo>
                <a:cubicBezTo>
                  <a:pt x="0" y="122"/>
                  <a:pt x="120" y="0"/>
                  <a:pt x="269" y="0"/>
                </a:cubicBezTo>
                <a:lnTo>
                  <a:pt x="6265" y="0"/>
                </a:lnTo>
                <a:cubicBezTo>
                  <a:pt x="6413" y="0"/>
                  <a:pt x="6534" y="120"/>
                  <a:pt x="6534" y="270"/>
                </a:cubicBezTo>
                <a:lnTo>
                  <a:pt x="6534" y="4215"/>
                </a:lnTo>
                <a:cubicBezTo>
                  <a:pt x="6534" y="4363"/>
                  <a:pt x="6414" y="4484"/>
                  <a:pt x="6265" y="4484"/>
                </a:cubicBezTo>
                <a:lnTo>
                  <a:pt x="2260" y="4484"/>
                </a:lnTo>
                <a:lnTo>
                  <a:pt x="1328" y="5786"/>
                </a:lnTo>
                <a:cubicBezTo>
                  <a:pt x="1276" y="5856"/>
                  <a:pt x="1149" y="5920"/>
                  <a:pt x="1033" y="588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n-ea"/>
            </a:endParaRPr>
          </a:p>
        </p:txBody>
      </p:sp>
      <p:sp>
        <p:nvSpPr>
          <p:cNvPr id="17" name="矩形 16"/>
          <p:cNvSpPr/>
          <p:nvPr/>
        </p:nvSpPr>
        <p:spPr>
          <a:xfrm>
            <a:off x="1219569" y="1639985"/>
            <a:ext cx="963192" cy="277000"/>
          </a:xfrm>
          <a:prstGeom prst="rect">
            <a:avLst/>
          </a:prstGeom>
        </p:spPr>
        <p:txBody>
          <a:bodyPr wrap="square" lIns="0" rIns="0">
            <a:spAutoFit/>
          </a:bodyPr>
          <a:lstStyle/>
          <a:p>
            <a:pPr algn="ctr"/>
            <a:r>
              <a:rPr lang="en-US" altLang="zh-CN" sz="1200" b="1" dirty="0" smtClean="0">
                <a:solidFill>
                  <a:schemeClr val="accent1"/>
                </a:solidFill>
                <a:latin typeface="+mn-ea"/>
                <a:cs typeface="+mn-ea"/>
                <a:sym typeface="+mn-lt"/>
              </a:rPr>
              <a:t>KEY WORD</a:t>
            </a:r>
            <a:endParaRPr lang="zh-CN" altLang="en-US" sz="1200" b="1" dirty="0">
              <a:solidFill>
                <a:schemeClr val="accent1"/>
              </a:solidFill>
              <a:latin typeface="+mn-ea"/>
              <a:cs typeface="+mn-ea"/>
              <a:sym typeface="+mn-lt"/>
            </a:endParaRPr>
          </a:p>
        </p:txBody>
      </p:sp>
      <p:sp>
        <p:nvSpPr>
          <p:cNvPr id="18" name="圆角矩形 17"/>
          <p:cNvSpPr/>
          <p:nvPr/>
        </p:nvSpPr>
        <p:spPr>
          <a:xfrm>
            <a:off x="696000" y="4386284"/>
            <a:ext cx="1648994" cy="361336"/>
          </a:xfrm>
          <a:prstGeom prst="roundRect">
            <a:avLst>
              <a:gd name="adj" fmla="val 5000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9" name="矩形 18"/>
          <p:cNvSpPr/>
          <p:nvPr/>
        </p:nvSpPr>
        <p:spPr>
          <a:xfrm>
            <a:off x="696001" y="4849200"/>
            <a:ext cx="2438032" cy="1384995"/>
          </a:xfrm>
          <a:prstGeom prst="rect">
            <a:avLst/>
          </a:prstGeom>
        </p:spPr>
        <p:txBody>
          <a:bodyPr wrap="square" lIns="0" rIns="0">
            <a:spAutoFit/>
          </a:bodyPr>
          <a:lstStyle/>
          <a:p>
            <a:pPr>
              <a:lnSpc>
                <a:spcPct val="150000"/>
              </a:lnSpc>
            </a:pPr>
            <a:r>
              <a:rPr lang="zh-CN" altLang="en-US" sz="1400" dirty="0" smtClean="0">
                <a:solidFill>
                  <a:schemeClr val="accent2"/>
                </a:solidFill>
                <a:latin typeface="+mn-ea"/>
                <a:cs typeface="+mn-ea"/>
                <a:sym typeface="+mn-lt"/>
              </a:rPr>
              <a:t>点击此处输入与此小标题或者与此图形相关的内容介绍、数据统计、事件分析、总结概述等文字描述内容</a:t>
            </a:r>
            <a:endParaRPr lang="zh-CN" altLang="en-US" sz="1400" dirty="0">
              <a:solidFill>
                <a:schemeClr val="accent2"/>
              </a:solidFill>
              <a:latin typeface="+mn-ea"/>
              <a:cs typeface="+mn-ea"/>
              <a:sym typeface="+mn-lt"/>
            </a:endParaRPr>
          </a:p>
        </p:txBody>
      </p:sp>
      <p:sp>
        <p:nvSpPr>
          <p:cNvPr id="20" name="椭圆 19"/>
          <p:cNvSpPr/>
          <p:nvPr/>
        </p:nvSpPr>
        <p:spPr>
          <a:xfrm>
            <a:off x="696000" y="4386284"/>
            <a:ext cx="361336" cy="361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1" name="Oval 23"/>
          <p:cNvSpPr/>
          <p:nvPr/>
        </p:nvSpPr>
        <p:spPr>
          <a:xfrm>
            <a:off x="797580" y="4498236"/>
            <a:ext cx="158177" cy="137434"/>
          </a:xfrm>
          <a:custGeom>
            <a:avLst/>
            <a:gdLst>
              <a:gd name="T0" fmla="*/ 449 w 700"/>
              <a:gd name="T1" fmla="*/ 117 h 609"/>
              <a:gd name="T2" fmla="*/ 565 w 700"/>
              <a:gd name="T3" fmla="*/ 1 h 609"/>
              <a:gd name="T4" fmla="*/ 681 w 700"/>
              <a:gd name="T5" fmla="*/ 117 h 609"/>
              <a:gd name="T6" fmla="*/ 647 w 700"/>
              <a:gd name="T7" fmla="*/ 150 h 609"/>
              <a:gd name="T8" fmla="*/ 614 w 700"/>
              <a:gd name="T9" fmla="*/ 117 h 609"/>
              <a:gd name="T10" fmla="*/ 565 w 700"/>
              <a:gd name="T11" fmla="*/ 67 h 609"/>
              <a:gd name="T12" fmla="*/ 515 w 700"/>
              <a:gd name="T13" fmla="*/ 117 h 609"/>
              <a:gd name="T14" fmla="*/ 482 w 700"/>
              <a:gd name="T15" fmla="*/ 150 h 609"/>
              <a:gd name="T16" fmla="*/ 449 w 700"/>
              <a:gd name="T17" fmla="*/ 117 h 609"/>
              <a:gd name="T18" fmla="*/ 79 w 700"/>
              <a:gd name="T19" fmla="*/ 116 h 609"/>
              <a:gd name="T20" fmla="*/ 195 w 700"/>
              <a:gd name="T21" fmla="*/ 0 h 609"/>
              <a:gd name="T22" fmla="*/ 311 w 700"/>
              <a:gd name="T23" fmla="*/ 116 h 609"/>
              <a:gd name="T24" fmla="*/ 278 w 700"/>
              <a:gd name="T25" fmla="*/ 150 h 609"/>
              <a:gd name="T26" fmla="*/ 244 w 700"/>
              <a:gd name="T27" fmla="*/ 116 h 609"/>
              <a:gd name="T28" fmla="*/ 195 w 700"/>
              <a:gd name="T29" fmla="*/ 67 h 609"/>
              <a:gd name="T30" fmla="*/ 146 w 700"/>
              <a:gd name="T31" fmla="*/ 116 h 609"/>
              <a:gd name="T32" fmla="*/ 112 w 700"/>
              <a:gd name="T33" fmla="*/ 150 h 609"/>
              <a:gd name="T34" fmla="*/ 79 w 700"/>
              <a:gd name="T35" fmla="*/ 116 h 609"/>
              <a:gd name="T36" fmla="*/ 385 w 700"/>
              <a:gd name="T37" fmla="*/ 353 h 609"/>
              <a:gd name="T38" fmla="*/ 691 w 700"/>
              <a:gd name="T39" fmla="*/ 548 h 609"/>
              <a:gd name="T40" fmla="*/ 670 w 700"/>
              <a:gd name="T41" fmla="*/ 600 h 609"/>
              <a:gd name="T42" fmla="*/ 617 w 700"/>
              <a:gd name="T43" fmla="*/ 579 h 609"/>
              <a:gd name="T44" fmla="*/ 385 w 700"/>
              <a:gd name="T45" fmla="*/ 433 h 609"/>
              <a:gd name="T46" fmla="*/ 152 w 700"/>
              <a:gd name="T47" fmla="*/ 579 h 609"/>
              <a:gd name="T48" fmla="*/ 115 w 700"/>
              <a:gd name="T49" fmla="*/ 604 h 609"/>
              <a:gd name="T50" fmla="*/ 99 w 700"/>
              <a:gd name="T51" fmla="*/ 601 h 609"/>
              <a:gd name="T52" fmla="*/ 78 w 700"/>
              <a:gd name="T53" fmla="*/ 549 h 609"/>
              <a:gd name="T54" fmla="*/ 385 w 700"/>
              <a:gd name="T55" fmla="*/ 353 h 609"/>
              <a:gd name="T56" fmla="*/ 0 w 700"/>
              <a:gd name="T57" fmla="*/ 318 h 609"/>
              <a:gd name="T58" fmla="*/ 61 w 700"/>
              <a:gd name="T59" fmla="*/ 218 h 609"/>
              <a:gd name="T60" fmla="*/ 81 w 700"/>
              <a:gd name="T61" fmla="*/ 276 h 609"/>
              <a:gd name="T62" fmla="*/ 97 w 700"/>
              <a:gd name="T63" fmla="*/ 323 h 609"/>
              <a:gd name="T64" fmla="*/ 48 w 700"/>
              <a:gd name="T65" fmla="*/ 372 h 609"/>
              <a:gd name="T66" fmla="*/ 0 w 700"/>
              <a:gd name="T67" fmla="*/ 318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00" h="609">
                <a:moveTo>
                  <a:pt x="449" y="117"/>
                </a:moveTo>
                <a:cubicBezTo>
                  <a:pt x="449" y="53"/>
                  <a:pt x="501" y="1"/>
                  <a:pt x="565" y="1"/>
                </a:cubicBezTo>
                <a:cubicBezTo>
                  <a:pt x="629" y="1"/>
                  <a:pt x="681" y="53"/>
                  <a:pt x="681" y="117"/>
                </a:cubicBezTo>
                <a:cubicBezTo>
                  <a:pt x="681" y="135"/>
                  <a:pt x="666" y="150"/>
                  <a:pt x="647" y="150"/>
                </a:cubicBezTo>
                <a:cubicBezTo>
                  <a:pt x="629" y="150"/>
                  <a:pt x="614" y="135"/>
                  <a:pt x="614" y="117"/>
                </a:cubicBezTo>
                <a:cubicBezTo>
                  <a:pt x="614" y="89"/>
                  <a:pt x="592" y="67"/>
                  <a:pt x="565" y="67"/>
                </a:cubicBezTo>
                <a:cubicBezTo>
                  <a:pt x="537" y="67"/>
                  <a:pt x="515" y="89"/>
                  <a:pt x="515" y="117"/>
                </a:cubicBezTo>
                <a:cubicBezTo>
                  <a:pt x="515" y="135"/>
                  <a:pt x="500" y="150"/>
                  <a:pt x="482" y="150"/>
                </a:cubicBezTo>
                <a:cubicBezTo>
                  <a:pt x="464" y="150"/>
                  <a:pt x="449" y="135"/>
                  <a:pt x="449" y="117"/>
                </a:cubicBezTo>
                <a:close/>
                <a:moveTo>
                  <a:pt x="79" y="116"/>
                </a:moveTo>
                <a:cubicBezTo>
                  <a:pt x="79" y="52"/>
                  <a:pt x="131" y="0"/>
                  <a:pt x="195" y="0"/>
                </a:cubicBezTo>
                <a:cubicBezTo>
                  <a:pt x="259" y="0"/>
                  <a:pt x="311" y="52"/>
                  <a:pt x="311" y="116"/>
                </a:cubicBezTo>
                <a:cubicBezTo>
                  <a:pt x="311" y="135"/>
                  <a:pt x="296" y="150"/>
                  <a:pt x="278" y="150"/>
                </a:cubicBezTo>
                <a:cubicBezTo>
                  <a:pt x="259" y="150"/>
                  <a:pt x="244" y="135"/>
                  <a:pt x="244" y="116"/>
                </a:cubicBezTo>
                <a:cubicBezTo>
                  <a:pt x="244" y="89"/>
                  <a:pt x="222" y="67"/>
                  <a:pt x="195" y="67"/>
                </a:cubicBezTo>
                <a:cubicBezTo>
                  <a:pt x="168" y="67"/>
                  <a:pt x="146" y="89"/>
                  <a:pt x="146" y="116"/>
                </a:cubicBezTo>
                <a:cubicBezTo>
                  <a:pt x="146" y="135"/>
                  <a:pt x="131" y="150"/>
                  <a:pt x="112" y="150"/>
                </a:cubicBezTo>
                <a:cubicBezTo>
                  <a:pt x="94" y="150"/>
                  <a:pt x="79" y="135"/>
                  <a:pt x="79" y="116"/>
                </a:cubicBezTo>
                <a:close/>
                <a:moveTo>
                  <a:pt x="385" y="353"/>
                </a:moveTo>
                <a:cubicBezTo>
                  <a:pt x="520" y="353"/>
                  <a:pt x="640" y="429"/>
                  <a:pt x="691" y="548"/>
                </a:cubicBezTo>
                <a:cubicBezTo>
                  <a:pt x="700" y="568"/>
                  <a:pt x="690" y="591"/>
                  <a:pt x="670" y="600"/>
                </a:cubicBezTo>
                <a:cubicBezTo>
                  <a:pt x="650" y="609"/>
                  <a:pt x="626" y="600"/>
                  <a:pt x="617" y="579"/>
                </a:cubicBezTo>
                <a:cubicBezTo>
                  <a:pt x="579" y="490"/>
                  <a:pt x="488" y="433"/>
                  <a:pt x="385" y="433"/>
                </a:cubicBezTo>
                <a:cubicBezTo>
                  <a:pt x="280" y="433"/>
                  <a:pt x="189" y="490"/>
                  <a:pt x="152" y="579"/>
                </a:cubicBezTo>
                <a:cubicBezTo>
                  <a:pt x="145" y="595"/>
                  <a:pt x="130" y="604"/>
                  <a:pt x="115" y="604"/>
                </a:cubicBezTo>
                <a:cubicBezTo>
                  <a:pt x="109" y="604"/>
                  <a:pt x="104" y="603"/>
                  <a:pt x="99" y="601"/>
                </a:cubicBezTo>
                <a:cubicBezTo>
                  <a:pt x="79" y="592"/>
                  <a:pt x="69" y="569"/>
                  <a:pt x="78" y="549"/>
                </a:cubicBezTo>
                <a:cubicBezTo>
                  <a:pt x="127" y="430"/>
                  <a:pt x="248" y="353"/>
                  <a:pt x="385" y="353"/>
                </a:cubicBezTo>
                <a:close/>
                <a:moveTo>
                  <a:pt x="0" y="318"/>
                </a:moveTo>
                <a:cubicBezTo>
                  <a:pt x="0" y="272"/>
                  <a:pt x="61" y="218"/>
                  <a:pt x="61" y="218"/>
                </a:cubicBezTo>
                <a:cubicBezTo>
                  <a:pt x="67" y="254"/>
                  <a:pt x="81" y="276"/>
                  <a:pt x="81" y="276"/>
                </a:cubicBezTo>
                <a:cubicBezTo>
                  <a:pt x="97" y="300"/>
                  <a:pt x="97" y="323"/>
                  <a:pt x="97" y="323"/>
                </a:cubicBezTo>
                <a:cubicBezTo>
                  <a:pt x="97" y="372"/>
                  <a:pt x="48" y="372"/>
                  <a:pt x="48" y="372"/>
                </a:cubicBezTo>
                <a:cubicBezTo>
                  <a:pt x="0" y="372"/>
                  <a:pt x="0" y="318"/>
                  <a:pt x="0" y="31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n-ea"/>
            </a:endParaRPr>
          </a:p>
        </p:txBody>
      </p:sp>
      <p:sp>
        <p:nvSpPr>
          <p:cNvPr id="22" name="矩形 21"/>
          <p:cNvSpPr/>
          <p:nvPr/>
        </p:nvSpPr>
        <p:spPr>
          <a:xfrm>
            <a:off x="1219569" y="4428452"/>
            <a:ext cx="963192" cy="277000"/>
          </a:xfrm>
          <a:prstGeom prst="rect">
            <a:avLst/>
          </a:prstGeom>
        </p:spPr>
        <p:txBody>
          <a:bodyPr wrap="square" lIns="0" rIns="0">
            <a:spAutoFit/>
          </a:bodyPr>
          <a:lstStyle/>
          <a:p>
            <a:pPr algn="ctr"/>
            <a:r>
              <a:rPr lang="en-US" altLang="zh-CN" sz="1200" b="1" dirty="0" smtClean="0">
                <a:solidFill>
                  <a:schemeClr val="accent2"/>
                </a:solidFill>
                <a:latin typeface="+mn-ea"/>
                <a:cs typeface="+mn-ea"/>
                <a:sym typeface="+mn-lt"/>
              </a:rPr>
              <a:t>KEY WORD</a:t>
            </a:r>
            <a:endParaRPr lang="zh-CN" altLang="en-US" sz="1200" b="1" dirty="0">
              <a:solidFill>
                <a:schemeClr val="accent2"/>
              </a:solidFill>
              <a:latin typeface="+mn-ea"/>
              <a:cs typeface="+mn-ea"/>
              <a:sym typeface="+mn-lt"/>
            </a:endParaRPr>
          </a:p>
        </p:txBody>
      </p:sp>
    </p:spTree>
    <p:extLst>
      <p:ext uri="{BB962C8B-B14F-4D97-AF65-F5344CB8AC3E}">
        <p14:creationId xmlns:p14="http://schemas.microsoft.com/office/powerpoint/2010/main" val="7063941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par>
                          <p:cTn id="20" fill="hold">
                            <p:stCondLst>
                              <p:cond delay="1000"/>
                            </p:stCondLst>
                            <p:childTnLst>
                              <p:par>
                                <p:cTn id="21" presetID="53" presetClass="entr" presetSubtype="16"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500" fill="hold"/>
                                        <p:tgtEl>
                                          <p:spTgt spid="20"/>
                                        </p:tgtEl>
                                        <p:attrNameLst>
                                          <p:attrName>ppt_w</p:attrName>
                                        </p:attrNameLst>
                                      </p:cBhvr>
                                      <p:tavLst>
                                        <p:tav tm="0">
                                          <p:val>
                                            <p:fltVal val="0"/>
                                          </p:val>
                                        </p:tav>
                                        <p:tav tm="100000">
                                          <p:val>
                                            <p:strVal val="#ppt_w"/>
                                          </p:val>
                                        </p:tav>
                                      </p:tavLst>
                                    </p:anim>
                                    <p:anim calcmode="lin" valueType="num">
                                      <p:cBhvr>
                                        <p:cTn id="24" dur="500" fill="hold"/>
                                        <p:tgtEl>
                                          <p:spTgt spid="20"/>
                                        </p:tgtEl>
                                        <p:attrNameLst>
                                          <p:attrName>ppt_h</p:attrName>
                                        </p:attrNameLst>
                                      </p:cBhvr>
                                      <p:tavLst>
                                        <p:tav tm="0">
                                          <p:val>
                                            <p:fltVal val="0"/>
                                          </p:val>
                                        </p:tav>
                                        <p:tav tm="100000">
                                          <p:val>
                                            <p:strVal val="#ppt_h"/>
                                          </p:val>
                                        </p:tav>
                                      </p:tavLst>
                                    </p:anim>
                                    <p:animEffect transition="in" filter="fade">
                                      <p:cBhvr>
                                        <p:cTn id="25" dur="500"/>
                                        <p:tgtEl>
                                          <p:spTgt spid="2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par>
                          <p:cTn id="32"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par>
                          <p:cTn id="36" fill="hold">
                            <p:stCondLst>
                              <p:cond delay="2000"/>
                            </p:stCondLst>
                            <p:childTnLst>
                              <p:par>
                                <p:cTn id="37" presetID="37" presetClass="entr" presetSubtype="0" fill="hold"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1000"/>
                                        <p:tgtEl>
                                          <p:spTgt spid="4"/>
                                        </p:tgtEl>
                                      </p:cBhvr>
                                    </p:animEffect>
                                    <p:anim calcmode="lin" valueType="num">
                                      <p:cBhvr>
                                        <p:cTn id="40" dur="1000" fill="hold"/>
                                        <p:tgtEl>
                                          <p:spTgt spid="4"/>
                                        </p:tgtEl>
                                        <p:attrNameLst>
                                          <p:attrName>ppt_x</p:attrName>
                                        </p:attrNameLst>
                                      </p:cBhvr>
                                      <p:tavLst>
                                        <p:tav tm="0">
                                          <p:val>
                                            <p:strVal val="#ppt_x"/>
                                          </p:val>
                                        </p:tav>
                                        <p:tav tm="100000">
                                          <p:val>
                                            <p:strVal val="#ppt_x"/>
                                          </p:val>
                                        </p:tav>
                                      </p:tavLst>
                                    </p:anim>
                                    <p:anim calcmode="lin" valueType="num">
                                      <p:cBhvr>
                                        <p:cTn id="41" dur="900" decel="100000" fill="hold"/>
                                        <p:tgtEl>
                                          <p:spTgt spid="4"/>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par>
                                <p:cTn id="43" presetID="10" presetClass="entr" presetSubtype="0" fill="hold" grpId="0" nodeType="withEffect">
                                  <p:stCondLst>
                                    <p:cond delay="50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par>
                                <p:cTn id="46" presetID="10" presetClass="entr" presetSubtype="0" fill="hold" grpId="0" nodeType="withEffect">
                                  <p:stCondLst>
                                    <p:cond delay="50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par>
                          <p:cTn id="49" fill="hold">
                            <p:stCondLst>
                              <p:cond delay="3000"/>
                            </p:stCondLst>
                            <p:childTnLst>
                              <p:par>
                                <p:cTn id="50" presetID="37" presetClass="entr" presetSubtype="0"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1000"/>
                                        <p:tgtEl>
                                          <p:spTgt spid="5"/>
                                        </p:tgtEl>
                                      </p:cBhvr>
                                    </p:animEffect>
                                    <p:anim calcmode="lin" valueType="num">
                                      <p:cBhvr>
                                        <p:cTn id="53" dur="1000" fill="hold"/>
                                        <p:tgtEl>
                                          <p:spTgt spid="5"/>
                                        </p:tgtEl>
                                        <p:attrNameLst>
                                          <p:attrName>ppt_x</p:attrName>
                                        </p:attrNameLst>
                                      </p:cBhvr>
                                      <p:tavLst>
                                        <p:tav tm="0">
                                          <p:val>
                                            <p:strVal val="#ppt_x"/>
                                          </p:val>
                                        </p:tav>
                                        <p:tav tm="100000">
                                          <p:val>
                                            <p:strVal val="#ppt_x"/>
                                          </p:val>
                                        </p:tav>
                                      </p:tavLst>
                                    </p:anim>
                                    <p:anim calcmode="lin" valueType="num">
                                      <p:cBhvr>
                                        <p:cTn id="54" dur="900" decel="100000" fill="hold"/>
                                        <p:tgtEl>
                                          <p:spTgt spid="5"/>
                                        </p:tgtEl>
                                        <p:attrNameLst>
                                          <p:attrName>ppt_y</p:attrName>
                                        </p:attrNameLst>
                                      </p:cBhvr>
                                      <p:tavLst>
                                        <p:tav tm="0">
                                          <p:val>
                                            <p:strVal val="#ppt_y+1"/>
                                          </p:val>
                                        </p:tav>
                                        <p:tav tm="100000">
                                          <p:val>
                                            <p:strVal val="#ppt_y-.03"/>
                                          </p:val>
                                        </p:tav>
                                      </p:tavLst>
                                    </p:anim>
                                    <p:anim calcmode="lin" valueType="num">
                                      <p:cBhvr>
                                        <p:cTn id="55"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par>
                                <p:cTn id="56" presetID="10" presetClass="entr" presetSubtype="0" fill="hold" grpId="0" nodeType="withEffect">
                                  <p:stCondLst>
                                    <p:cond delay="50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500"/>
                                        <p:tgtEl>
                                          <p:spTgt spid="10"/>
                                        </p:tgtEl>
                                      </p:cBhvr>
                                    </p:animEffect>
                                  </p:childTnLst>
                                </p:cTn>
                              </p:par>
                              <p:par>
                                <p:cTn id="59" presetID="10" presetClass="entr" presetSubtype="0" fill="hold" grpId="0" nodeType="withEffect">
                                  <p:stCondLst>
                                    <p:cond delay="50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500"/>
                                        <p:tgtEl>
                                          <p:spTgt spid="11"/>
                                        </p:tgtEl>
                                      </p:cBhvr>
                                    </p:animEffect>
                                  </p:childTnLst>
                                </p:cTn>
                              </p:par>
                            </p:childTnLst>
                          </p:cTn>
                        </p:par>
                        <p:par>
                          <p:cTn id="62" fill="hold">
                            <p:stCondLst>
                              <p:cond delay="4000"/>
                            </p:stCondLst>
                            <p:childTnLst>
                              <p:par>
                                <p:cTn id="63" presetID="37" presetClass="entr" presetSubtype="0" fill="hold" nodeType="after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fade">
                                      <p:cBhvr>
                                        <p:cTn id="65" dur="1000"/>
                                        <p:tgtEl>
                                          <p:spTgt spid="6"/>
                                        </p:tgtEl>
                                      </p:cBhvr>
                                    </p:animEffect>
                                    <p:anim calcmode="lin" valueType="num">
                                      <p:cBhvr>
                                        <p:cTn id="66" dur="1000" fill="hold"/>
                                        <p:tgtEl>
                                          <p:spTgt spid="6"/>
                                        </p:tgtEl>
                                        <p:attrNameLst>
                                          <p:attrName>ppt_x</p:attrName>
                                        </p:attrNameLst>
                                      </p:cBhvr>
                                      <p:tavLst>
                                        <p:tav tm="0">
                                          <p:val>
                                            <p:strVal val="#ppt_x"/>
                                          </p:val>
                                        </p:tav>
                                        <p:tav tm="100000">
                                          <p:val>
                                            <p:strVal val="#ppt_x"/>
                                          </p:val>
                                        </p:tav>
                                      </p:tavLst>
                                    </p:anim>
                                    <p:anim calcmode="lin" valueType="num">
                                      <p:cBhvr>
                                        <p:cTn id="67" dur="900" decel="100000" fill="hold"/>
                                        <p:tgtEl>
                                          <p:spTgt spid="6"/>
                                        </p:tgtEl>
                                        <p:attrNameLst>
                                          <p:attrName>ppt_y</p:attrName>
                                        </p:attrNameLst>
                                      </p:cBhvr>
                                      <p:tavLst>
                                        <p:tav tm="0">
                                          <p:val>
                                            <p:strVal val="#ppt_y+1"/>
                                          </p:val>
                                        </p:tav>
                                        <p:tav tm="100000">
                                          <p:val>
                                            <p:strVal val="#ppt_y-.03"/>
                                          </p:val>
                                        </p:tav>
                                      </p:tavLst>
                                    </p:anim>
                                    <p:anim calcmode="lin" valueType="num">
                                      <p:cBhvr>
                                        <p:cTn id="68"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par>
                                <p:cTn id="69" presetID="10" presetClass="entr" presetSubtype="0" fill="hold" grpId="0" nodeType="withEffect">
                                  <p:stCondLst>
                                    <p:cond delay="50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500"/>
                                        <p:tgtEl>
                                          <p:spTgt spid="12"/>
                                        </p:tgtEl>
                                      </p:cBhvr>
                                    </p:animEffect>
                                  </p:childTnLst>
                                </p:cTn>
                              </p:par>
                              <p:par>
                                <p:cTn id="72" presetID="10" presetClass="entr" presetSubtype="0" fill="hold" grpId="0" nodeType="withEffect">
                                  <p:stCondLst>
                                    <p:cond delay="500"/>
                                  </p:stCondLst>
                                  <p:childTnLst>
                                    <p:set>
                                      <p:cBhvr>
                                        <p:cTn id="73" dur="1" fill="hold">
                                          <p:stCondLst>
                                            <p:cond delay="0"/>
                                          </p:stCondLst>
                                        </p:cTn>
                                        <p:tgtEl>
                                          <p:spTgt spid="13"/>
                                        </p:tgtEl>
                                        <p:attrNameLst>
                                          <p:attrName>style.visibility</p:attrName>
                                        </p:attrNameLst>
                                      </p:cBhvr>
                                      <p:to>
                                        <p:strVal val="visible"/>
                                      </p:to>
                                    </p:set>
                                    <p:animEffect transition="in" filter="fade">
                                      <p:cBhvr>
                                        <p:cTn id="7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animBg="1"/>
      <p:bldP spid="17" grpId="0"/>
      <p:bldP spid="18" grpId="0" animBg="1"/>
      <p:bldP spid="19" grpId="0"/>
      <p:bldP spid="20" grpId="0" animBg="1"/>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配套资源设施</a:t>
            </a:r>
            <a:endParaRPr lang="zh-CN" altLang="en-US" dirty="0"/>
          </a:p>
        </p:txBody>
      </p:sp>
      <p:sp>
        <p:nvSpPr>
          <p:cNvPr id="3" name="文本占位符 2"/>
          <p:cNvSpPr>
            <a:spLocks noGrp="1"/>
          </p:cNvSpPr>
          <p:nvPr>
            <p:ph type="body" sz="quarter" idx="10"/>
          </p:nvPr>
        </p:nvSpPr>
        <p:spPr/>
        <p:txBody>
          <a:bodyPr/>
          <a:lstStyle/>
          <a:p>
            <a:r>
              <a:rPr lang="en-US" altLang="zh-CN" dirty="0" smtClean="0"/>
              <a:t>SUPPORTING RESOURCES</a:t>
            </a:r>
            <a:endParaRPr lang="zh-CN" altLang="en-US" dirty="0"/>
          </a:p>
        </p:txBody>
      </p:sp>
      <p:sp>
        <p:nvSpPr>
          <p:cNvPr id="4" name="矩形 3"/>
          <p:cNvSpPr/>
          <p:nvPr/>
        </p:nvSpPr>
        <p:spPr>
          <a:xfrm>
            <a:off x="8003293" y="5054765"/>
            <a:ext cx="3492707" cy="1006769"/>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dirty="0">
                <a:solidFill>
                  <a:schemeClr val="accent1"/>
                </a:solidFill>
                <a:cs typeface="+mn-ea"/>
                <a:sym typeface="+mn-lt"/>
              </a:rPr>
              <a:t>在此输入</a:t>
            </a:r>
            <a:r>
              <a:rPr lang="zh-CN" altLang="en-US" dirty="0" smtClean="0">
                <a:solidFill>
                  <a:schemeClr val="accent1"/>
                </a:solidFill>
                <a:cs typeface="+mn-ea"/>
                <a:sym typeface="+mn-lt"/>
              </a:rPr>
              <a:t>小标题</a:t>
            </a:r>
            <a:endParaRPr lang="en-US" altLang="zh-CN" dirty="0" smtClean="0">
              <a:solidFill>
                <a:schemeClr val="accent1"/>
              </a:solidFill>
              <a:cs typeface="+mn-ea"/>
              <a:sym typeface="+mn-lt"/>
            </a:endParaRPr>
          </a:p>
          <a:p>
            <a:pPr algn="ctr">
              <a:lnSpc>
                <a:spcPct val="125000"/>
              </a:lnSpc>
            </a:pPr>
            <a:r>
              <a:rPr lang="zh-CN" altLang="en-US" sz="1400" dirty="0">
                <a:solidFill>
                  <a:schemeClr val="tx1">
                    <a:lumMod val="75000"/>
                    <a:lumOff val="25000"/>
                  </a:schemeClr>
                </a:solidFill>
                <a:cs typeface="+mn-ea"/>
                <a:sym typeface="+mn-lt"/>
              </a:rPr>
              <a:t>点击此处输入相关的文字描述内容</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98" y="1683834"/>
            <a:ext cx="7087152" cy="3105392"/>
          </a:xfrm>
          <a:prstGeom prst="rect">
            <a:avLst/>
          </a:prstGeom>
        </p:spPr>
      </p:pic>
      <p:sp>
        <p:nvSpPr>
          <p:cNvPr id="6" name="矩形 5"/>
          <p:cNvSpPr/>
          <p:nvPr/>
        </p:nvSpPr>
        <p:spPr>
          <a:xfrm>
            <a:off x="696001" y="4875661"/>
            <a:ext cx="7090349" cy="1067985"/>
          </a:xfrm>
          <a:prstGeom prst="rect">
            <a:avLst/>
          </a:prstGeom>
        </p:spPr>
        <p:txBody>
          <a:bodyPr wrap="square" lIns="0" rIns="0">
            <a:spAutoFit/>
          </a:bodyPr>
          <a:lstStyle/>
          <a:p>
            <a:pPr>
              <a:lnSpc>
                <a:spcPct val="125000"/>
              </a:lnSpc>
              <a:spcAft>
                <a:spcPts val="1500"/>
              </a:spcAft>
            </a:pPr>
            <a:r>
              <a:rPr lang="zh-CN" altLang="en-US" sz="1400" dirty="0" smtClean="0">
                <a:cs typeface="+mn-ea"/>
                <a:sym typeface="+mn-lt"/>
              </a:rPr>
              <a:t>点击此处输入与此小标题或图形相关的文字描述内容或数据分析。</a:t>
            </a:r>
          </a:p>
          <a:p>
            <a:pPr>
              <a:lnSpc>
                <a:spcPct val="125000"/>
              </a:lnSpc>
              <a:spcAft>
                <a:spcPts val="1500"/>
              </a:spcAft>
            </a:pPr>
            <a:r>
              <a:rPr lang="zh-CN" altLang="en-US" sz="1400" dirty="0">
                <a:cs typeface="+mn-ea"/>
                <a:sym typeface="+mn-lt"/>
              </a:rPr>
              <a:t>点击此处输入文字描述内容，文字描述内容可以是与此小标题或者与此图形所相关的内容说明介绍、数据统计分析、事件过程分析、归纳总结概述等。</a:t>
            </a:r>
          </a:p>
        </p:txBody>
      </p:sp>
      <p:sp>
        <p:nvSpPr>
          <p:cNvPr id="7" name="矩形 6"/>
          <p:cNvSpPr/>
          <p:nvPr/>
        </p:nvSpPr>
        <p:spPr>
          <a:xfrm>
            <a:off x="8003293" y="1683834"/>
            <a:ext cx="3492707" cy="1006769"/>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dirty="0">
                <a:solidFill>
                  <a:schemeClr val="accent1"/>
                </a:solidFill>
                <a:cs typeface="+mn-ea"/>
                <a:sym typeface="+mn-lt"/>
              </a:rPr>
              <a:t>在此输入</a:t>
            </a:r>
            <a:r>
              <a:rPr lang="zh-CN" altLang="en-US" dirty="0" smtClean="0">
                <a:solidFill>
                  <a:schemeClr val="accent1"/>
                </a:solidFill>
                <a:cs typeface="+mn-ea"/>
                <a:sym typeface="+mn-lt"/>
              </a:rPr>
              <a:t>小标题</a:t>
            </a:r>
            <a:endParaRPr lang="en-US" altLang="zh-CN" dirty="0" smtClean="0">
              <a:solidFill>
                <a:schemeClr val="accent1"/>
              </a:solidFill>
              <a:cs typeface="+mn-ea"/>
              <a:sym typeface="+mn-lt"/>
            </a:endParaRPr>
          </a:p>
          <a:p>
            <a:pPr algn="ctr">
              <a:lnSpc>
                <a:spcPct val="125000"/>
              </a:lnSpc>
            </a:pPr>
            <a:r>
              <a:rPr lang="zh-CN" altLang="en-US" sz="1400" dirty="0">
                <a:solidFill>
                  <a:schemeClr val="tx1">
                    <a:lumMod val="75000"/>
                    <a:lumOff val="25000"/>
                  </a:schemeClr>
                </a:solidFill>
                <a:cs typeface="+mn-ea"/>
                <a:sym typeface="+mn-lt"/>
              </a:rPr>
              <a:t>点击此处输入相关的文字描述内容</a:t>
            </a:r>
          </a:p>
        </p:txBody>
      </p:sp>
      <p:sp>
        <p:nvSpPr>
          <p:cNvPr id="8" name="矩形 7"/>
          <p:cNvSpPr/>
          <p:nvPr/>
        </p:nvSpPr>
        <p:spPr>
          <a:xfrm>
            <a:off x="8003293" y="3369300"/>
            <a:ext cx="3492707" cy="1006769"/>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dirty="0">
                <a:solidFill>
                  <a:schemeClr val="accent1"/>
                </a:solidFill>
                <a:cs typeface="+mn-ea"/>
                <a:sym typeface="+mn-lt"/>
              </a:rPr>
              <a:t>在此输入</a:t>
            </a:r>
            <a:r>
              <a:rPr lang="zh-CN" altLang="en-US" dirty="0" smtClean="0">
                <a:solidFill>
                  <a:schemeClr val="accent1"/>
                </a:solidFill>
                <a:cs typeface="+mn-ea"/>
                <a:sym typeface="+mn-lt"/>
              </a:rPr>
              <a:t>小标题</a:t>
            </a:r>
            <a:endParaRPr lang="en-US" altLang="zh-CN" dirty="0" smtClean="0">
              <a:solidFill>
                <a:schemeClr val="accent1"/>
              </a:solidFill>
              <a:cs typeface="+mn-ea"/>
              <a:sym typeface="+mn-lt"/>
            </a:endParaRPr>
          </a:p>
          <a:p>
            <a:pPr algn="ctr">
              <a:lnSpc>
                <a:spcPct val="125000"/>
              </a:lnSpc>
            </a:pPr>
            <a:r>
              <a:rPr lang="zh-CN" altLang="en-US" sz="1400" dirty="0">
                <a:solidFill>
                  <a:schemeClr val="tx1">
                    <a:lumMod val="75000"/>
                    <a:lumOff val="25000"/>
                  </a:schemeClr>
                </a:solidFill>
                <a:cs typeface="+mn-ea"/>
                <a:sym typeface="+mn-lt"/>
              </a:rPr>
              <a:t>点击此处输入相关的文字描述内容</a:t>
            </a:r>
          </a:p>
        </p:txBody>
      </p:sp>
      <p:sp>
        <p:nvSpPr>
          <p:cNvPr id="9" name="燕尾形 8"/>
          <p:cNvSpPr/>
          <p:nvPr/>
        </p:nvSpPr>
        <p:spPr>
          <a:xfrm rot="5400000">
            <a:off x="9644713" y="2925020"/>
            <a:ext cx="209863" cy="209863"/>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0" name="燕尾形 9"/>
          <p:cNvSpPr/>
          <p:nvPr/>
        </p:nvSpPr>
        <p:spPr>
          <a:xfrm rot="5400000">
            <a:off x="9644713" y="4610486"/>
            <a:ext cx="209863" cy="209863"/>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1" name="圆角矩形 10"/>
          <p:cNvSpPr/>
          <p:nvPr/>
        </p:nvSpPr>
        <p:spPr>
          <a:xfrm>
            <a:off x="696001" y="6061534"/>
            <a:ext cx="720000" cy="720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7921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par>
                                <p:cTn id="12" presetID="2" presetClass="entr" presetSubtype="2"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1+#ppt_w/2"/>
                                          </p:val>
                                        </p:tav>
                                        <p:tav tm="100000">
                                          <p:val>
                                            <p:strVal val="#ppt_x"/>
                                          </p:val>
                                        </p:tav>
                                      </p:tavLst>
                                    </p:anim>
                                    <p:anim calcmode="lin" valueType="num">
                                      <p:cBhvr additive="base">
                                        <p:cTn id="15" dur="500" fill="hold"/>
                                        <p:tgtEl>
                                          <p:spTgt spid="11"/>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14" presetClass="entr" presetSubtype="1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500"/>
                                        <p:tgtEl>
                                          <p:spTgt spid="7"/>
                                        </p:tgtEl>
                                      </p:cBhvr>
                                    </p:animEffect>
                                  </p:childTnLst>
                                </p:cTn>
                              </p:par>
                            </p:childTnLst>
                          </p:cTn>
                        </p:par>
                        <p:par>
                          <p:cTn id="20" fill="hold">
                            <p:stCondLst>
                              <p:cond delay="1500"/>
                            </p:stCondLst>
                            <p:childTnLst>
                              <p:par>
                                <p:cTn id="21" presetID="47"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ppt_x</p:attrName>
                                        </p:attrNameLst>
                                      </p:cBhvr>
                                      <p:tavLst>
                                        <p:tav tm="0">
                                          <p:val>
                                            <p:strVal val="#ppt_x"/>
                                          </p:val>
                                        </p:tav>
                                        <p:tav tm="100000">
                                          <p:val>
                                            <p:strVal val="#ppt_x"/>
                                          </p:val>
                                        </p:tav>
                                      </p:tavLst>
                                    </p:anim>
                                    <p:anim calcmode="lin" valueType="num">
                                      <p:cBhvr>
                                        <p:cTn id="25" dur="5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14" presetClass="entr" presetSubtype="1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randombar(horizontal)">
                                      <p:cBhvr>
                                        <p:cTn id="29" dur="500"/>
                                        <p:tgtEl>
                                          <p:spTgt spid="8"/>
                                        </p:tgtEl>
                                      </p:cBhvr>
                                    </p:animEffect>
                                  </p:childTnLst>
                                </p:cTn>
                              </p:par>
                            </p:childTnLst>
                          </p:cTn>
                        </p:par>
                        <p:par>
                          <p:cTn id="30" fill="hold">
                            <p:stCondLst>
                              <p:cond delay="2500"/>
                            </p:stCondLst>
                            <p:childTnLst>
                              <p:par>
                                <p:cTn id="31" presetID="47"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anim calcmode="lin" valueType="num">
                                      <p:cBhvr>
                                        <p:cTn id="34" dur="500" fill="hold"/>
                                        <p:tgtEl>
                                          <p:spTgt spid="10"/>
                                        </p:tgtEl>
                                        <p:attrNameLst>
                                          <p:attrName>ppt_x</p:attrName>
                                        </p:attrNameLst>
                                      </p:cBhvr>
                                      <p:tavLst>
                                        <p:tav tm="0">
                                          <p:val>
                                            <p:strVal val="#ppt_x"/>
                                          </p:val>
                                        </p:tav>
                                        <p:tav tm="100000">
                                          <p:val>
                                            <p:strVal val="#ppt_x"/>
                                          </p:val>
                                        </p:tav>
                                      </p:tavLst>
                                    </p:anim>
                                    <p:anim calcmode="lin" valueType="num">
                                      <p:cBhvr>
                                        <p:cTn id="35" dur="500" fill="hold"/>
                                        <p:tgtEl>
                                          <p:spTgt spid="10"/>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14" presetClass="entr" presetSubtype="10"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randombar(horizontal)">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P spid="8" grpId="0" animBg="1"/>
      <p:bldP spid="9" grpId="0" animBg="1"/>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t>1.</a:t>
            </a:r>
            <a:r>
              <a:rPr lang="zh-CN" altLang="en-US" dirty="0" smtClean="0"/>
              <a:t>当前市场</a:t>
            </a:r>
            <a:r>
              <a:rPr lang="zh-CN" altLang="en-US" dirty="0"/>
              <a:t>规模</a:t>
            </a:r>
          </a:p>
        </p:txBody>
      </p:sp>
      <p:sp>
        <p:nvSpPr>
          <p:cNvPr id="11" name="文本占位符 10"/>
          <p:cNvSpPr>
            <a:spLocks noGrp="1"/>
          </p:cNvSpPr>
          <p:nvPr>
            <p:ph type="body" sz="quarter" idx="14"/>
          </p:nvPr>
        </p:nvSpPr>
        <p:spPr/>
        <p:txBody>
          <a:bodyPr/>
          <a:lstStyle/>
          <a:p>
            <a:r>
              <a:rPr lang="zh-CN" altLang="en-US" dirty="0">
                <a:cs typeface="+mn-ea"/>
                <a:sym typeface="+mn-lt"/>
              </a:rPr>
              <a:t>企业实力展示</a:t>
            </a:r>
          </a:p>
        </p:txBody>
      </p:sp>
      <p:sp>
        <p:nvSpPr>
          <p:cNvPr id="12" name="文本占位符 11"/>
          <p:cNvSpPr>
            <a:spLocks noGrp="1"/>
          </p:cNvSpPr>
          <p:nvPr>
            <p:ph type="body" sz="quarter" idx="15"/>
          </p:nvPr>
        </p:nvSpPr>
        <p:spPr/>
        <p:txBody>
          <a:bodyPr/>
          <a:lstStyle/>
          <a:p>
            <a:r>
              <a:rPr lang="en-US" altLang="zh-CN" dirty="0">
                <a:latin typeface="+mn-ea"/>
                <a:cs typeface="+mn-ea"/>
                <a:sym typeface="+mn-lt"/>
              </a:rPr>
              <a:t>COMPANY POWER</a:t>
            </a:r>
            <a:endParaRPr lang="zh-CN" altLang="en-US" dirty="0">
              <a:latin typeface="+mn-ea"/>
              <a:cs typeface="+mn-ea"/>
              <a:sym typeface="+mn-lt"/>
            </a:endParaRPr>
          </a:p>
        </p:txBody>
      </p:sp>
      <p:sp>
        <p:nvSpPr>
          <p:cNvPr id="5" name="文本占位符 4"/>
          <p:cNvSpPr>
            <a:spLocks noGrp="1"/>
          </p:cNvSpPr>
          <p:nvPr>
            <p:ph type="body" sz="quarter" idx="16"/>
          </p:nvPr>
        </p:nvSpPr>
        <p:spPr/>
        <p:txBody>
          <a:bodyPr/>
          <a:lstStyle/>
          <a:p>
            <a:r>
              <a:rPr lang="en-US" altLang="zh-CN" dirty="0"/>
              <a:t>PART </a:t>
            </a:r>
            <a:r>
              <a:rPr lang="en-US" altLang="zh-CN" dirty="0" smtClean="0"/>
              <a:t>04</a:t>
            </a:r>
            <a:endParaRPr lang="zh-CN" altLang="en-US" dirty="0"/>
          </a:p>
        </p:txBody>
      </p:sp>
    </p:spTree>
    <p:extLst>
      <p:ext uri="{BB962C8B-B14F-4D97-AF65-F5344CB8AC3E}">
        <p14:creationId xmlns:p14="http://schemas.microsoft.com/office/powerpoint/2010/main" val="3060436072"/>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当前市场</a:t>
            </a:r>
            <a:r>
              <a:rPr lang="zh-CN" altLang="en-US" dirty="0"/>
              <a:t>规模</a:t>
            </a:r>
          </a:p>
        </p:txBody>
      </p:sp>
      <p:sp>
        <p:nvSpPr>
          <p:cNvPr id="3" name="文本占位符 2"/>
          <p:cNvSpPr>
            <a:spLocks noGrp="1"/>
          </p:cNvSpPr>
          <p:nvPr>
            <p:ph type="body" sz="quarter" idx="10"/>
          </p:nvPr>
        </p:nvSpPr>
        <p:spPr/>
        <p:txBody>
          <a:bodyPr/>
          <a:lstStyle/>
          <a:p>
            <a:r>
              <a:rPr lang="en-US" altLang="zh-CN" dirty="0" smtClean="0"/>
              <a:t>CURRENT MARKET SIZE</a:t>
            </a:r>
            <a:endParaRPr lang="zh-CN" altLang="en-US" dirty="0"/>
          </a:p>
        </p:txBody>
      </p:sp>
      <p:sp>
        <p:nvSpPr>
          <p:cNvPr id="4" name="椭圆 3"/>
          <p:cNvSpPr/>
          <p:nvPr/>
        </p:nvSpPr>
        <p:spPr>
          <a:xfrm>
            <a:off x="696000" y="5672814"/>
            <a:ext cx="561860" cy="5618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图表 4"/>
          <p:cNvGraphicFramePr/>
          <p:nvPr>
            <p:extLst/>
          </p:nvPr>
        </p:nvGraphicFramePr>
        <p:xfrm>
          <a:off x="696001" y="1189821"/>
          <a:ext cx="7048858" cy="4263527"/>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p:cNvSpPr/>
          <p:nvPr/>
        </p:nvSpPr>
        <p:spPr>
          <a:xfrm>
            <a:off x="8152483" y="1571378"/>
            <a:ext cx="3343518" cy="606320"/>
          </a:xfrm>
          <a:prstGeom prst="rect">
            <a:avLst/>
          </a:prstGeom>
        </p:spPr>
        <p:txBody>
          <a:bodyPr wrap="square" lIns="0" rIns="0">
            <a:spAutoFit/>
          </a:bodyPr>
          <a:lstStyle/>
          <a:p>
            <a:pPr>
              <a:lnSpc>
                <a:spcPct val="125000"/>
              </a:lnSpc>
            </a:pPr>
            <a:r>
              <a:rPr lang="zh-CN" altLang="en-US" sz="1400" dirty="0">
                <a:solidFill>
                  <a:schemeClr val="tx1">
                    <a:lumMod val="75000"/>
                    <a:lumOff val="25000"/>
                  </a:schemeClr>
                </a:solidFill>
              </a:rPr>
              <a:t>点击此处输入与此小标题或者与此图形相关的内容介绍</a:t>
            </a:r>
            <a:r>
              <a:rPr lang="zh-CN" altLang="en-US" sz="1400" dirty="0" smtClean="0">
                <a:solidFill>
                  <a:schemeClr val="tx1">
                    <a:lumMod val="75000"/>
                    <a:lumOff val="25000"/>
                  </a:schemeClr>
                </a:solidFill>
              </a:rPr>
              <a:t>、总结</a:t>
            </a:r>
            <a:r>
              <a:rPr lang="zh-CN" altLang="en-US" sz="1400" dirty="0">
                <a:solidFill>
                  <a:schemeClr val="tx1">
                    <a:lumMod val="75000"/>
                    <a:lumOff val="25000"/>
                  </a:schemeClr>
                </a:solidFill>
              </a:rPr>
              <a:t>概述</a:t>
            </a:r>
            <a:r>
              <a:rPr lang="zh-CN" altLang="en-US" sz="1400" dirty="0" smtClean="0">
                <a:solidFill>
                  <a:schemeClr val="tx1">
                    <a:lumMod val="75000"/>
                    <a:lumOff val="25000"/>
                  </a:schemeClr>
                </a:solidFill>
              </a:rPr>
              <a:t>等内容</a:t>
            </a:r>
            <a:r>
              <a:rPr lang="zh-CN" altLang="en-US" sz="1400" dirty="0">
                <a:solidFill>
                  <a:schemeClr val="tx1">
                    <a:lumMod val="75000"/>
                    <a:lumOff val="25000"/>
                  </a:schemeClr>
                </a:solidFill>
              </a:rPr>
              <a:t>。</a:t>
            </a:r>
          </a:p>
        </p:txBody>
      </p:sp>
      <p:sp>
        <p:nvSpPr>
          <p:cNvPr id="7" name="矩形 6"/>
          <p:cNvSpPr/>
          <p:nvPr/>
        </p:nvSpPr>
        <p:spPr>
          <a:xfrm>
            <a:off x="8521548" y="2353341"/>
            <a:ext cx="2340984" cy="307777"/>
          </a:xfrm>
          <a:prstGeom prst="rect">
            <a:avLst/>
          </a:prstGeom>
        </p:spPr>
        <p:txBody>
          <a:bodyPr wrap="square" lIns="0" rIns="0">
            <a:spAutoFit/>
          </a:bodyPr>
          <a:lstStyle/>
          <a:p>
            <a:r>
              <a:rPr lang="zh-CN" altLang="en-US" sz="1400" dirty="0" smtClean="0"/>
              <a:t>文字描述内容</a:t>
            </a:r>
            <a:endParaRPr lang="zh-CN" altLang="en-US" sz="1400" dirty="0"/>
          </a:p>
        </p:txBody>
      </p:sp>
      <p:sp>
        <p:nvSpPr>
          <p:cNvPr id="8" name="checked-buttom_3651"/>
          <p:cNvSpPr>
            <a:spLocks noChangeAspect="1"/>
          </p:cNvSpPr>
          <p:nvPr/>
        </p:nvSpPr>
        <p:spPr bwMode="auto">
          <a:xfrm>
            <a:off x="8152483" y="2381380"/>
            <a:ext cx="252000" cy="251699"/>
          </a:xfrm>
          <a:custGeom>
            <a:avLst/>
            <a:gdLst>
              <a:gd name="T0" fmla="*/ 202 w 403"/>
              <a:gd name="T1" fmla="*/ 0 h 403"/>
              <a:gd name="T2" fmla="*/ 0 w 403"/>
              <a:gd name="T3" fmla="*/ 202 h 403"/>
              <a:gd name="T4" fmla="*/ 202 w 403"/>
              <a:gd name="T5" fmla="*/ 403 h 403"/>
              <a:gd name="T6" fmla="*/ 403 w 403"/>
              <a:gd name="T7" fmla="*/ 202 h 403"/>
              <a:gd name="T8" fmla="*/ 202 w 403"/>
              <a:gd name="T9" fmla="*/ 0 h 403"/>
              <a:gd name="T10" fmla="*/ 171 w 403"/>
              <a:gd name="T11" fmla="*/ 322 h 403"/>
              <a:gd name="T12" fmla="*/ 155 w 403"/>
              <a:gd name="T13" fmla="*/ 322 h 403"/>
              <a:gd name="T14" fmla="*/ 152 w 403"/>
              <a:gd name="T15" fmla="*/ 318 h 403"/>
              <a:gd name="T16" fmla="*/ 152 w 403"/>
              <a:gd name="T17" fmla="*/ 318 h 403"/>
              <a:gd name="T18" fmla="*/ 148 w 403"/>
              <a:gd name="T19" fmla="*/ 314 h 403"/>
              <a:gd name="T20" fmla="*/ 131 w 403"/>
              <a:gd name="T21" fmla="*/ 298 h 403"/>
              <a:gd name="T22" fmla="*/ 130 w 403"/>
              <a:gd name="T23" fmla="*/ 297 h 403"/>
              <a:gd name="T24" fmla="*/ 53 w 403"/>
              <a:gd name="T25" fmla="*/ 219 h 403"/>
              <a:gd name="T26" fmla="*/ 53 w 403"/>
              <a:gd name="T27" fmla="*/ 203 h 403"/>
              <a:gd name="T28" fmla="*/ 77 w 403"/>
              <a:gd name="T29" fmla="*/ 179 h 403"/>
              <a:gd name="T30" fmla="*/ 94 w 403"/>
              <a:gd name="T31" fmla="*/ 179 h 403"/>
              <a:gd name="T32" fmla="*/ 163 w 403"/>
              <a:gd name="T33" fmla="*/ 249 h 403"/>
              <a:gd name="T34" fmla="*/ 310 w 403"/>
              <a:gd name="T35" fmla="*/ 102 h 403"/>
              <a:gd name="T36" fmla="*/ 326 w 403"/>
              <a:gd name="T37" fmla="*/ 102 h 403"/>
              <a:gd name="T38" fmla="*/ 350 w 403"/>
              <a:gd name="T39" fmla="*/ 127 h 403"/>
              <a:gd name="T40" fmla="*/ 350 w 403"/>
              <a:gd name="T41" fmla="*/ 143 h 403"/>
              <a:gd name="T42" fmla="*/ 171 w 403"/>
              <a:gd name="T43" fmla="*/ 32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3" h="403">
                <a:moveTo>
                  <a:pt x="202" y="0"/>
                </a:moveTo>
                <a:cubicBezTo>
                  <a:pt x="90" y="0"/>
                  <a:pt x="0" y="90"/>
                  <a:pt x="0" y="202"/>
                </a:cubicBezTo>
                <a:cubicBezTo>
                  <a:pt x="0" y="313"/>
                  <a:pt x="90" y="403"/>
                  <a:pt x="202" y="403"/>
                </a:cubicBezTo>
                <a:cubicBezTo>
                  <a:pt x="313" y="403"/>
                  <a:pt x="403" y="313"/>
                  <a:pt x="403" y="202"/>
                </a:cubicBezTo>
                <a:cubicBezTo>
                  <a:pt x="403" y="90"/>
                  <a:pt x="313" y="0"/>
                  <a:pt x="202" y="0"/>
                </a:cubicBezTo>
                <a:close/>
                <a:moveTo>
                  <a:pt x="171" y="322"/>
                </a:moveTo>
                <a:cubicBezTo>
                  <a:pt x="167" y="326"/>
                  <a:pt x="160" y="326"/>
                  <a:pt x="155" y="322"/>
                </a:cubicBezTo>
                <a:lnTo>
                  <a:pt x="152" y="318"/>
                </a:lnTo>
                <a:lnTo>
                  <a:pt x="152" y="318"/>
                </a:lnTo>
                <a:lnTo>
                  <a:pt x="148" y="314"/>
                </a:lnTo>
                <a:lnTo>
                  <a:pt x="131" y="298"/>
                </a:lnTo>
                <a:lnTo>
                  <a:pt x="130" y="297"/>
                </a:lnTo>
                <a:lnTo>
                  <a:pt x="53" y="219"/>
                </a:lnTo>
                <a:cubicBezTo>
                  <a:pt x="49" y="215"/>
                  <a:pt x="49" y="207"/>
                  <a:pt x="53" y="203"/>
                </a:cubicBezTo>
                <a:lnTo>
                  <a:pt x="77" y="179"/>
                </a:lnTo>
                <a:cubicBezTo>
                  <a:pt x="82" y="174"/>
                  <a:pt x="89" y="174"/>
                  <a:pt x="94" y="179"/>
                </a:cubicBezTo>
                <a:lnTo>
                  <a:pt x="163" y="249"/>
                </a:lnTo>
                <a:lnTo>
                  <a:pt x="310" y="102"/>
                </a:lnTo>
                <a:cubicBezTo>
                  <a:pt x="314" y="98"/>
                  <a:pt x="322" y="98"/>
                  <a:pt x="326" y="102"/>
                </a:cubicBezTo>
                <a:lnTo>
                  <a:pt x="350" y="127"/>
                </a:lnTo>
                <a:cubicBezTo>
                  <a:pt x="355" y="131"/>
                  <a:pt x="355" y="138"/>
                  <a:pt x="350" y="143"/>
                </a:cubicBezTo>
                <a:lnTo>
                  <a:pt x="171" y="322"/>
                </a:lnTo>
                <a:close/>
              </a:path>
            </a:pathLst>
          </a:custGeom>
          <a:solidFill>
            <a:schemeClr val="tx1">
              <a:lumMod val="50000"/>
              <a:lumOff val="50000"/>
            </a:schemeClr>
          </a:solidFill>
          <a:ln>
            <a:noFill/>
          </a:ln>
        </p:spPr>
      </p:sp>
      <p:sp>
        <p:nvSpPr>
          <p:cNvPr id="9" name="矩形 8"/>
          <p:cNvSpPr/>
          <p:nvPr/>
        </p:nvSpPr>
        <p:spPr>
          <a:xfrm>
            <a:off x="8521548" y="2784521"/>
            <a:ext cx="2340984" cy="307777"/>
          </a:xfrm>
          <a:prstGeom prst="rect">
            <a:avLst/>
          </a:prstGeom>
        </p:spPr>
        <p:txBody>
          <a:bodyPr wrap="square" lIns="0" rIns="0">
            <a:spAutoFit/>
          </a:bodyPr>
          <a:lstStyle/>
          <a:p>
            <a:r>
              <a:rPr lang="zh-CN" altLang="en-US" sz="1400" dirty="0" smtClean="0"/>
              <a:t>在此输入文字描述内容</a:t>
            </a:r>
            <a:endParaRPr lang="zh-CN" altLang="en-US" sz="1400" dirty="0"/>
          </a:p>
        </p:txBody>
      </p:sp>
      <p:sp>
        <p:nvSpPr>
          <p:cNvPr id="10" name="checked-buttom_3651"/>
          <p:cNvSpPr>
            <a:spLocks noChangeAspect="1"/>
          </p:cNvSpPr>
          <p:nvPr/>
        </p:nvSpPr>
        <p:spPr bwMode="auto">
          <a:xfrm>
            <a:off x="8152483" y="2812560"/>
            <a:ext cx="252000" cy="251699"/>
          </a:xfrm>
          <a:custGeom>
            <a:avLst/>
            <a:gdLst>
              <a:gd name="T0" fmla="*/ 202 w 403"/>
              <a:gd name="T1" fmla="*/ 0 h 403"/>
              <a:gd name="T2" fmla="*/ 0 w 403"/>
              <a:gd name="T3" fmla="*/ 202 h 403"/>
              <a:gd name="T4" fmla="*/ 202 w 403"/>
              <a:gd name="T5" fmla="*/ 403 h 403"/>
              <a:gd name="T6" fmla="*/ 403 w 403"/>
              <a:gd name="T7" fmla="*/ 202 h 403"/>
              <a:gd name="T8" fmla="*/ 202 w 403"/>
              <a:gd name="T9" fmla="*/ 0 h 403"/>
              <a:gd name="T10" fmla="*/ 171 w 403"/>
              <a:gd name="T11" fmla="*/ 322 h 403"/>
              <a:gd name="T12" fmla="*/ 155 w 403"/>
              <a:gd name="T13" fmla="*/ 322 h 403"/>
              <a:gd name="T14" fmla="*/ 152 w 403"/>
              <a:gd name="T15" fmla="*/ 318 h 403"/>
              <a:gd name="T16" fmla="*/ 152 w 403"/>
              <a:gd name="T17" fmla="*/ 318 h 403"/>
              <a:gd name="T18" fmla="*/ 148 w 403"/>
              <a:gd name="T19" fmla="*/ 314 h 403"/>
              <a:gd name="T20" fmla="*/ 131 w 403"/>
              <a:gd name="T21" fmla="*/ 298 h 403"/>
              <a:gd name="T22" fmla="*/ 130 w 403"/>
              <a:gd name="T23" fmla="*/ 297 h 403"/>
              <a:gd name="T24" fmla="*/ 53 w 403"/>
              <a:gd name="T25" fmla="*/ 219 h 403"/>
              <a:gd name="T26" fmla="*/ 53 w 403"/>
              <a:gd name="T27" fmla="*/ 203 h 403"/>
              <a:gd name="T28" fmla="*/ 77 w 403"/>
              <a:gd name="T29" fmla="*/ 179 h 403"/>
              <a:gd name="T30" fmla="*/ 94 w 403"/>
              <a:gd name="T31" fmla="*/ 179 h 403"/>
              <a:gd name="T32" fmla="*/ 163 w 403"/>
              <a:gd name="T33" fmla="*/ 249 h 403"/>
              <a:gd name="T34" fmla="*/ 310 w 403"/>
              <a:gd name="T35" fmla="*/ 102 h 403"/>
              <a:gd name="T36" fmla="*/ 326 w 403"/>
              <a:gd name="T37" fmla="*/ 102 h 403"/>
              <a:gd name="T38" fmla="*/ 350 w 403"/>
              <a:gd name="T39" fmla="*/ 127 h 403"/>
              <a:gd name="T40" fmla="*/ 350 w 403"/>
              <a:gd name="T41" fmla="*/ 143 h 403"/>
              <a:gd name="T42" fmla="*/ 171 w 403"/>
              <a:gd name="T43" fmla="*/ 32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3" h="403">
                <a:moveTo>
                  <a:pt x="202" y="0"/>
                </a:moveTo>
                <a:cubicBezTo>
                  <a:pt x="90" y="0"/>
                  <a:pt x="0" y="90"/>
                  <a:pt x="0" y="202"/>
                </a:cubicBezTo>
                <a:cubicBezTo>
                  <a:pt x="0" y="313"/>
                  <a:pt x="90" y="403"/>
                  <a:pt x="202" y="403"/>
                </a:cubicBezTo>
                <a:cubicBezTo>
                  <a:pt x="313" y="403"/>
                  <a:pt x="403" y="313"/>
                  <a:pt x="403" y="202"/>
                </a:cubicBezTo>
                <a:cubicBezTo>
                  <a:pt x="403" y="90"/>
                  <a:pt x="313" y="0"/>
                  <a:pt x="202" y="0"/>
                </a:cubicBezTo>
                <a:close/>
                <a:moveTo>
                  <a:pt x="171" y="322"/>
                </a:moveTo>
                <a:cubicBezTo>
                  <a:pt x="167" y="326"/>
                  <a:pt x="160" y="326"/>
                  <a:pt x="155" y="322"/>
                </a:cubicBezTo>
                <a:lnTo>
                  <a:pt x="152" y="318"/>
                </a:lnTo>
                <a:lnTo>
                  <a:pt x="152" y="318"/>
                </a:lnTo>
                <a:lnTo>
                  <a:pt x="148" y="314"/>
                </a:lnTo>
                <a:lnTo>
                  <a:pt x="131" y="298"/>
                </a:lnTo>
                <a:lnTo>
                  <a:pt x="130" y="297"/>
                </a:lnTo>
                <a:lnTo>
                  <a:pt x="53" y="219"/>
                </a:lnTo>
                <a:cubicBezTo>
                  <a:pt x="49" y="215"/>
                  <a:pt x="49" y="207"/>
                  <a:pt x="53" y="203"/>
                </a:cubicBezTo>
                <a:lnTo>
                  <a:pt x="77" y="179"/>
                </a:lnTo>
                <a:cubicBezTo>
                  <a:pt x="82" y="174"/>
                  <a:pt x="89" y="174"/>
                  <a:pt x="94" y="179"/>
                </a:cubicBezTo>
                <a:lnTo>
                  <a:pt x="163" y="249"/>
                </a:lnTo>
                <a:lnTo>
                  <a:pt x="310" y="102"/>
                </a:lnTo>
                <a:cubicBezTo>
                  <a:pt x="314" y="98"/>
                  <a:pt x="322" y="98"/>
                  <a:pt x="326" y="102"/>
                </a:cubicBezTo>
                <a:lnTo>
                  <a:pt x="350" y="127"/>
                </a:lnTo>
                <a:cubicBezTo>
                  <a:pt x="355" y="131"/>
                  <a:pt x="355" y="138"/>
                  <a:pt x="350" y="143"/>
                </a:cubicBezTo>
                <a:lnTo>
                  <a:pt x="171" y="322"/>
                </a:lnTo>
                <a:close/>
              </a:path>
            </a:pathLst>
          </a:custGeom>
          <a:solidFill>
            <a:schemeClr val="tx1">
              <a:lumMod val="50000"/>
              <a:lumOff val="50000"/>
            </a:schemeClr>
          </a:solidFill>
          <a:ln>
            <a:noFill/>
          </a:ln>
        </p:spPr>
      </p:sp>
      <p:sp>
        <p:nvSpPr>
          <p:cNvPr id="11" name="矩形 10"/>
          <p:cNvSpPr/>
          <p:nvPr/>
        </p:nvSpPr>
        <p:spPr>
          <a:xfrm>
            <a:off x="8152483" y="3895937"/>
            <a:ext cx="3343517" cy="461665"/>
          </a:xfrm>
          <a:prstGeom prst="rect">
            <a:avLst/>
          </a:prstGeom>
        </p:spPr>
        <p:txBody>
          <a:bodyPr wrap="square" lIns="0" rIns="0">
            <a:spAutoFit/>
          </a:bodyPr>
          <a:lstStyle/>
          <a:p>
            <a:r>
              <a:rPr lang="en-US" altLang="zh-CN" sz="2400" b="1" dirty="0" smtClean="0">
                <a:solidFill>
                  <a:schemeClr val="tx1">
                    <a:lumMod val="75000"/>
                    <a:lumOff val="25000"/>
                  </a:schemeClr>
                </a:solidFill>
              </a:rPr>
              <a:t>KEY WORDS</a:t>
            </a:r>
            <a:endParaRPr lang="zh-CN" altLang="en-US" sz="2400" b="1" dirty="0">
              <a:solidFill>
                <a:schemeClr val="tx1">
                  <a:lumMod val="75000"/>
                  <a:lumOff val="25000"/>
                </a:schemeClr>
              </a:solidFill>
            </a:endParaRPr>
          </a:p>
        </p:txBody>
      </p:sp>
      <p:sp>
        <p:nvSpPr>
          <p:cNvPr id="12" name="矩形 11"/>
          <p:cNvSpPr/>
          <p:nvPr/>
        </p:nvSpPr>
        <p:spPr>
          <a:xfrm>
            <a:off x="8152483" y="4379357"/>
            <a:ext cx="3343517" cy="900246"/>
          </a:xfrm>
          <a:prstGeom prst="rect">
            <a:avLst/>
          </a:prstGeom>
        </p:spPr>
        <p:txBody>
          <a:bodyPr wrap="square" lIns="0" rIns="0">
            <a:spAutoFit/>
          </a:bodyPr>
          <a:lstStyle/>
          <a:p>
            <a:pPr>
              <a:lnSpc>
                <a:spcPct val="125000"/>
              </a:lnSpc>
            </a:pPr>
            <a:r>
              <a:rPr lang="zh-CN" altLang="en-US" sz="1400" dirty="0">
                <a:solidFill>
                  <a:schemeClr val="accent1"/>
                </a:solidFill>
              </a:rPr>
              <a:t>点击此处输入与此小标题或者与此图形相关的内容介绍、数据统计、总结概述等文字描述内容。</a:t>
            </a:r>
          </a:p>
        </p:txBody>
      </p:sp>
      <p:sp>
        <p:nvSpPr>
          <p:cNvPr id="13" name="line-and-marker_73591"/>
          <p:cNvSpPr>
            <a:spLocks noChangeAspect="1"/>
          </p:cNvSpPr>
          <p:nvPr/>
        </p:nvSpPr>
        <p:spPr bwMode="auto">
          <a:xfrm>
            <a:off x="824612" y="5791684"/>
            <a:ext cx="304635" cy="324119"/>
          </a:xfrm>
          <a:custGeom>
            <a:avLst/>
            <a:gdLst>
              <a:gd name="connsiteX0" fmla="*/ 30834 w 571121"/>
              <a:gd name="connsiteY0" fmla="*/ 568132 h 607649"/>
              <a:gd name="connsiteX1" fmla="*/ 220138 w 571121"/>
              <a:gd name="connsiteY1" fmla="*/ 568132 h 607649"/>
              <a:gd name="connsiteX2" fmla="*/ 210297 w 571121"/>
              <a:gd name="connsiteY2" fmla="*/ 588725 h 607649"/>
              <a:gd name="connsiteX3" fmla="*/ 208626 w 571121"/>
              <a:gd name="connsiteY3" fmla="*/ 607649 h 607649"/>
              <a:gd name="connsiteX4" fmla="*/ 9481 w 571121"/>
              <a:gd name="connsiteY4" fmla="*/ 607649 h 607649"/>
              <a:gd name="connsiteX5" fmla="*/ 661 w 571121"/>
              <a:gd name="connsiteY5" fmla="*/ 601805 h 607649"/>
              <a:gd name="connsiteX6" fmla="*/ 2889 w 571121"/>
              <a:gd name="connsiteY6" fmla="*/ 591416 h 607649"/>
              <a:gd name="connsiteX7" fmla="*/ 24242 w 571121"/>
              <a:gd name="connsiteY7" fmla="*/ 570729 h 607649"/>
              <a:gd name="connsiteX8" fmla="*/ 30834 w 571121"/>
              <a:gd name="connsiteY8" fmla="*/ 568132 h 607649"/>
              <a:gd name="connsiteX9" fmla="*/ 264633 w 571121"/>
              <a:gd name="connsiteY9" fmla="*/ 534755 h 607649"/>
              <a:gd name="connsiteX10" fmla="*/ 268627 w 571121"/>
              <a:gd name="connsiteY10" fmla="*/ 535682 h 607649"/>
              <a:gd name="connsiteX11" fmla="*/ 309030 w 571121"/>
              <a:gd name="connsiteY11" fmla="*/ 554787 h 607649"/>
              <a:gd name="connsiteX12" fmla="*/ 313860 w 571121"/>
              <a:gd name="connsiteY12" fmla="*/ 560166 h 607649"/>
              <a:gd name="connsiteX13" fmla="*/ 313581 w 571121"/>
              <a:gd name="connsiteY13" fmla="*/ 567400 h 607649"/>
              <a:gd name="connsiteX14" fmla="*/ 296584 w 571121"/>
              <a:gd name="connsiteY14" fmla="*/ 603105 h 607649"/>
              <a:gd name="connsiteX15" fmla="*/ 290175 w 571121"/>
              <a:gd name="connsiteY15" fmla="*/ 607185 h 607649"/>
              <a:gd name="connsiteX16" fmla="*/ 235282 w 571121"/>
              <a:gd name="connsiteY16" fmla="*/ 607649 h 607649"/>
              <a:gd name="connsiteX17" fmla="*/ 229245 w 571121"/>
              <a:gd name="connsiteY17" fmla="*/ 604403 h 607649"/>
              <a:gd name="connsiteX18" fmla="*/ 228874 w 571121"/>
              <a:gd name="connsiteY18" fmla="*/ 597540 h 607649"/>
              <a:gd name="connsiteX19" fmla="*/ 256088 w 571121"/>
              <a:gd name="connsiteY19" fmla="*/ 540134 h 607649"/>
              <a:gd name="connsiteX20" fmla="*/ 264633 w 571121"/>
              <a:gd name="connsiteY20" fmla="*/ 534755 h 607649"/>
              <a:gd name="connsiteX21" fmla="*/ 256434 w 571121"/>
              <a:gd name="connsiteY21" fmla="*/ 388242 h 607649"/>
              <a:gd name="connsiteX22" fmla="*/ 273255 w 571121"/>
              <a:gd name="connsiteY22" fmla="*/ 388891 h 607649"/>
              <a:gd name="connsiteX23" fmla="*/ 412655 w 571121"/>
              <a:gd name="connsiteY23" fmla="*/ 452467 h 607649"/>
              <a:gd name="connsiteX24" fmla="*/ 425471 w 571121"/>
              <a:gd name="connsiteY24" fmla="*/ 469983 h 607649"/>
              <a:gd name="connsiteX25" fmla="*/ 417113 w 571121"/>
              <a:gd name="connsiteY25" fmla="*/ 490093 h 607649"/>
              <a:gd name="connsiteX26" fmla="*/ 360183 w 571121"/>
              <a:gd name="connsiteY26" fmla="*/ 534764 h 607649"/>
              <a:gd name="connsiteX27" fmla="*/ 335015 w 571121"/>
              <a:gd name="connsiteY27" fmla="*/ 537729 h 607649"/>
              <a:gd name="connsiteX28" fmla="*/ 260718 w 571121"/>
              <a:gd name="connsiteY28" fmla="*/ 503346 h 607649"/>
              <a:gd name="connsiteX29" fmla="*/ 246787 w 571121"/>
              <a:gd name="connsiteY29" fmla="*/ 483791 h 607649"/>
              <a:gd name="connsiteX30" fmla="*/ 240286 w 571121"/>
              <a:gd name="connsiteY30" fmla="*/ 420957 h 607649"/>
              <a:gd name="connsiteX31" fmla="*/ 244001 w 571121"/>
              <a:gd name="connsiteY31" fmla="*/ 399548 h 607649"/>
              <a:gd name="connsiteX32" fmla="*/ 256434 w 571121"/>
              <a:gd name="connsiteY32" fmla="*/ 388242 h 607649"/>
              <a:gd name="connsiteX33" fmla="*/ 523606 w 571121"/>
              <a:gd name="connsiteY33" fmla="*/ 1175 h 607649"/>
              <a:gd name="connsiteX34" fmla="*/ 546504 w 571121"/>
              <a:gd name="connsiteY34" fmla="*/ 2811 h 607649"/>
              <a:gd name="connsiteX35" fmla="*/ 468234 w 571121"/>
              <a:gd name="connsiteY35" fmla="*/ 423394 h 607649"/>
              <a:gd name="connsiteX36" fmla="*/ 454307 w 571121"/>
              <a:gd name="connsiteY36" fmla="*/ 436279 h 607649"/>
              <a:gd name="connsiteX37" fmla="*/ 435273 w 571121"/>
              <a:gd name="connsiteY37" fmla="*/ 435352 h 607649"/>
              <a:gd name="connsiteX38" fmla="*/ 281426 w 571121"/>
              <a:gd name="connsiteY38" fmla="*/ 362489 h 607649"/>
              <a:gd name="connsiteX39" fmla="*/ 268705 w 571121"/>
              <a:gd name="connsiteY39" fmla="*/ 348399 h 607649"/>
              <a:gd name="connsiteX40" fmla="*/ 269912 w 571121"/>
              <a:gd name="connsiteY40" fmla="*/ 329395 h 607649"/>
              <a:gd name="connsiteX41" fmla="*/ 523606 w 571121"/>
              <a:gd name="connsiteY41" fmla="*/ 1175 h 607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71121" h="607649">
                <a:moveTo>
                  <a:pt x="30834" y="568132"/>
                </a:moveTo>
                <a:lnTo>
                  <a:pt x="220138" y="568132"/>
                </a:lnTo>
                <a:lnTo>
                  <a:pt x="210297" y="588725"/>
                </a:lnTo>
                <a:cubicBezTo>
                  <a:pt x="207512" y="594755"/>
                  <a:pt x="206954" y="601434"/>
                  <a:pt x="208626" y="607649"/>
                </a:cubicBezTo>
                <a:lnTo>
                  <a:pt x="9481" y="607649"/>
                </a:lnTo>
                <a:cubicBezTo>
                  <a:pt x="5581" y="607649"/>
                  <a:pt x="2146" y="605330"/>
                  <a:pt x="661" y="601805"/>
                </a:cubicBezTo>
                <a:cubicBezTo>
                  <a:pt x="-732" y="598187"/>
                  <a:pt x="104" y="594106"/>
                  <a:pt x="2889" y="591416"/>
                </a:cubicBezTo>
                <a:lnTo>
                  <a:pt x="24242" y="570729"/>
                </a:lnTo>
                <a:cubicBezTo>
                  <a:pt x="26006" y="569060"/>
                  <a:pt x="28327" y="568132"/>
                  <a:pt x="30834" y="568132"/>
                </a:cubicBezTo>
                <a:close/>
                <a:moveTo>
                  <a:pt x="264633" y="534755"/>
                </a:moveTo>
                <a:cubicBezTo>
                  <a:pt x="266026" y="534755"/>
                  <a:pt x="267326" y="535033"/>
                  <a:pt x="268627" y="535682"/>
                </a:cubicBezTo>
                <a:lnTo>
                  <a:pt x="309030" y="554787"/>
                </a:lnTo>
                <a:cubicBezTo>
                  <a:pt x="311259" y="555807"/>
                  <a:pt x="313024" y="557755"/>
                  <a:pt x="313860" y="560166"/>
                </a:cubicBezTo>
                <a:cubicBezTo>
                  <a:pt x="314696" y="562484"/>
                  <a:pt x="314603" y="565081"/>
                  <a:pt x="313581" y="567400"/>
                </a:cubicBezTo>
                <a:lnTo>
                  <a:pt x="296584" y="603105"/>
                </a:lnTo>
                <a:cubicBezTo>
                  <a:pt x="295377" y="605609"/>
                  <a:pt x="292869" y="607185"/>
                  <a:pt x="290175" y="607185"/>
                </a:cubicBezTo>
                <a:lnTo>
                  <a:pt x="235282" y="607649"/>
                </a:lnTo>
                <a:cubicBezTo>
                  <a:pt x="232867" y="607649"/>
                  <a:pt x="230545" y="606443"/>
                  <a:pt x="229245" y="604403"/>
                </a:cubicBezTo>
                <a:cubicBezTo>
                  <a:pt x="227945" y="602363"/>
                  <a:pt x="227759" y="599673"/>
                  <a:pt x="228874" y="597540"/>
                </a:cubicBezTo>
                <a:lnTo>
                  <a:pt x="256088" y="540134"/>
                </a:lnTo>
                <a:cubicBezTo>
                  <a:pt x="257667" y="536703"/>
                  <a:pt x="261103" y="534755"/>
                  <a:pt x="264633" y="534755"/>
                </a:cubicBezTo>
                <a:close/>
                <a:moveTo>
                  <a:pt x="256434" y="388242"/>
                </a:moveTo>
                <a:cubicBezTo>
                  <a:pt x="261716" y="386319"/>
                  <a:pt x="267730" y="386388"/>
                  <a:pt x="273255" y="388891"/>
                </a:cubicBezTo>
                <a:lnTo>
                  <a:pt x="412655" y="452467"/>
                </a:lnTo>
                <a:cubicBezTo>
                  <a:pt x="419713" y="455618"/>
                  <a:pt x="424543" y="462290"/>
                  <a:pt x="425471" y="469983"/>
                </a:cubicBezTo>
                <a:cubicBezTo>
                  <a:pt x="426400" y="477675"/>
                  <a:pt x="423242" y="485274"/>
                  <a:pt x="417113" y="490093"/>
                </a:cubicBezTo>
                <a:lnTo>
                  <a:pt x="360183" y="534764"/>
                </a:lnTo>
                <a:cubicBezTo>
                  <a:pt x="353032" y="540417"/>
                  <a:pt x="343280" y="541529"/>
                  <a:pt x="335015" y="537729"/>
                </a:cubicBezTo>
                <a:lnTo>
                  <a:pt x="260718" y="503346"/>
                </a:lnTo>
                <a:cubicBezTo>
                  <a:pt x="252916" y="499732"/>
                  <a:pt x="247623" y="492318"/>
                  <a:pt x="246787" y="483791"/>
                </a:cubicBezTo>
                <a:lnTo>
                  <a:pt x="240286" y="420957"/>
                </a:lnTo>
                <a:cubicBezTo>
                  <a:pt x="239543" y="413635"/>
                  <a:pt x="240843" y="406221"/>
                  <a:pt x="244001" y="399548"/>
                </a:cubicBezTo>
                <a:cubicBezTo>
                  <a:pt x="246602" y="394080"/>
                  <a:pt x="251152" y="390165"/>
                  <a:pt x="256434" y="388242"/>
                </a:cubicBezTo>
                <a:close/>
                <a:moveTo>
                  <a:pt x="523606" y="1175"/>
                </a:moveTo>
                <a:cubicBezTo>
                  <a:pt x="532198" y="-793"/>
                  <a:pt x="539889" y="-317"/>
                  <a:pt x="546504" y="2811"/>
                </a:cubicBezTo>
                <a:cubicBezTo>
                  <a:pt x="599427" y="27933"/>
                  <a:pt x="564145" y="213612"/>
                  <a:pt x="468234" y="423394"/>
                </a:cubicBezTo>
                <a:cubicBezTo>
                  <a:pt x="465449" y="429327"/>
                  <a:pt x="460435" y="433962"/>
                  <a:pt x="454307" y="436279"/>
                </a:cubicBezTo>
                <a:cubicBezTo>
                  <a:pt x="448086" y="438504"/>
                  <a:pt x="441215" y="438133"/>
                  <a:pt x="435273" y="435352"/>
                </a:cubicBezTo>
                <a:lnTo>
                  <a:pt x="281426" y="362489"/>
                </a:lnTo>
                <a:cubicBezTo>
                  <a:pt x="275483" y="359708"/>
                  <a:pt x="270934" y="354610"/>
                  <a:pt x="268705" y="348399"/>
                </a:cubicBezTo>
                <a:cubicBezTo>
                  <a:pt x="266570" y="342188"/>
                  <a:pt x="266941" y="335328"/>
                  <a:pt x="269912" y="329395"/>
                </a:cubicBezTo>
                <a:cubicBezTo>
                  <a:pt x="359116" y="148432"/>
                  <a:pt x="463459" y="14951"/>
                  <a:pt x="523606" y="1175"/>
                </a:cubicBezTo>
                <a:close/>
              </a:path>
            </a:pathLst>
          </a:custGeom>
          <a:solidFill>
            <a:schemeClr val="bg1"/>
          </a:solidFill>
          <a:ln>
            <a:noFill/>
          </a:ln>
        </p:spPr>
      </p:sp>
      <p:sp>
        <p:nvSpPr>
          <p:cNvPr id="14" name="矩形 13"/>
          <p:cNvSpPr/>
          <p:nvPr/>
        </p:nvSpPr>
        <p:spPr>
          <a:xfrm>
            <a:off x="1386472" y="5650583"/>
            <a:ext cx="10109529" cy="630942"/>
          </a:xfrm>
          <a:prstGeom prst="rect">
            <a:avLst/>
          </a:prstGeom>
        </p:spPr>
        <p:txBody>
          <a:bodyPr wrap="square" lIns="0" rIns="0">
            <a:spAutoFit/>
          </a:bodyPr>
          <a:lstStyle/>
          <a:p>
            <a:pPr>
              <a:lnSpc>
                <a:spcPct val="125000"/>
              </a:lnSpc>
            </a:pPr>
            <a:r>
              <a:rPr lang="zh-CN" altLang="en-US" sz="1400" dirty="0"/>
              <a:t>点击此处输入文字描述内容，文字描述内容可以是与此小标题或者与此图形所相关的内容说明介绍、数据统计分析、事件过程分析、归纳总结概述等。</a:t>
            </a:r>
          </a:p>
        </p:txBody>
      </p:sp>
    </p:spTree>
    <p:extLst>
      <p:ext uri="{BB962C8B-B14F-4D97-AF65-F5344CB8AC3E}">
        <p14:creationId xmlns:p14="http://schemas.microsoft.com/office/powerpoint/2010/main" val="36567676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par>
                          <p:cTn id="26" fill="hold">
                            <p:stCondLst>
                              <p:cond delay="1500"/>
                            </p:stCondLst>
                            <p:childTnLst>
                              <p:par>
                                <p:cTn id="27" presetID="2" presetClass="entr" presetSubtype="2"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par>
                          <p:cTn id="35" fill="hold">
                            <p:stCondLst>
                              <p:cond delay="2000"/>
                            </p:stCondLst>
                            <p:childTnLst>
                              <p:par>
                                <p:cTn id="36" presetID="53" presetClass="entr" presetSubtype="16"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500" fill="hold"/>
                                        <p:tgtEl>
                                          <p:spTgt spid="4"/>
                                        </p:tgtEl>
                                        <p:attrNameLst>
                                          <p:attrName>ppt_w</p:attrName>
                                        </p:attrNameLst>
                                      </p:cBhvr>
                                      <p:tavLst>
                                        <p:tav tm="0">
                                          <p:val>
                                            <p:fltVal val="0"/>
                                          </p:val>
                                        </p:tav>
                                        <p:tav tm="100000">
                                          <p:val>
                                            <p:strVal val="#ppt_w"/>
                                          </p:val>
                                        </p:tav>
                                      </p:tavLst>
                                    </p:anim>
                                    <p:anim calcmode="lin" valueType="num">
                                      <p:cBhvr>
                                        <p:cTn id="39" dur="500" fill="hold"/>
                                        <p:tgtEl>
                                          <p:spTgt spid="4"/>
                                        </p:tgtEl>
                                        <p:attrNameLst>
                                          <p:attrName>ppt_h</p:attrName>
                                        </p:attrNameLst>
                                      </p:cBhvr>
                                      <p:tavLst>
                                        <p:tav tm="0">
                                          <p:val>
                                            <p:fltVal val="0"/>
                                          </p:val>
                                        </p:tav>
                                        <p:tav tm="100000">
                                          <p:val>
                                            <p:strVal val="#ppt_h"/>
                                          </p:val>
                                        </p:tav>
                                      </p:tavLst>
                                    </p:anim>
                                    <p:animEffect transition="in" filter="fade">
                                      <p:cBhvr>
                                        <p:cTn id="40" dur="500"/>
                                        <p:tgtEl>
                                          <p:spTgt spid="4"/>
                                        </p:tgtEl>
                                      </p:cBhvr>
                                    </p:animEffect>
                                  </p:childTnLst>
                                </p:cTn>
                              </p:par>
                              <p:par>
                                <p:cTn id="41" presetID="53" presetClass="entr" presetSubtype="16"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500" fill="hold"/>
                                        <p:tgtEl>
                                          <p:spTgt spid="13"/>
                                        </p:tgtEl>
                                        <p:attrNameLst>
                                          <p:attrName>ppt_w</p:attrName>
                                        </p:attrNameLst>
                                      </p:cBhvr>
                                      <p:tavLst>
                                        <p:tav tm="0">
                                          <p:val>
                                            <p:fltVal val="0"/>
                                          </p:val>
                                        </p:tav>
                                        <p:tav tm="100000">
                                          <p:val>
                                            <p:strVal val="#ppt_w"/>
                                          </p:val>
                                        </p:tav>
                                      </p:tavLst>
                                    </p:anim>
                                    <p:anim calcmode="lin" valueType="num">
                                      <p:cBhvr>
                                        <p:cTn id="44" dur="500" fill="hold"/>
                                        <p:tgtEl>
                                          <p:spTgt spid="13"/>
                                        </p:tgtEl>
                                        <p:attrNameLst>
                                          <p:attrName>ppt_h</p:attrName>
                                        </p:attrNameLst>
                                      </p:cBhvr>
                                      <p:tavLst>
                                        <p:tav tm="0">
                                          <p:val>
                                            <p:fltVal val="0"/>
                                          </p:val>
                                        </p:tav>
                                        <p:tav tm="100000">
                                          <p:val>
                                            <p:strVal val="#ppt_h"/>
                                          </p:val>
                                        </p:tav>
                                      </p:tavLst>
                                    </p:anim>
                                    <p:animEffect transition="in" filter="fade">
                                      <p:cBhvr>
                                        <p:cTn id="45" dur="500"/>
                                        <p:tgtEl>
                                          <p:spTgt spid="13"/>
                                        </p:tgtEl>
                                      </p:cBhvr>
                                    </p:animEffect>
                                  </p:childTnLst>
                                </p:cTn>
                              </p:par>
                            </p:childTnLst>
                          </p:cTn>
                        </p:par>
                        <p:par>
                          <p:cTn id="46" fill="hold">
                            <p:stCondLst>
                              <p:cond delay="2500"/>
                            </p:stCondLst>
                            <p:childTnLst>
                              <p:par>
                                <p:cTn id="47" presetID="53" presetClass="entr" presetSubtype="16" fill="hold" grpId="0" nodeType="afterEffect">
                                  <p:stCondLst>
                                    <p:cond delay="0"/>
                                  </p:stCondLst>
                                  <p:iterate type="lt">
                                    <p:tmPct val="2000"/>
                                  </p:iterate>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Graphic spid="5" grpId="0">
        <p:bldAsOne/>
      </p:bldGraphic>
      <p:bldP spid="6" grpId="0"/>
      <p:bldP spid="7" grpId="0"/>
      <p:bldP spid="9" grpId="0"/>
      <p:bldP spid="11" grpId="0"/>
      <p:bldP spid="12"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企业业绩</a:t>
            </a:r>
            <a:r>
              <a:rPr lang="zh-CN" altLang="en-US" dirty="0"/>
              <a:t>展示</a:t>
            </a:r>
          </a:p>
        </p:txBody>
      </p:sp>
      <p:sp>
        <p:nvSpPr>
          <p:cNvPr id="3" name="文本占位符 2"/>
          <p:cNvSpPr>
            <a:spLocks noGrp="1"/>
          </p:cNvSpPr>
          <p:nvPr>
            <p:ph type="body" sz="quarter" idx="10"/>
          </p:nvPr>
        </p:nvSpPr>
        <p:spPr/>
        <p:txBody>
          <a:bodyPr/>
          <a:lstStyle/>
          <a:p>
            <a:r>
              <a:rPr lang="en-US" altLang="zh-CN" dirty="0" smtClean="0"/>
              <a:t>PERFORMANCE DISPALY</a:t>
            </a:r>
            <a:endParaRPr lang="zh-CN" altLang="en-US" dirty="0"/>
          </a:p>
        </p:txBody>
      </p:sp>
      <p:graphicFrame>
        <p:nvGraphicFramePr>
          <p:cNvPr id="4" name="图表 3"/>
          <p:cNvGraphicFramePr/>
          <p:nvPr>
            <p:extLst/>
          </p:nvPr>
        </p:nvGraphicFramePr>
        <p:xfrm>
          <a:off x="695999" y="1193533"/>
          <a:ext cx="10800000" cy="3465094"/>
        </p:xfrm>
        <a:graphic>
          <a:graphicData uri="http://schemas.openxmlformats.org/drawingml/2006/chart">
            <c:chart xmlns:c="http://schemas.openxmlformats.org/drawingml/2006/chart" xmlns:r="http://schemas.openxmlformats.org/officeDocument/2006/relationships" r:id="rId3"/>
          </a:graphicData>
        </a:graphic>
      </p:graphicFrame>
      <p:sp>
        <p:nvSpPr>
          <p:cNvPr id="5" name="矩形 4"/>
          <p:cNvSpPr/>
          <p:nvPr/>
        </p:nvSpPr>
        <p:spPr>
          <a:xfrm>
            <a:off x="695998" y="4899644"/>
            <a:ext cx="5059909" cy="1549282"/>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图表 5"/>
          <p:cNvGraphicFramePr/>
          <p:nvPr>
            <p:extLst/>
          </p:nvPr>
        </p:nvGraphicFramePr>
        <p:xfrm>
          <a:off x="4086116" y="5024773"/>
          <a:ext cx="1299026" cy="1299026"/>
        </p:xfrm>
        <a:graphic>
          <a:graphicData uri="http://schemas.openxmlformats.org/drawingml/2006/chart">
            <c:chart xmlns:c="http://schemas.openxmlformats.org/drawingml/2006/chart" xmlns:r="http://schemas.openxmlformats.org/officeDocument/2006/relationships" r:id="rId4"/>
          </a:graphicData>
        </a:graphic>
      </p:graphicFrame>
      <p:sp>
        <p:nvSpPr>
          <p:cNvPr id="7" name="文本框 6"/>
          <p:cNvSpPr txBox="1"/>
          <p:nvPr/>
        </p:nvSpPr>
        <p:spPr>
          <a:xfrm>
            <a:off x="926085" y="5061551"/>
            <a:ext cx="2789266" cy="523220"/>
          </a:xfrm>
          <a:prstGeom prst="rect">
            <a:avLst/>
          </a:prstGeom>
          <a:noFill/>
        </p:spPr>
        <p:txBody>
          <a:bodyPr wrap="square" lIns="0" rIns="0" rtlCol="0">
            <a:spAutoFit/>
          </a:bodyPr>
          <a:lstStyle/>
          <a:p>
            <a:r>
              <a:rPr lang="en-US" altLang="zh-CN" sz="2800" b="1" dirty="0" smtClean="0">
                <a:solidFill>
                  <a:schemeClr val="accent1"/>
                </a:solidFill>
              </a:rPr>
              <a:t>80%</a:t>
            </a:r>
            <a:endParaRPr lang="zh-CN" altLang="en-US" sz="2800" b="1" dirty="0">
              <a:solidFill>
                <a:schemeClr val="accent1"/>
              </a:solidFill>
            </a:endParaRPr>
          </a:p>
        </p:txBody>
      </p:sp>
      <p:sp>
        <p:nvSpPr>
          <p:cNvPr id="8" name="文本框 7"/>
          <p:cNvSpPr txBox="1"/>
          <p:nvPr/>
        </p:nvSpPr>
        <p:spPr>
          <a:xfrm>
            <a:off x="926085" y="5580762"/>
            <a:ext cx="2789266" cy="646331"/>
          </a:xfrm>
          <a:prstGeom prst="rect">
            <a:avLst/>
          </a:prstGeom>
          <a:noFill/>
        </p:spPr>
        <p:txBody>
          <a:bodyPr wrap="square" lIns="0" rIns="0" rtlCol="0">
            <a:spAutoFit/>
          </a:bodyPr>
          <a:lstStyle/>
          <a:p>
            <a:pPr>
              <a:lnSpc>
                <a:spcPct val="150000"/>
              </a:lnSpc>
            </a:pPr>
            <a:r>
              <a:rPr lang="zh-CN" altLang="en-US" sz="1200" dirty="0">
                <a:solidFill>
                  <a:schemeClr val="accent1"/>
                </a:solidFill>
              </a:rPr>
              <a:t>点击此处输入与此小标题或图形相关的文字描述内容或数据分析</a:t>
            </a:r>
          </a:p>
        </p:txBody>
      </p:sp>
      <p:sp>
        <p:nvSpPr>
          <p:cNvPr id="9" name="矩形 8"/>
          <p:cNvSpPr/>
          <p:nvPr/>
        </p:nvSpPr>
        <p:spPr>
          <a:xfrm>
            <a:off x="6436091" y="4899644"/>
            <a:ext cx="5059909" cy="1549282"/>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图表 9"/>
          <p:cNvGraphicFramePr/>
          <p:nvPr>
            <p:extLst/>
          </p:nvPr>
        </p:nvGraphicFramePr>
        <p:xfrm>
          <a:off x="9826209" y="5024773"/>
          <a:ext cx="1299026" cy="1299026"/>
        </p:xfrm>
        <a:graphic>
          <a:graphicData uri="http://schemas.openxmlformats.org/drawingml/2006/chart">
            <c:chart xmlns:c="http://schemas.openxmlformats.org/drawingml/2006/chart" xmlns:r="http://schemas.openxmlformats.org/officeDocument/2006/relationships" r:id="rId5"/>
          </a:graphicData>
        </a:graphic>
      </p:graphicFrame>
      <p:sp>
        <p:nvSpPr>
          <p:cNvPr id="11" name="文本框 10"/>
          <p:cNvSpPr txBox="1"/>
          <p:nvPr/>
        </p:nvSpPr>
        <p:spPr>
          <a:xfrm>
            <a:off x="6666178" y="5061551"/>
            <a:ext cx="2789266" cy="523220"/>
          </a:xfrm>
          <a:prstGeom prst="rect">
            <a:avLst/>
          </a:prstGeom>
          <a:noFill/>
        </p:spPr>
        <p:txBody>
          <a:bodyPr wrap="square" lIns="0" rIns="0" rtlCol="0">
            <a:spAutoFit/>
          </a:bodyPr>
          <a:lstStyle/>
          <a:p>
            <a:r>
              <a:rPr lang="en-US" altLang="zh-CN" sz="2800" b="1" dirty="0" smtClean="0">
                <a:solidFill>
                  <a:schemeClr val="accent2"/>
                </a:solidFill>
              </a:rPr>
              <a:t>40%</a:t>
            </a:r>
            <a:endParaRPr lang="zh-CN" altLang="en-US" sz="2800" b="1" dirty="0">
              <a:solidFill>
                <a:schemeClr val="accent2"/>
              </a:solidFill>
            </a:endParaRPr>
          </a:p>
        </p:txBody>
      </p:sp>
      <p:sp>
        <p:nvSpPr>
          <p:cNvPr id="12" name="文本框 11"/>
          <p:cNvSpPr txBox="1"/>
          <p:nvPr/>
        </p:nvSpPr>
        <p:spPr>
          <a:xfrm>
            <a:off x="6666178" y="5580762"/>
            <a:ext cx="2789266" cy="613694"/>
          </a:xfrm>
          <a:prstGeom prst="rect">
            <a:avLst/>
          </a:prstGeom>
          <a:noFill/>
        </p:spPr>
        <p:txBody>
          <a:bodyPr wrap="square" lIns="0" rIns="0" rtlCol="0">
            <a:spAutoFit/>
          </a:bodyPr>
          <a:lstStyle/>
          <a:p>
            <a:pPr>
              <a:lnSpc>
                <a:spcPct val="150000"/>
              </a:lnSpc>
            </a:pPr>
            <a:r>
              <a:rPr lang="zh-CN" altLang="en-US" sz="1200" dirty="0">
                <a:solidFill>
                  <a:schemeClr val="accent2"/>
                </a:solidFill>
              </a:rPr>
              <a:t>点击此处输入与此小标题或图形相关的文字描述内容或数据分析</a:t>
            </a:r>
          </a:p>
        </p:txBody>
      </p:sp>
    </p:spTree>
    <p:extLst>
      <p:ext uri="{BB962C8B-B14F-4D97-AF65-F5344CB8AC3E}">
        <p14:creationId xmlns:p14="http://schemas.microsoft.com/office/powerpoint/2010/main" val="21084563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Graphic spid="6" grpId="0">
        <p:bldAsOne/>
      </p:bldGraphic>
      <p:bldP spid="7" grpId="0"/>
      <p:bldP spid="8" grpId="0"/>
      <p:bldP spid="9" grpId="0" animBg="1"/>
      <p:bldGraphic spid="10" grpId="0">
        <p:bldAsOne/>
      </p:bldGraphic>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主要合作</a:t>
            </a:r>
            <a:r>
              <a:rPr lang="zh-CN" altLang="en-US" dirty="0"/>
              <a:t>伙伴</a:t>
            </a:r>
          </a:p>
        </p:txBody>
      </p:sp>
      <p:sp>
        <p:nvSpPr>
          <p:cNvPr id="3" name="文本占位符 2"/>
          <p:cNvSpPr>
            <a:spLocks noGrp="1"/>
          </p:cNvSpPr>
          <p:nvPr>
            <p:ph type="body" sz="quarter" idx="10"/>
          </p:nvPr>
        </p:nvSpPr>
        <p:spPr/>
        <p:txBody>
          <a:bodyPr/>
          <a:lstStyle/>
          <a:p>
            <a:r>
              <a:rPr lang="en-US" altLang="zh-CN" dirty="0" smtClean="0"/>
              <a:t>OUR MAIN PARTNER</a:t>
            </a:r>
            <a:endParaRPr lang="zh-CN" altLang="en-US" dirty="0"/>
          </a:p>
        </p:txBody>
      </p:sp>
      <p:sp>
        <p:nvSpPr>
          <p:cNvPr id="4" name="文本框 3"/>
          <p:cNvSpPr txBox="1"/>
          <p:nvPr/>
        </p:nvSpPr>
        <p:spPr>
          <a:xfrm>
            <a:off x="695999" y="1313132"/>
            <a:ext cx="10799999" cy="523220"/>
          </a:xfrm>
          <a:prstGeom prst="rect">
            <a:avLst/>
          </a:prstGeom>
          <a:noFill/>
        </p:spPr>
        <p:txBody>
          <a:bodyPr wrap="square" lIns="0" rIns="0" rtlCol="0">
            <a:spAutoFit/>
          </a:bodyPr>
          <a:lstStyle/>
          <a:p>
            <a:pPr algn="ctr"/>
            <a:r>
              <a:rPr lang="en-US" altLang="zh-CN" sz="2800" b="1" dirty="0"/>
              <a:t>KEY WORDS HERE</a:t>
            </a:r>
            <a:endParaRPr lang="zh-CN" altLang="en-US" sz="2800" b="1" dirty="0"/>
          </a:p>
        </p:txBody>
      </p:sp>
      <p:sp>
        <p:nvSpPr>
          <p:cNvPr id="5" name="文本框 4"/>
          <p:cNvSpPr txBox="1"/>
          <p:nvPr/>
        </p:nvSpPr>
        <p:spPr>
          <a:xfrm>
            <a:off x="695999" y="1863845"/>
            <a:ext cx="10800000" cy="338554"/>
          </a:xfrm>
          <a:prstGeom prst="rect">
            <a:avLst/>
          </a:prstGeom>
          <a:noFill/>
        </p:spPr>
        <p:txBody>
          <a:bodyPr wrap="square" lIns="0" rIns="0" rtlCol="0">
            <a:spAutoFit/>
          </a:bodyPr>
          <a:lstStyle/>
          <a:p>
            <a:pPr algn="ctr"/>
            <a:r>
              <a:rPr lang="zh-CN" altLang="en-US" sz="1600" dirty="0">
                <a:solidFill>
                  <a:schemeClr val="tx1">
                    <a:lumMod val="75000"/>
                    <a:lumOff val="25000"/>
                  </a:schemeClr>
                </a:solidFill>
              </a:rPr>
              <a:t>点击此处输入与此小标题或者与此图形相关的内容介绍、数据统计、事件分析、总结概述等文字描述</a:t>
            </a:r>
            <a:r>
              <a:rPr lang="zh-CN" altLang="en-US" sz="1600" dirty="0" smtClean="0">
                <a:solidFill>
                  <a:schemeClr val="tx1">
                    <a:lumMod val="75000"/>
                    <a:lumOff val="25000"/>
                  </a:schemeClr>
                </a:solidFill>
              </a:rPr>
              <a:t>内容</a:t>
            </a:r>
            <a:endParaRPr lang="en-US" altLang="zh-CN" sz="1600" dirty="0">
              <a:solidFill>
                <a:schemeClr val="tx1">
                  <a:lumMod val="75000"/>
                  <a:lumOff val="25000"/>
                </a:schemeClr>
              </a:solidFill>
            </a:endParaRPr>
          </a:p>
        </p:txBody>
      </p:sp>
      <p:cxnSp>
        <p:nvCxnSpPr>
          <p:cNvPr id="6" name="直接连接符 5"/>
          <p:cNvCxnSpPr/>
          <p:nvPr/>
        </p:nvCxnSpPr>
        <p:spPr>
          <a:xfrm>
            <a:off x="695999" y="4412184"/>
            <a:ext cx="1079999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4295999" y="2756184"/>
            <a:ext cx="0" cy="3312000"/>
          </a:xfrm>
          <a:prstGeom prst="line">
            <a:avLst/>
          </a:prstGeom>
          <a:ln>
            <a:solidFill>
              <a:schemeClr val="bg1">
                <a:lumMod val="65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7895999" y="2756184"/>
            <a:ext cx="0" cy="3312000"/>
          </a:xfrm>
          <a:prstGeom prst="line">
            <a:avLst/>
          </a:prstGeom>
          <a:ln>
            <a:solidFill>
              <a:schemeClr val="bg1">
                <a:lumMod val="65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695999" y="3252866"/>
            <a:ext cx="478971" cy="4789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Oval 11"/>
          <p:cNvSpPr/>
          <p:nvPr/>
        </p:nvSpPr>
        <p:spPr>
          <a:xfrm>
            <a:off x="809955" y="3380077"/>
            <a:ext cx="251058" cy="224548"/>
          </a:xfrm>
          <a:custGeom>
            <a:avLst/>
            <a:gdLst>
              <a:gd name="T0" fmla="*/ 1255 w 7226"/>
              <a:gd name="T1" fmla="*/ 6424 h 6472"/>
              <a:gd name="T2" fmla="*/ 1428 w 7226"/>
              <a:gd name="T3" fmla="*/ 6424 h 6472"/>
              <a:gd name="T4" fmla="*/ 1630 w 7226"/>
              <a:gd name="T5" fmla="*/ 6222 h 6472"/>
              <a:gd name="T6" fmla="*/ 2192 w 7226"/>
              <a:gd name="T7" fmla="*/ 5660 h 6472"/>
              <a:gd name="T8" fmla="*/ 2394 w 7226"/>
              <a:gd name="T9" fmla="*/ 5458 h 6472"/>
              <a:gd name="T10" fmla="*/ 2394 w 7226"/>
              <a:gd name="T11" fmla="*/ 5285 h 6472"/>
              <a:gd name="T12" fmla="*/ 2191 w 7226"/>
              <a:gd name="T13" fmla="*/ 5083 h 6472"/>
              <a:gd name="T14" fmla="*/ 1612 w 7226"/>
              <a:gd name="T15" fmla="*/ 3686 h 6472"/>
              <a:gd name="T16" fmla="*/ 2190 w 7226"/>
              <a:gd name="T17" fmla="*/ 2288 h 6472"/>
              <a:gd name="T18" fmla="*/ 3587 w 7226"/>
              <a:gd name="T19" fmla="*/ 1710 h 6472"/>
              <a:gd name="T20" fmla="*/ 4549 w 7226"/>
              <a:gd name="T21" fmla="*/ 1958 h 6472"/>
              <a:gd name="T22" fmla="*/ 4568 w 7226"/>
              <a:gd name="T23" fmla="*/ 2107 h 6472"/>
              <a:gd name="T24" fmla="*/ 4363 w 7226"/>
              <a:gd name="T25" fmla="*/ 2312 h 6472"/>
              <a:gd name="T26" fmla="*/ 3869 w 7226"/>
              <a:gd name="T27" fmla="*/ 2807 h 6472"/>
              <a:gd name="T28" fmla="*/ 3904 w 7226"/>
              <a:gd name="T29" fmla="*/ 2910 h 6472"/>
              <a:gd name="T30" fmla="*/ 4596 w 7226"/>
              <a:gd name="T31" fmla="*/ 3005 h 6472"/>
              <a:gd name="T32" fmla="*/ 6693 w 7226"/>
              <a:gd name="T33" fmla="*/ 3292 h 6472"/>
              <a:gd name="T34" fmla="*/ 7113 w 7226"/>
              <a:gd name="T35" fmla="*/ 3350 h 6472"/>
              <a:gd name="T36" fmla="*/ 7216 w 7226"/>
              <a:gd name="T37" fmla="*/ 3245 h 6472"/>
              <a:gd name="T38" fmla="*/ 7151 w 7226"/>
              <a:gd name="T39" fmla="*/ 2826 h 6472"/>
              <a:gd name="T40" fmla="*/ 6833 w 7226"/>
              <a:gd name="T41" fmla="*/ 758 h 6472"/>
              <a:gd name="T42" fmla="*/ 6729 w 7226"/>
              <a:gd name="T43" fmla="*/ 82 h 6472"/>
              <a:gd name="T44" fmla="*/ 6624 w 7226"/>
              <a:gd name="T45" fmla="*/ 48 h 6472"/>
              <a:gd name="T46" fmla="*/ 6141 w 7226"/>
              <a:gd name="T47" fmla="*/ 531 h 6472"/>
              <a:gd name="T48" fmla="*/ 5894 w 7226"/>
              <a:gd name="T49" fmla="*/ 779 h 6472"/>
              <a:gd name="T50" fmla="*/ 5710 w 7226"/>
              <a:gd name="T51" fmla="*/ 791 h 6472"/>
              <a:gd name="T52" fmla="*/ 3588 w 7226"/>
              <a:gd name="T53" fmla="*/ 99 h 6472"/>
              <a:gd name="T54" fmla="*/ 1050 w 7226"/>
              <a:gd name="T55" fmla="*/ 1149 h 6472"/>
              <a:gd name="T56" fmla="*/ 1 w 7226"/>
              <a:gd name="T57" fmla="*/ 3687 h 6472"/>
              <a:gd name="T58" fmla="*/ 1053 w 7226"/>
              <a:gd name="T59" fmla="*/ 6223 h 6472"/>
              <a:gd name="T60" fmla="*/ 1255 w 7226"/>
              <a:gd name="T61" fmla="*/ 6424 h 6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26" h="6472">
                <a:moveTo>
                  <a:pt x="1255" y="6424"/>
                </a:moveTo>
                <a:cubicBezTo>
                  <a:pt x="1303" y="6472"/>
                  <a:pt x="1381" y="6472"/>
                  <a:pt x="1428" y="6424"/>
                </a:cubicBezTo>
                <a:lnTo>
                  <a:pt x="1630" y="6222"/>
                </a:lnTo>
                <a:lnTo>
                  <a:pt x="2192" y="5660"/>
                </a:lnTo>
                <a:lnTo>
                  <a:pt x="2394" y="5458"/>
                </a:lnTo>
                <a:cubicBezTo>
                  <a:pt x="2441" y="5410"/>
                  <a:pt x="2441" y="5333"/>
                  <a:pt x="2394" y="5285"/>
                </a:cubicBezTo>
                <a:lnTo>
                  <a:pt x="2191" y="5083"/>
                </a:lnTo>
                <a:cubicBezTo>
                  <a:pt x="1818" y="4710"/>
                  <a:pt x="1612" y="4214"/>
                  <a:pt x="1612" y="3686"/>
                </a:cubicBezTo>
                <a:cubicBezTo>
                  <a:pt x="1612" y="3158"/>
                  <a:pt x="1817" y="2661"/>
                  <a:pt x="2190" y="2288"/>
                </a:cubicBezTo>
                <a:cubicBezTo>
                  <a:pt x="2562" y="1915"/>
                  <a:pt x="3059" y="1710"/>
                  <a:pt x="3587" y="1710"/>
                </a:cubicBezTo>
                <a:cubicBezTo>
                  <a:pt x="3929" y="1710"/>
                  <a:pt x="4258" y="1796"/>
                  <a:pt x="4549" y="1958"/>
                </a:cubicBezTo>
                <a:cubicBezTo>
                  <a:pt x="4608" y="1991"/>
                  <a:pt x="4615" y="2059"/>
                  <a:pt x="4568" y="2107"/>
                </a:cubicBezTo>
                <a:lnTo>
                  <a:pt x="4363" y="2312"/>
                </a:lnTo>
                <a:lnTo>
                  <a:pt x="3869" y="2807"/>
                </a:lnTo>
                <a:cubicBezTo>
                  <a:pt x="3821" y="2855"/>
                  <a:pt x="3837" y="2901"/>
                  <a:pt x="3904" y="2910"/>
                </a:cubicBezTo>
                <a:lnTo>
                  <a:pt x="4596" y="3005"/>
                </a:lnTo>
                <a:lnTo>
                  <a:pt x="6693" y="3292"/>
                </a:lnTo>
                <a:lnTo>
                  <a:pt x="7113" y="3350"/>
                </a:lnTo>
                <a:cubicBezTo>
                  <a:pt x="7180" y="3359"/>
                  <a:pt x="7226" y="3312"/>
                  <a:pt x="7216" y="3245"/>
                </a:cubicBezTo>
                <a:lnTo>
                  <a:pt x="7151" y="2826"/>
                </a:lnTo>
                <a:lnTo>
                  <a:pt x="6833" y="758"/>
                </a:lnTo>
                <a:lnTo>
                  <a:pt x="6729" y="82"/>
                </a:lnTo>
                <a:cubicBezTo>
                  <a:pt x="6719" y="15"/>
                  <a:pt x="6672" y="0"/>
                  <a:pt x="6624" y="48"/>
                </a:cubicBezTo>
                <a:lnTo>
                  <a:pt x="6141" y="531"/>
                </a:lnTo>
                <a:lnTo>
                  <a:pt x="5894" y="779"/>
                </a:lnTo>
                <a:cubicBezTo>
                  <a:pt x="5846" y="827"/>
                  <a:pt x="5765" y="831"/>
                  <a:pt x="5710" y="791"/>
                </a:cubicBezTo>
                <a:cubicBezTo>
                  <a:pt x="5099" y="342"/>
                  <a:pt x="4362" y="99"/>
                  <a:pt x="3588" y="99"/>
                </a:cubicBezTo>
                <a:cubicBezTo>
                  <a:pt x="2628" y="99"/>
                  <a:pt x="1727" y="472"/>
                  <a:pt x="1050" y="1149"/>
                </a:cubicBezTo>
                <a:cubicBezTo>
                  <a:pt x="373" y="1827"/>
                  <a:pt x="0" y="2728"/>
                  <a:pt x="1" y="3687"/>
                </a:cubicBezTo>
                <a:cubicBezTo>
                  <a:pt x="2" y="4645"/>
                  <a:pt x="375" y="5546"/>
                  <a:pt x="1053" y="6223"/>
                </a:cubicBezTo>
                <a:lnTo>
                  <a:pt x="1255" y="642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文本框 10"/>
          <p:cNvSpPr txBox="1"/>
          <p:nvPr/>
        </p:nvSpPr>
        <p:spPr>
          <a:xfrm>
            <a:off x="1499613" y="2799853"/>
            <a:ext cx="2299502" cy="1384995"/>
          </a:xfrm>
          <a:prstGeom prst="rect">
            <a:avLst/>
          </a:prstGeom>
          <a:noFill/>
        </p:spPr>
        <p:txBody>
          <a:bodyPr wrap="square" lIns="0" rIns="0" rtlCol="0">
            <a:spAutoFit/>
          </a:bodyPr>
          <a:lstStyle/>
          <a:p>
            <a:pPr>
              <a:lnSpc>
                <a:spcPct val="150000"/>
              </a:lnSpc>
            </a:pPr>
            <a:r>
              <a:rPr lang="zh-CN" altLang="en-US" sz="1400" dirty="0">
                <a:solidFill>
                  <a:schemeClr val="tx1">
                    <a:lumMod val="75000"/>
                    <a:lumOff val="25000"/>
                  </a:schemeClr>
                </a:solidFill>
              </a:rPr>
              <a:t>点击此处输入与此小标题或者与此图形相关的内容介绍、数据统计、事件分析、总结概述等文字描述</a:t>
            </a:r>
            <a:r>
              <a:rPr lang="zh-CN" altLang="en-US" sz="1400" dirty="0" smtClean="0">
                <a:solidFill>
                  <a:schemeClr val="tx1">
                    <a:lumMod val="75000"/>
                    <a:lumOff val="25000"/>
                  </a:schemeClr>
                </a:solidFill>
              </a:rPr>
              <a:t>内容</a:t>
            </a:r>
            <a:endParaRPr lang="en-US" altLang="zh-CN" sz="1400" dirty="0">
              <a:solidFill>
                <a:schemeClr val="tx1">
                  <a:lumMod val="75000"/>
                  <a:lumOff val="25000"/>
                </a:schemeClr>
              </a:solidFill>
            </a:endParaRPr>
          </a:p>
        </p:txBody>
      </p:sp>
      <p:sp>
        <p:nvSpPr>
          <p:cNvPr id="12" name="椭圆 11"/>
          <p:cNvSpPr/>
          <p:nvPr/>
        </p:nvSpPr>
        <p:spPr>
          <a:xfrm>
            <a:off x="4553398" y="3252866"/>
            <a:ext cx="478971" cy="4789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Oval 14"/>
          <p:cNvSpPr/>
          <p:nvPr/>
        </p:nvSpPr>
        <p:spPr>
          <a:xfrm>
            <a:off x="4667354" y="3371077"/>
            <a:ext cx="251058" cy="242549"/>
          </a:xfrm>
          <a:custGeom>
            <a:avLst/>
            <a:gdLst>
              <a:gd name="T0" fmla="*/ 721 w 800"/>
              <a:gd name="T1" fmla="*/ 0 h 774"/>
              <a:gd name="T2" fmla="*/ 212 w 800"/>
              <a:gd name="T3" fmla="*/ 0 h 774"/>
              <a:gd name="T4" fmla="*/ 133 w 800"/>
              <a:gd name="T5" fmla="*/ 79 h 774"/>
              <a:gd name="T6" fmla="*/ 133 w 800"/>
              <a:gd name="T7" fmla="*/ 187 h 774"/>
              <a:gd name="T8" fmla="*/ 79 w 800"/>
              <a:gd name="T9" fmla="*/ 187 h 774"/>
              <a:gd name="T10" fmla="*/ 0 w 800"/>
              <a:gd name="T11" fmla="*/ 266 h 774"/>
              <a:gd name="T12" fmla="*/ 0 w 800"/>
              <a:gd name="T13" fmla="*/ 548 h 774"/>
              <a:gd name="T14" fmla="*/ 79 w 800"/>
              <a:gd name="T15" fmla="*/ 627 h 774"/>
              <a:gd name="T16" fmla="*/ 160 w 800"/>
              <a:gd name="T17" fmla="*/ 627 h 774"/>
              <a:gd name="T18" fmla="*/ 160 w 800"/>
              <a:gd name="T19" fmla="*/ 760 h 774"/>
              <a:gd name="T20" fmla="*/ 169 w 800"/>
              <a:gd name="T21" fmla="*/ 773 h 774"/>
              <a:gd name="T22" fmla="*/ 173 w 800"/>
              <a:gd name="T23" fmla="*/ 774 h 774"/>
              <a:gd name="T24" fmla="*/ 183 w 800"/>
              <a:gd name="T25" fmla="*/ 769 h 774"/>
              <a:gd name="T26" fmla="*/ 313 w 800"/>
              <a:gd name="T27" fmla="*/ 627 h 774"/>
              <a:gd name="T28" fmla="*/ 588 w 800"/>
              <a:gd name="T29" fmla="*/ 627 h 774"/>
              <a:gd name="T30" fmla="*/ 667 w 800"/>
              <a:gd name="T31" fmla="*/ 548 h 774"/>
              <a:gd name="T32" fmla="*/ 667 w 800"/>
              <a:gd name="T33" fmla="*/ 440 h 774"/>
              <a:gd name="T34" fmla="*/ 721 w 800"/>
              <a:gd name="T35" fmla="*/ 440 h 774"/>
              <a:gd name="T36" fmla="*/ 800 w 800"/>
              <a:gd name="T37" fmla="*/ 361 h 774"/>
              <a:gd name="T38" fmla="*/ 800 w 800"/>
              <a:gd name="T39" fmla="*/ 79 h 774"/>
              <a:gd name="T40" fmla="*/ 721 w 800"/>
              <a:gd name="T41" fmla="*/ 0 h 774"/>
              <a:gd name="T42" fmla="*/ 640 w 800"/>
              <a:gd name="T43" fmla="*/ 548 h 774"/>
              <a:gd name="T44" fmla="*/ 588 w 800"/>
              <a:gd name="T45" fmla="*/ 600 h 774"/>
              <a:gd name="T46" fmla="*/ 307 w 800"/>
              <a:gd name="T47" fmla="*/ 600 h 774"/>
              <a:gd name="T48" fmla="*/ 297 w 800"/>
              <a:gd name="T49" fmla="*/ 605 h 774"/>
              <a:gd name="T50" fmla="*/ 187 w 800"/>
              <a:gd name="T51" fmla="*/ 726 h 774"/>
              <a:gd name="T52" fmla="*/ 187 w 800"/>
              <a:gd name="T53" fmla="*/ 614 h 774"/>
              <a:gd name="T54" fmla="*/ 173 w 800"/>
              <a:gd name="T55" fmla="*/ 600 h 774"/>
              <a:gd name="T56" fmla="*/ 79 w 800"/>
              <a:gd name="T57" fmla="*/ 600 h 774"/>
              <a:gd name="T58" fmla="*/ 27 w 800"/>
              <a:gd name="T59" fmla="*/ 548 h 774"/>
              <a:gd name="T60" fmla="*/ 27 w 800"/>
              <a:gd name="T61" fmla="*/ 266 h 774"/>
              <a:gd name="T62" fmla="*/ 79 w 800"/>
              <a:gd name="T63" fmla="*/ 214 h 774"/>
              <a:gd name="T64" fmla="*/ 147 w 800"/>
              <a:gd name="T65" fmla="*/ 214 h 774"/>
              <a:gd name="T66" fmla="*/ 588 w 800"/>
              <a:gd name="T67" fmla="*/ 214 h 774"/>
              <a:gd name="T68" fmla="*/ 640 w 800"/>
              <a:gd name="T69" fmla="*/ 266 h 774"/>
              <a:gd name="T70" fmla="*/ 640 w 800"/>
              <a:gd name="T71" fmla="*/ 427 h 774"/>
              <a:gd name="T72" fmla="*/ 640 w 800"/>
              <a:gd name="T73" fmla="*/ 548 h 774"/>
              <a:gd name="T74" fmla="*/ 773 w 800"/>
              <a:gd name="T75" fmla="*/ 361 h 774"/>
              <a:gd name="T76" fmla="*/ 721 w 800"/>
              <a:gd name="T77" fmla="*/ 414 h 774"/>
              <a:gd name="T78" fmla="*/ 667 w 800"/>
              <a:gd name="T79" fmla="*/ 414 h 774"/>
              <a:gd name="T80" fmla="*/ 667 w 800"/>
              <a:gd name="T81" fmla="*/ 266 h 774"/>
              <a:gd name="T82" fmla="*/ 588 w 800"/>
              <a:gd name="T83" fmla="*/ 187 h 774"/>
              <a:gd name="T84" fmla="*/ 160 w 800"/>
              <a:gd name="T85" fmla="*/ 187 h 774"/>
              <a:gd name="T86" fmla="*/ 160 w 800"/>
              <a:gd name="T87" fmla="*/ 79 h 774"/>
              <a:gd name="T88" fmla="*/ 212 w 800"/>
              <a:gd name="T89" fmla="*/ 27 h 774"/>
              <a:gd name="T90" fmla="*/ 721 w 800"/>
              <a:gd name="T91" fmla="*/ 27 h 774"/>
              <a:gd name="T92" fmla="*/ 773 w 800"/>
              <a:gd name="T93" fmla="*/ 79 h 774"/>
              <a:gd name="T94" fmla="*/ 773 w 800"/>
              <a:gd name="T95" fmla="*/ 361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0" h="774">
                <a:moveTo>
                  <a:pt x="721" y="0"/>
                </a:moveTo>
                <a:lnTo>
                  <a:pt x="212" y="0"/>
                </a:lnTo>
                <a:cubicBezTo>
                  <a:pt x="169" y="0"/>
                  <a:pt x="133" y="36"/>
                  <a:pt x="133" y="79"/>
                </a:cubicBezTo>
                <a:lnTo>
                  <a:pt x="133" y="187"/>
                </a:lnTo>
                <a:lnTo>
                  <a:pt x="79" y="187"/>
                </a:lnTo>
                <a:cubicBezTo>
                  <a:pt x="35" y="187"/>
                  <a:pt x="0" y="222"/>
                  <a:pt x="0" y="266"/>
                </a:cubicBezTo>
                <a:lnTo>
                  <a:pt x="0" y="548"/>
                </a:lnTo>
                <a:cubicBezTo>
                  <a:pt x="0" y="592"/>
                  <a:pt x="35" y="627"/>
                  <a:pt x="79" y="627"/>
                </a:cubicBezTo>
                <a:lnTo>
                  <a:pt x="160" y="627"/>
                </a:lnTo>
                <a:lnTo>
                  <a:pt x="160" y="760"/>
                </a:lnTo>
                <a:cubicBezTo>
                  <a:pt x="160" y="766"/>
                  <a:pt x="163" y="771"/>
                  <a:pt x="169" y="773"/>
                </a:cubicBezTo>
                <a:cubicBezTo>
                  <a:pt x="170" y="773"/>
                  <a:pt x="172" y="774"/>
                  <a:pt x="173" y="774"/>
                </a:cubicBezTo>
                <a:cubicBezTo>
                  <a:pt x="177" y="774"/>
                  <a:pt x="181" y="772"/>
                  <a:pt x="183" y="769"/>
                </a:cubicBezTo>
                <a:lnTo>
                  <a:pt x="313" y="627"/>
                </a:lnTo>
                <a:lnTo>
                  <a:pt x="588" y="627"/>
                </a:lnTo>
                <a:cubicBezTo>
                  <a:pt x="631" y="627"/>
                  <a:pt x="667" y="592"/>
                  <a:pt x="667" y="548"/>
                </a:cubicBezTo>
                <a:lnTo>
                  <a:pt x="667" y="440"/>
                </a:lnTo>
                <a:lnTo>
                  <a:pt x="721" y="440"/>
                </a:lnTo>
                <a:cubicBezTo>
                  <a:pt x="765" y="440"/>
                  <a:pt x="800" y="405"/>
                  <a:pt x="800" y="361"/>
                </a:cubicBezTo>
                <a:lnTo>
                  <a:pt x="800" y="79"/>
                </a:lnTo>
                <a:cubicBezTo>
                  <a:pt x="800" y="36"/>
                  <a:pt x="765" y="0"/>
                  <a:pt x="721" y="0"/>
                </a:cubicBezTo>
                <a:close/>
                <a:moveTo>
                  <a:pt x="640" y="548"/>
                </a:moveTo>
                <a:cubicBezTo>
                  <a:pt x="640" y="577"/>
                  <a:pt x="616" y="600"/>
                  <a:pt x="588" y="600"/>
                </a:cubicBezTo>
                <a:lnTo>
                  <a:pt x="307" y="600"/>
                </a:lnTo>
                <a:cubicBezTo>
                  <a:pt x="303" y="600"/>
                  <a:pt x="299" y="602"/>
                  <a:pt x="297" y="605"/>
                </a:cubicBezTo>
                <a:lnTo>
                  <a:pt x="187" y="726"/>
                </a:lnTo>
                <a:lnTo>
                  <a:pt x="187" y="614"/>
                </a:lnTo>
                <a:cubicBezTo>
                  <a:pt x="187" y="606"/>
                  <a:pt x="181" y="600"/>
                  <a:pt x="173" y="600"/>
                </a:cubicBezTo>
                <a:lnTo>
                  <a:pt x="79" y="600"/>
                </a:lnTo>
                <a:cubicBezTo>
                  <a:pt x="50" y="600"/>
                  <a:pt x="27" y="577"/>
                  <a:pt x="27" y="548"/>
                </a:cubicBezTo>
                <a:lnTo>
                  <a:pt x="27" y="266"/>
                </a:lnTo>
                <a:cubicBezTo>
                  <a:pt x="27" y="237"/>
                  <a:pt x="50" y="214"/>
                  <a:pt x="79" y="214"/>
                </a:cubicBezTo>
                <a:lnTo>
                  <a:pt x="147" y="214"/>
                </a:lnTo>
                <a:lnTo>
                  <a:pt x="588" y="214"/>
                </a:lnTo>
                <a:cubicBezTo>
                  <a:pt x="616" y="214"/>
                  <a:pt x="640" y="237"/>
                  <a:pt x="640" y="266"/>
                </a:cubicBezTo>
                <a:lnTo>
                  <a:pt x="640" y="427"/>
                </a:lnTo>
                <a:lnTo>
                  <a:pt x="640" y="548"/>
                </a:lnTo>
                <a:close/>
                <a:moveTo>
                  <a:pt x="773" y="361"/>
                </a:moveTo>
                <a:cubicBezTo>
                  <a:pt x="773" y="390"/>
                  <a:pt x="750" y="414"/>
                  <a:pt x="721" y="414"/>
                </a:cubicBezTo>
                <a:lnTo>
                  <a:pt x="667" y="414"/>
                </a:lnTo>
                <a:lnTo>
                  <a:pt x="667" y="266"/>
                </a:lnTo>
                <a:cubicBezTo>
                  <a:pt x="667" y="222"/>
                  <a:pt x="631" y="187"/>
                  <a:pt x="588" y="187"/>
                </a:cubicBezTo>
                <a:lnTo>
                  <a:pt x="160" y="187"/>
                </a:lnTo>
                <a:lnTo>
                  <a:pt x="160" y="79"/>
                </a:lnTo>
                <a:cubicBezTo>
                  <a:pt x="160" y="51"/>
                  <a:pt x="184" y="27"/>
                  <a:pt x="212" y="27"/>
                </a:cubicBezTo>
                <a:lnTo>
                  <a:pt x="721" y="27"/>
                </a:lnTo>
                <a:cubicBezTo>
                  <a:pt x="750" y="27"/>
                  <a:pt x="773" y="51"/>
                  <a:pt x="773" y="79"/>
                </a:cubicBezTo>
                <a:lnTo>
                  <a:pt x="773" y="36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文本框 13"/>
          <p:cNvSpPr txBox="1"/>
          <p:nvPr/>
        </p:nvSpPr>
        <p:spPr>
          <a:xfrm>
            <a:off x="5357012" y="2799853"/>
            <a:ext cx="2299502" cy="1384995"/>
          </a:xfrm>
          <a:prstGeom prst="rect">
            <a:avLst/>
          </a:prstGeom>
          <a:noFill/>
        </p:spPr>
        <p:txBody>
          <a:bodyPr wrap="square" lIns="0" rIns="0" rtlCol="0">
            <a:spAutoFit/>
          </a:bodyPr>
          <a:lstStyle/>
          <a:p>
            <a:pPr>
              <a:lnSpc>
                <a:spcPct val="150000"/>
              </a:lnSpc>
            </a:pPr>
            <a:r>
              <a:rPr lang="zh-CN" altLang="en-US" sz="1400" dirty="0">
                <a:solidFill>
                  <a:schemeClr val="tx1">
                    <a:lumMod val="75000"/>
                    <a:lumOff val="25000"/>
                  </a:schemeClr>
                </a:solidFill>
              </a:rPr>
              <a:t>点击此处输入与此小标题或者与此图形相关的内容介绍、数据统计、事件分析、总结概述等文字描述</a:t>
            </a:r>
            <a:r>
              <a:rPr lang="zh-CN" altLang="en-US" sz="1400" dirty="0" smtClean="0">
                <a:solidFill>
                  <a:schemeClr val="tx1">
                    <a:lumMod val="75000"/>
                    <a:lumOff val="25000"/>
                  </a:schemeClr>
                </a:solidFill>
              </a:rPr>
              <a:t>内容</a:t>
            </a:r>
            <a:endParaRPr lang="en-US" altLang="zh-CN" sz="1400" dirty="0">
              <a:solidFill>
                <a:schemeClr val="tx1">
                  <a:lumMod val="75000"/>
                  <a:lumOff val="25000"/>
                </a:schemeClr>
              </a:solidFill>
            </a:endParaRPr>
          </a:p>
        </p:txBody>
      </p:sp>
      <p:sp>
        <p:nvSpPr>
          <p:cNvPr id="15" name="椭圆 14"/>
          <p:cNvSpPr/>
          <p:nvPr/>
        </p:nvSpPr>
        <p:spPr>
          <a:xfrm>
            <a:off x="8392882" y="3252866"/>
            <a:ext cx="478971" cy="4789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Oval 17"/>
          <p:cNvSpPr/>
          <p:nvPr/>
        </p:nvSpPr>
        <p:spPr>
          <a:xfrm>
            <a:off x="8533350" y="3366822"/>
            <a:ext cx="198035" cy="251058"/>
          </a:xfrm>
          <a:custGeom>
            <a:avLst/>
            <a:gdLst>
              <a:gd name="connsiteX0" fmla="*/ 86043 w 474411"/>
              <a:gd name="connsiteY0" fmla="*/ 429592 h 601429"/>
              <a:gd name="connsiteX1" fmla="*/ 86043 w 474411"/>
              <a:gd name="connsiteY1" fmla="*/ 515511 h 601429"/>
              <a:gd name="connsiteX2" fmla="*/ 388368 w 474411"/>
              <a:gd name="connsiteY2" fmla="*/ 515511 h 601429"/>
              <a:gd name="connsiteX3" fmla="*/ 388368 w 474411"/>
              <a:gd name="connsiteY3" fmla="*/ 429592 h 601429"/>
              <a:gd name="connsiteX4" fmla="*/ 86043 w 474411"/>
              <a:gd name="connsiteY4" fmla="*/ 257756 h 601429"/>
              <a:gd name="connsiteX5" fmla="*/ 86043 w 474411"/>
              <a:gd name="connsiteY5" fmla="*/ 343674 h 601429"/>
              <a:gd name="connsiteX6" fmla="*/ 388368 w 474411"/>
              <a:gd name="connsiteY6" fmla="*/ 343674 h 601429"/>
              <a:gd name="connsiteX7" fmla="*/ 388368 w 474411"/>
              <a:gd name="connsiteY7" fmla="*/ 257756 h 601429"/>
              <a:gd name="connsiteX8" fmla="*/ 344218 w 474411"/>
              <a:gd name="connsiteY8" fmla="*/ 39869 h 601429"/>
              <a:gd name="connsiteX9" fmla="*/ 433765 w 474411"/>
              <a:gd name="connsiteY9" fmla="*/ 127511 h 601429"/>
              <a:gd name="connsiteX10" fmla="*/ 344218 w 474411"/>
              <a:gd name="connsiteY10" fmla="*/ 127511 h 601429"/>
              <a:gd name="connsiteX11" fmla="*/ 0 w 474411"/>
              <a:gd name="connsiteY11" fmla="*/ 0 h 601429"/>
              <a:gd name="connsiteX12" fmla="*/ 302325 w 474411"/>
              <a:gd name="connsiteY12" fmla="*/ 0 h 601429"/>
              <a:gd name="connsiteX13" fmla="*/ 302325 w 474411"/>
              <a:gd name="connsiteY13" fmla="*/ 169299 h 601429"/>
              <a:gd name="connsiteX14" fmla="*/ 474411 w 474411"/>
              <a:gd name="connsiteY14" fmla="*/ 169299 h 601429"/>
              <a:gd name="connsiteX15" fmla="*/ 474411 w 474411"/>
              <a:gd name="connsiteY15" fmla="*/ 601429 h 601429"/>
              <a:gd name="connsiteX16" fmla="*/ 0 w 474411"/>
              <a:gd name="connsiteY16" fmla="*/ 601429 h 60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4411" h="601429">
                <a:moveTo>
                  <a:pt x="86043" y="429592"/>
                </a:moveTo>
                <a:lnTo>
                  <a:pt x="86043" y="515511"/>
                </a:lnTo>
                <a:lnTo>
                  <a:pt x="388368" y="515511"/>
                </a:lnTo>
                <a:lnTo>
                  <a:pt x="388368" y="429592"/>
                </a:lnTo>
                <a:close/>
                <a:moveTo>
                  <a:pt x="86043" y="257756"/>
                </a:moveTo>
                <a:lnTo>
                  <a:pt x="86043" y="343674"/>
                </a:lnTo>
                <a:lnTo>
                  <a:pt x="388368" y="343674"/>
                </a:lnTo>
                <a:lnTo>
                  <a:pt x="388368" y="257756"/>
                </a:lnTo>
                <a:close/>
                <a:moveTo>
                  <a:pt x="344218" y="39869"/>
                </a:moveTo>
                <a:lnTo>
                  <a:pt x="433765" y="127511"/>
                </a:lnTo>
                <a:lnTo>
                  <a:pt x="344218" y="127511"/>
                </a:lnTo>
                <a:close/>
                <a:moveTo>
                  <a:pt x="0" y="0"/>
                </a:moveTo>
                <a:lnTo>
                  <a:pt x="302325" y="0"/>
                </a:lnTo>
                <a:lnTo>
                  <a:pt x="302325" y="169299"/>
                </a:lnTo>
                <a:lnTo>
                  <a:pt x="474411" y="169299"/>
                </a:lnTo>
                <a:lnTo>
                  <a:pt x="474411" y="601429"/>
                </a:lnTo>
                <a:lnTo>
                  <a:pt x="0" y="60142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16"/>
          <p:cNvSpPr txBox="1"/>
          <p:nvPr/>
        </p:nvSpPr>
        <p:spPr>
          <a:xfrm>
            <a:off x="9196496" y="2799853"/>
            <a:ext cx="2299502" cy="1384995"/>
          </a:xfrm>
          <a:prstGeom prst="rect">
            <a:avLst/>
          </a:prstGeom>
          <a:noFill/>
        </p:spPr>
        <p:txBody>
          <a:bodyPr wrap="square" lIns="0" rIns="0" rtlCol="0">
            <a:spAutoFit/>
          </a:bodyPr>
          <a:lstStyle/>
          <a:p>
            <a:pPr>
              <a:lnSpc>
                <a:spcPct val="150000"/>
              </a:lnSpc>
            </a:pPr>
            <a:r>
              <a:rPr lang="zh-CN" altLang="en-US" sz="1400" dirty="0">
                <a:solidFill>
                  <a:schemeClr val="tx1">
                    <a:lumMod val="75000"/>
                    <a:lumOff val="25000"/>
                  </a:schemeClr>
                </a:solidFill>
              </a:rPr>
              <a:t>点击此处输入与此小标题或者与此图形相关的内容介绍、数据统计、事件分析、总结概述等文字描述</a:t>
            </a:r>
            <a:r>
              <a:rPr lang="zh-CN" altLang="en-US" sz="1400" dirty="0" smtClean="0">
                <a:solidFill>
                  <a:schemeClr val="tx1">
                    <a:lumMod val="75000"/>
                    <a:lumOff val="25000"/>
                  </a:schemeClr>
                </a:solidFill>
              </a:rPr>
              <a:t>内容</a:t>
            </a:r>
            <a:endParaRPr lang="en-US" altLang="zh-CN" sz="1400" dirty="0">
              <a:solidFill>
                <a:schemeClr val="tx1">
                  <a:lumMod val="75000"/>
                  <a:lumOff val="25000"/>
                </a:schemeClr>
              </a:solidFill>
            </a:endParaRPr>
          </a:p>
        </p:txBody>
      </p:sp>
      <p:sp>
        <p:nvSpPr>
          <p:cNvPr id="18" name="椭圆 17"/>
          <p:cNvSpPr/>
          <p:nvPr/>
        </p:nvSpPr>
        <p:spPr>
          <a:xfrm>
            <a:off x="695999" y="5090571"/>
            <a:ext cx="478971" cy="4789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Oval 20"/>
          <p:cNvSpPr/>
          <p:nvPr/>
        </p:nvSpPr>
        <p:spPr>
          <a:xfrm>
            <a:off x="809955" y="5205283"/>
            <a:ext cx="251058" cy="249546"/>
          </a:xfrm>
          <a:custGeom>
            <a:avLst/>
            <a:gdLst>
              <a:gd name="connsiteX0" fmla="*/ 579782 w 609614"/>
              <a:gd name="connsiteY0" fmla="*/ 332786 h 605945"/>
              <a:gd name="connsiteX1" fmla="*/ 609614 w 609614"/>
              <a:gd name="connsiteY1" fmla="*/ 362670 h 605945"/>
              <a:gd name="connsiteX2" fmla="*/ 609614 w 609614"/>
              <a:gd name="connsiteY2" fmla="*/ 576154 h 605945"/>
              <a:gd name="connsiteX3" fmla="*/ 579782 w 609614"/>
              <a:gd name="connsiteY3" fmla="*/ 605945 h 605945"/>
              <a:gd name="connsiteX4" fmla="*/ 365723 w 609614"/>
              <a:gd name="connsiteY4" fmla="*/ 605945 h 605945"/>
              <a:gd name="connsiteX5" fmla="*/ 335891 w 609614"/>
              <a:gd name="connsiteY5" fmla="*/ 576154 h 605945"/>
              <a:gd name="connsiteX6" fmla="*/ 365723 w 609614"/>
              <a:gd name="connsiteY6" fmla="*/ 546457 h 605945"/>
              <a:gd name="connsiteX7" fmla="*/ 549950 w 609614"/>
              <a:gd name="connsiteY7" fmla="*/ 546457 h 605945"/>
              <a:gd name="connsiteX8" fmla="*/ 549950 w 609614"/>
              <a:gd name="connsiteY8" fmla="*/ 362483 h 605945"/>
              <a:gd name="connsiteX9" fmla="*/ 579782 w 609614"/>
              <a:gd name="connsiteY9" fmla="*/ 332786 h 605945"/>
              <a:gd name="connsiteX10" fmla="*/ 29832 w 609614"/>
              <a:gd name="connsiteY10" fmla="*/ 330246 h 605945"/>
              <a:gd name="connsiteX11" fmla="*/ 59570 w 609614"/>
              <a:gd name="connsiteY11" fmla="*/ 360039 h 605945"/>
              <a:gd name="connsiteX12" fmla="*/ 59570 w 609614"/>
              <a:gd name="connsiteY12" fmla="*/ 543936 h 605945"/>
              <a:gd name="connsiteX13" fmla="*/ 243798 w 609614"/>
              <a:gd name="connsiteY13" fmla="*/ 543936 h 605945"/>
              <a:gd name="connsiteX14" fmla="*/ 273723 w 609614"/>
              <a:gd name="connsiteY14" fmla="*/ 573823 h 605945"/>
              <a:gd name="connsiteX15" fmla="*/ 243891 w 609614"/>
              <a:gd name="connsiteY15" fmla="*/ 603616 h 605945"/>
              <a:gd name="connsiteX16" fmla="*/ 29832 w 609614"/>
              <a:gd name="connsiteY16" fmla="*/ 603616 h 605945"/>
              <a:gd name="connsiteX17" fmla="*/ 0 w 609614"/>
              <a:gd name="connsiteY17" fmla="*/ 573823 h 605945"/>
              <a:gd name="connsiteX18" fmla="*/ 0 w 609614"/>
              <a:gd name="connsiteY18" fmla="*/ 360039 h 605945"/>
              <a:gd name="connsiteX19" fmla="*/ 29832 w 609614"/>
              <a:gd name="connsiteY19" fmla="*/ 330246 h 605945"/>
              <a:gd name="connsiteX20" fmla="*/ 241157 w 609614"/>
              <a:gd name="connsiteY20" fmla="*/ 239502 h 605945"/>
              <a:gd name="connsiteX21" fmla="*/ 241157 w 609614"/>
              <a:gd name="connsiteY21" fmla="*/ 366513 h 605945"/>
              <a:gd name="connsiteX22" fmla="*/ 368338 w 609614"/>
              <a:gd name="connsiteY22" fmla="*/ 366513 h 605945"/>
              <a:gd name="connsiteX23" fmla="*/ 368338 w 609614"/>
              <a:gd name="connsiteY23" fmla="*/ 239502 h 605945"/>
              <a:gd name="connsiteX24" fmla="*/ 211326 w 609614"/>
              <a:gd name="connsiteY24" fmla="*/ 180012 h 605945"/>
              <a:gd name="connsiteX25" fmla="*/ 398076 w 609614"/>
              <a:gd name="connsiteY25" fmla="*/ 180012 h 605945"/>
              <a:gd name="connsiteX26" fmla="*/ 427908 w 609614"/>
              <a:gd name="connsiteY26" fmla="*/ 209710 h 605945"/>
              <a:gd name="connsiteX27" fmla="*/ 427908 w 609614"/>
              <a:gd name="connsiteY27" fmla="*/ 396305 h 605945"/>
              <a:gd name="connsiteX28" fmla="*/ 398076 w 609614"/>
              <a:gd name="connsiteY28" fmla="*/ 426003 h 605945"/>
              <a:gd name="connsiteX29" fmla="*/ 211326 w 609614"/>
              <a:gd name="connsiteY29" fmla="*/ 426003 h 605945"/>
              <a:gd name="connsiteX30" fmla="*/ 181494 w 609614"/>
              <a:gd name="connsiteY30" fmla="*/ 396305 h 605945"/>
              <a:gd name="connsiteX31" fmla="*/ 181494 w 609614"/>
              <a:gd name="connsiteY31" fmla="*/ 209710 h 605945"/>
              <a:gd name="connsiteX32" fmla="*/ 211326 w 609614"/>
              <a:gd name="connsiteY32" fmla="*/ 180012 h 605945"/>
              <a:gd name="connsiteX33" fmla="*/ 365731 w 609614"/>
              <a:gd name="connsiteY33" fmla="*/ 0 h 605945"/>
              <a:gd name="connsiteX34" fmla="*/ 579845 w 609614"/>
              <a:gd name="connsiteY34" fmla="*/ 0 h 605945"/>
              <a:gd name="connsiteX35" fmla="*/ 609498 w 609614"/>
              <a:gd name="connsiteY35" fmla="*/ 29697 h 605945"/>
              <a:gd name="connsiteX36" fmla="*/ 609498 w 609614"/>
              <a:gd name="connsiteY36" fmla="*/ 243368 h 605945"/>
              <a:gd name="connsiteX37" fmla="*/ 579752 w 609614"/>
              <a:gd name="connsiteY37" fmla="*/ 273159 h 605945"/>
              <a:gd name="connsiteX38" fmla="*/ 549912 w 609614"/>
              <a:gd name="connsiteY38" fmla="*/ 243368 h 605945"/>
              <a:gd name="connsiteX39" fmla="*/ 549912 w 609614"/>
              <a:gd name="connsiteY39" fmla="*/ 59488 h 605945"/>
              <a:gd name="connsiteX40" fmla="*/ 365731 w 609614"/>
              <a:gd name="connsiteY40" fmla="*/ 59488 h 605945"/>
              <a:gd name="connsiteX41" fmla="*/ 335891 w 609614"/>
              <a:gd name="connsiteY41" fmla="*/ 29697 h 605945"/>
              <a:gd name="connsiteX42" fmla="*/ 365731 w 609614"/>
              <a:gd name="connsiteY42" fmla="*/ 0 h 605945"/>
              <a:gd name="connsiteX43" fmla="*/ 32276 w 609614"/>
              <a:gd name="connsiteY43" fmla="*/ 0 h 605945"/>
              <a:gd name="connsiteX44" fmla="*/ 246222 w 609614"/>
              <a:gd name="connsiteY44" fmla="*/ 0 h 605945"/>
              <a:gd name="connsiteX45" fmla="*/ 276051 w 609614"/>
              <a:gd name="connsiteY45" fmla="*/ 29695 h 605945"/>
              <a:gd name="connsiteX46" fmla="*/ 246222 w 609614"/>
              <a:gd name="connsiteY46" fmla="*/ 59483 h 605945"/>
              <a:gd name="connsiteX47" fmla="*/ 62105 w 609614"/>
              <a:gd name="connsiteY47" fmla="*/ 59483 h 605945"/>
              <a:gd name="connsiteX48" fmla="*/ 62105 w 609614"/>
              <a:gd name="connsiteY48" fmla="*/ 243534 h 605945"/>
              <a:gd name="connsiteX49" fmla="*/ 32276 w 609614"/>
              <a:gd name="connsiteY49" fmla="*/ 273229 h 605945"/>
              <a:gd name="connsiteX50" fmla="*/ 2540 w 609614"/>
              <a:gd name="connsiteY50" fmla="*/ 243534 h 605945"/>
              <a:gd name="connsiteX51" fmla="*/ 2540 w 609614"/>
              <a:gd name="connsiteY51" fmla="*/ 29695 h 605945"/>
              <a:gd name="connsiteX52" fmla="*/ 32276 w 609614"/>
              <a:gd name="connsiteY52" fmla="*/ 0 h 60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9614" h="605945">
                <a:moveTo>
                  <a:pt x="579782" y="332786"/>
                </a:moveTo>
                <a:cubicBezTo>
                  <a:pt x="596615" y="332786"/>
                  <a:pt x="609614" y="345674"/>
                  <a:pt x="609614" y="362670"/>
                </a:cubicBezTo>
                <a:lnTo>
                  <a:pt x="609614" y="576154"/>
                </a:lnTo>
                <a:cubicBezTo>
                  <a:pt x="609614" y="592964"/>
                  <a:pt x="596615" y="605945"/>
                  <a:pt x="579782" y="605945"/>
                </a:cubicBezTo>
                <a:lnTo>
                  <a:pt x="365723" y="605945"/>
                </a:lnTo>
                <a:cubicBezTo>
                  <a:pt x="348890" y="605945"/>
                  <a:pt x="335891" y="592964"/>
                  <a:pt x="335891" y="576154"/>
                </a:cubicBezTo>
                <a:cubicBezTo>
                  <a:pt x="335891" y="559345"/>
                  <a:pt x="348890" y="546457"/>
                  <a:pt x="365723" y="546457"/>
                </a:cubicBezTo>
                <a:lnTo>
                  <a:pt x="549950" y="546457"/>
                </a:lnTo>
                <a:lnTo>
                  <a:pt x="549950" y="362483"/>
                </a:lnTo>
                <a:cubicBezTo>
                  <a:pt x="549950" y="345674"/>
                  <a:pt x="562949" y="332786"/>
                  <a:pt x="579782" y="332786"/>
                </a:cubicBezTo>
                <a:close/>
                <a:moveTo>
                  <a:pt x="29832" y="330246"/>
                </a:moveTo>
                <a:cubicBezTo>
                  <a:pt x="46665" y="330246"/>
                  <a:pt x="59570" y="343228"/>
                  <a:pt x="59570" y="360039"/>
                </a:cubicBezTo>
                <a:lnTo>
                  <a:pt x="59570" y="543936"/>
                </a:lnTo>
                <a:lnTo>
                  <a:pt x="243798" y="543936"/>
                </a:lnTo>
                <a:cubicBezTo>
                  <a:pt x="260631" y="543936"/>
                  <a:pt x="273723" y="557011"/>
                  <a:pt x="273723" y="573823"/>
                </a:cubicBezTo>
                <a:cubicBezTo>
                  <a:pt x="273723" y="590634"/>
                  <a:pt x="260724" y="603616"/>
                  <a:pt x="243891" y="603616"/>
                </a:cubicBezTo>
                <a:lnTo>
                  <a:pt x="29832" y="603616"/>
                </a:lnTo>
                <a:cubicBezTo>
                  <a:pt x="12999" y="603616"/>
                  <a:pt x="0" y="590634"/>
                  <a:pt x="0" y="573823"/>
                </a:cubicBezTo>
                <a:lnTo>
                  <a:pt x="0" y="360039"/>
                </a:lnTo>
                <a:cubicBezTo>
                  <a:pt x="0" y="343228"/>
                  <a:pt x="12999" y="330246"/>
                  <a:pt x="29832" y="330246"/>
                </a:cubicBezTo>
                <a:close/>
                <a:moveTo>
                  <a:pt x="241157" y="239502"/>
                </a:moveTo>
                <a:lnTo>
                  <a:pt x="241157" y="366513"/>
                </a:lnTo>
                <a:lnTo>
                  <a:pt x="368338" y="366513"/>
                </a:lnTo>
                <a:lnTo>
                  <a:pt x="368338" y="239502"/>
                </a:lnTo>
                <a:close/>
                <a:moveTo>
                  <a:pt x="211326" y="180012"/>
                </a:moveTo>
                <a:lnTo>
                  <a:pt x="398076" y="180012"/>
                </a:lnTo>
                <a:cubicBezTo>
                  <a:pt x="414909" y="180012"/>
                  <a:pt x="427908" y="192900"/>
                  <a:pt x="427908" y="209710"/>
                </a:cubicBezTo>
                <a:lnTo>
                  <a:pt x="427908" y="396305"/>
                </a:lnTo>
                <a:cubicBezTo>
                  <a:pt x="427908" y="411808"/>
                  <a:pt x="413694" y="426003"/>
                  <a:pt x="398076" y="426003"/>
                </a:cubicBezTo>
                <a:lnTo>
                  <a:pt x="211326" y="426003"/>
                </a:lnTo>
                <a:cubicBezTo>
                  <a:pt x="194493" y="426003"/>
                  <a:pt x="181494" y="413115"/>
                  <a:pt x="181494" y="396305"/>
                </a:cubicBezTo>
                <a:lnTo>
                  <a:pt x="181494" y="209710"/>
                </a:lnTo>
                <a:cubicBezTo>
                  <a:pt x="181494" y="192900"/>
                  <a:pt x="194493" y="180012"/>
                  <a:pt x="211326" y="180012"/>
                </a:cubicBezTo>
                <a:close/>
                <a:moveTo>
                  <a:pt x="365731" y="0"/>
                </a:moveTo>
                <a:lnTo>
                  <a:pt x="579845" y="0"/>
                </a:lnTo>
                <a:cubicBezTo>
                  <a:pt x="596683" y="0"/>
                  <a:pt x="609685" y="12888"/>
                  <a:pt x="609498" y="29697"/>
                </a:cubicBezTo>
                <a:lnTo>
                  <a:pt x="609498" y="243368"/>
                </a:lnTo>
                <a:cubicBezTo>
                  <a:pt x="609498" y="260178"/>
                  <a:pt x="596589" y="273159"/>
                  <a:pt x="579752" y="273159"/>
                </a:cubicBezTo>
                <a:cubicBezTo>
                  <a:pt x="562915" y="273159"/>
                  <a:pt x="549912" y="260178"/>
                  <a:pt x="549912" y="243368"/>
                </a:cubicBezTo>
                <a:lnTo>
                  <a:pt x="549912" y="59488"/>
                </a:lnTo>
                <a:lnTo>
                  <a:pt x="365731" y="59488"/>
                </a:lnTo>
                <a:cubicBezTo>
                  <a:pt x="348893" y="59488"/>
                  <a:pt x="335891" y="46507"/>
                  <a:pt x="335891" y="29697"/>
                </a:cubicBezTo>
                <a:cubicBezTo>
                  <a:pt x="335891" y="12888"/>
                  <a:pt x="348893" y="0"/>
                  <a:pt x="365731" y="0"/>
                </a:cubicBezTo>
                <a:close/>
                <a:moveTo>
                  <a:pt x="32276" y="0"/>
                </a:moveTo>
                <a:lnTo>
                  <a:pt x="246222" y="0"/>
                </a:lnTo>
                <a:cubicBezTo>
                  <a:pt x="263053" y="0"/>
                  <a:pt x="276051" y="12886"/>
                  <a:pt x="276051" y="29695"/>
                </a:cubicBezTo>
                <a:cubicBezTo>
                  <a:pt x="276051" y="46503"/>
                  <a:pt x="263053" y="59483"/>
                  <a:pt x="246222" y="59483"/>
                </a:cubicBezTo>
                <a:lnTo>
                  <a:pt x="62105" y="59483"/>
                </a:lnTo>
                <a:lnTo>
                  <a:pt x="62105" y="243534"/>
                </a:lnTo>
                <a:cubicBezTo>
                  <a:pt x="62105" y="260343"/>
                  <a:pt x="49107" y="273229"/>
                  <a:pt x="32276" y="273229"/>
                </a:cubicBezTo>
                <a:cubicBezTo>
                  <a:pt x="15444" y="273229"/>
                  <a:pt x="2540" y="260343"/>
                  <a:pt x="2540" y="243534"/>
                </a:cubicBezTo>
                <a:lnTo>
                  <a:pt x="2540" y="29695"/>
                </a:lnTo>
                <a:cubicBezTo>
                  <a:pt x="2540" y="12886"/>
                  <a:pt x="15444" y="0"/>
                  <a:pt x="322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文本框 19"/>
          <p:cNvSpPr txBox="1"/>
          <p:nvPr/>
        </p:nvSpPr>
        <p:spPr>
          <a:xfrm>
            <a:off x="1499613" y="4637558"/>
            <a:ext cx="2299502" cy="1384995"/>
          </a:xfrm>
          <a:prstGeom prst="rect">
            <a:avLst/>
          </a:prstGeom>
          <a:noFill/>
        </p:spPr>
        <p:txBody>
          <a:bodyPr wrap="square" lIns="0" rIns="0" rtlCol="0">
            <a:spAutoFit/>
          </a:bodyPr>
          <a:lstStyle/>
          <a:p>
            <a:pPr>
              <a:lnSpc>
                <a:spcPct val="150000"/>
              </a:lnSpc>
            </a:pPr>
            <a:r>
              <a:rPr lang="zh-CN" altLang="en-US" sz="1400" dirty="0">
                <a:solidFill>
                  <a:schemeClr val="tx1">
                    <a:lumMod val="75000"/>
                    <a:lumOff val="25000"/>
                  </a:schemeClr>
                </a:solidFill>
              </a:rPr>
              <a:t>点击此处输入与此小标题或者与此图形相关的内容介绍、数据统计、事件分析、总结概述等文字描述</a:t>
            </a:r>
            <a:r>
              <a:rPr lang="zh-CN" altLang="en-US" sz="1400" dirty="0" smtClean="0">
                <a:solidFill>
                  <a:schemeClr val="tx1">
                    <a:lumMod val="75000"/>
                    <a:lumOff val="25000"/>
                  </a:schemeClr>
                </a:solidFill>
              </a:rPr>
              <a:t>内容</a:t>
            </a:r>
            <a:endParaRPr lang="en-US" altLang="zh-CN" sz="1400" dirty="0">
              <a:solidFill>
                <a:schemeClr val="tx1">
                  <a:lumMod val="75000"/>
                  <a:lumOff val="25000"/>
                </a:schemeClr>
              </a:solidFill>
            </a:endParaRPr>
          </a:p>
        </p:txBody>
      </p:sp>
      <p:sp>
        <p:nvSpPr>
          <p:cNvPr id="21" name="文本框 20"/>
          <p:cNvSpPr txBox="1"/>
          <p:nvPr/>
        </p:nvSpPr>
        <p:spPr>
          <a:xfrm>
            <a:off x="5357012" y="4637558"/>
            <a:ext cx="2299502" cy="1384995"/>
          </a:xfrm>
          <a:prstGeom prst="rect">
            <a:avLst/>
          </a:prstGeom>
          <a:noFill/>
        </p:spPr>
        <p:txBody>
          <a:bodyPr wrap="square" lIns="0" rIns="0" rtlCol="0">
            <a:spAutoFit/>
          </a:bodyPr>
          <a:lstStyle/>
          <a:p>
            <a:pPr>
              <a:lnSpc>
                <a:spcPct val="150000"/>
              </a:lnSpc>
            </a:pPr>
            <a:r>
              <a:rPr lang="zh-CN" altLang="en-US" sz="1400" dirty="0">
                <a:solidFill>
                  <a:schemeClr val="tx1">
                    <a:lumMod val="75000"/>
                    <a:lumOff val="25000"/>
                  </a:schemeClr>
                </a:solidFill>
              </a:rPr>
              <a:t>点击此处输入与此小标题或者与此图形相关的内容介绍、数据统计、事件分析、总结概述等文字描述</a:t>
            </a:r>
            <a:r>
              <a:rPr lang="zh-CN" altLang="en-US" sz="1400" dirty="0" smtClean="0">
                <a:solidFill>
                  <a:schemeClr val="tx1">
                    <a:lumMod val="75000"/>
                    <a:lumOff val="25000"/>
                  </a:schemeClr>
                </a:solidFill>
              </a:rPr>
              <a:t>内容</a:t>
            </a:r>
            <a:endParaRPr lang="en-US" altLang="zh-CN" sz="1400" dirty="0">
              <a:solidFill>
                <a:schemeClr val="tx1">
                  <a:lumMod val="75000"/>
                  <a:lumOff val="25000"/>
                </a:schemeClr>
              </a:solidFill>
            </a:endParaRPr>
          </a:p>
        </p:txBody>
      </p:sp>
      <p:sp>
        <p:nvSpPr>
          <p:cNvPr id="22" name="椭圆 21"/>
          <p:cNvSpPr/>
          <p:nvPr/>
        </p:nvSpPr>
        <p:spPr>
          <a:xfrm>
            <a:off x="8392882" y="5090571"/>
            <a:ext cx="478971" cy="4789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Oval 25"/>
          <p:cNvSpPr/>
          <p:nvPr/>
        </p:nvSpPr>
        <p:spPr>
          <a:xfrm>
            <a:off x="8506838" y="5204585"/>
            <a:ext cx="251058" cy="250943"/>
          </a:xfrm>
          <a:custGeom>
            <a:avLst/>
            <a:gdLst>
              <a:gd name="T0" fmla="*/ 8545 w 9200"/>
              <a:gd name="T1" fmla="*/ 5278 h 9198"/>
              <a:gd name="T2" fmla="*/ 8545 w 9200"/>
              <a:gd name="T3" fmla="*/ 2622 h 9198"/>
              <a:gd name="T4" fmla="*/ 9200 w 9200"/>
              <a:gd name="T5" fmla="*/ 2622 h 9198"/>
              <a:gd name="T6" fmla="*/ 9200 w 9200"/>
              <a:gd name="T7" fmla="*/ 5278 h 9198"/>
              <a:gd name="T8" fmla="*/ 8545 w 9200"/>
              <a:gd name="T9" fmla="*/ 5278 h 9198"/>
              <a:gd name="T10" fmla="*/ 4624 w 9200"/>
              <a:gd name="T11" fmla="*/ 2472 h 9198"/>
              <a:gd name="T12" fmla="*/ 8210 w 9200"/>
              <a:gd name="T13" fmla="*/ 0 h 9198"/>
              <a:gd name="T14" fmla="*/ 8210 w 9200"/>
              <a:gd name="T15" fmla="*/ 7923 h 9198"/>
              <a:gd name="T16" fmla="*/ 4624 w 9200"/>
              <a:gd name="T17" fmla="*/ 5465 h 9198"/>
              <a:gd name="T18" fmla="*/ 4624 w 9200"/>
              <a:gd name="T19" fmla="*/ 2472 h 9198"/>
              <a:gd name="T20" fmla="*/ 1323 w 9200"/>
              <a:gd name="T21" fmla="*/ 5921 h 9198"/>
              <a:gd name="T22" fmla="*/ 2899 w 9200"/>
              <a:gd name="T23" fmla="*/ 5921 h 9198"/>
              <a:gd name="T24" fmla="*/ 4527 w 9200"/>
              <a:gd name="T25" fmla="*/ 9198 h 9198"/>
              <a:gd name="T26" fmla="*/ 2951 w 9200"/>
              <a:gd name="T27" fmla="*/ 9198 h 9198"/>
              <a:gd name="T28" fmla="*/ 1323 w 9200"/>
              <a:gd name="T29" fmla="*/ 5921 h 9198"/>
              <a:gd name="T30" fmla="*/ 0 w 9200"/>
              <a:gd name="T31" fmla="*/ 2365 h 9198"/>
              <a:gd name="T32" fmla="*/ 4256 w 9200"/>
              <a:gd name="T33" fmla="*/ 2365 h 9198"/>
              <a:gd name="T34" fmla="*/ 4256 w 9200"/>
              <a:gd name="T35" fmla="*/ 5606 h 9198"/>
              <a:gd name="T36" fmla="*/ 0 w 9200"/>
              <a:gd name="T37" fmla="*/ 5606 h 9198"/>
              <a:gd name="T38" fmla="*/ 0 w 9200"/>
              <a:gd name="T39" fmla="*/ 2365 h 9198"/>
              <a:gd name="T40" fmla="*/ 0 w 9200"/>
              <a:gd name="T41" fmla="*/ 2365 h 9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200" h="9198">
                <a:moveTo>
                  <a:pt x="8545" y="5278"/>
                </a:moveTo>
                <a:lnTo>
                  <a:pt x="8545" y="2622"/>
                </a:lnTo>
                <a:lnTo>
                  <a:pt x="9200" y="2622"/>
                </a:lnTo>
                <a:lnTo>
                  <a:pt x="9200" y="5278"/>
                </a:lnTo>
                <a:lnTo>
                  <a:pt x="8545" y="5278"/>
                </a:lnTo>
                <a:close/>
                <a:moveTo>
                  <a:pt x="4624" y="2472"/>
                </a:moveTo>
                <a:lnTo>
                  <a:pt x="8210" y="0"/>
                </a:lnTo>
                <a:lnTo>
                  <a:pt x="8210" y="7923"/>
                </a:lnTo>
                <a:lnTo>
                  <a:pt x="4624" y="5465"/>
                </a:lnTo>
                <a:lnTo>
                  <a:pt x="4624" y="2472"/>
                </a:lnTo>
                <a:close/>
                <a:moveTo>
                  <a:pt x="1323" y="5921"/>
                </a:moveTo>
                <a:lnTo>
                  <a:pt x="2899" y="5921"/>
                </a:lnTo>
                <a:lnTo>
                  <a:pt x="4527" y="9198"/>
                </a:lnTo>
                <a:lnTo>
                  <a:pt x="2951" y="9198"/>
                </a:lnTo>
                <a:lnTo>
                  <a:pt x="1323" y="5921"/>
                </a:lnTo>
                <a:close/>
                <a:moveTo>
                  <a:pt x="0" y="2365"/>
                </a:moveTo>
                <a:lnTo>
                  <a:pt x="4256" y="2365"/>
                </a:lnTo>
                <a:lnTo>
                  <a:pt x="4256" y="5606"/>
                </a:lnTo>
                <a:lnTo>
                  <a:pt x="0" y="5606"/>
                </a:lnTo>
                <a:lnTo>
                  <a:pt x="0" y="2365"/>
                </a:lnTo>
                <a:close/>
                <a:moveTo>
                  <a:pt x="0" y="2365"/>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文本框 23"/>
          <p:cNvSpPr txBox="1"/>
          <p:nvPr/>
        </p:nvSpPr>
        <p:spPr>
          <a:xfrm>
            <a:off x="9196496" y="4637558"/>
            <a:ext cx="2299502" cy="1384995"/>
          </a:xfrm>
          <a:prstGeom prst="rect">
            <a:avLst/>
          </a:prstGeom>
          <a:noFill/>
        </p:spPr>
        <p:txBody>
          <a:bodyPr wrap="square" lIns="0" rIns="0" rtlCol="0">
            <a:spAutoFit/>
          </a:bodyPr>
          <a:lstStyle/>
          <a:p>
            <a:pPr>
              <a:lnSpc>
                <a:spcPct val="150000"/>
              </a:lnSpc>
            </a:pPr>
            <a:r>
              <a:rPr lang="zh-CN" altLang="en-US" sz="1400" dirty="0">
                <a:solidFill>
                  <a:schemeClr val="tx1">
                    <a:lumMod val="75000"/>
                    <a:lumOff val="25000"/>
                  </a:schemeClr>
                </a:solidFill>
              </a:rPr>
              <a:t>点击此处输入与此小标题或者与此图形相关的内容介绍、数据统计、事件分析、总结概述等文字描述</a:t>
            </a:r>
            <a:r>
              <a:rPr lang="zh-CN" altLang="en-US" sz="1400" dirty="0" smtClean="0">
                <a:solidFill>
                  <a:schemeClr val="tx1">
                    <a:lumMod val="75000"/>
                    <a:lumOff val="25000"/>
                  </a:schemeClr>
                </a:solidFill>
              </a:rPr>
              <a:t>内容</a:t>
            </a:r>
            <a:endParaRPr lang="en-US" altLang="zh-CN" sz="1400" dirty="0">
              <a:solidFill>
                <a:schemeClr val="tx1">
                  <a:lumMod val="75000"/>
                  <a:lumOff val="25000"/>
                </a:schemeClr>
              </a:solidFill>
            </a:endParaRPr>
          </a:p>
        </p:txBody>
      </p:sp>
      <p:sp>
        <p:nvSpPr>
          <p:cNvPr id="25" name="椭圆 24"/>
          <p:cNvSpPr/>
          <p:nvPr/>
        </p:nvSpPr>
        <p:spPr>
          <a:xfrm>
            <a:off x="4553398" y="5090571"/>
            <a:ext cx="478971" cy="4789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Oval 28"/>
          <p:cNvSpPr/>
          <p:nvPr/>
        </p:nvSpPr>
        <p:spPr>
          <a:xfrm>
            <a:off x="4714405" y="5204527"/>
            <a:ext cx="156956" cy="251058"/>
          </a:xfrm>
          <a:custGeom>
            <a:avLst/>
            <a:gdLst>
              <a:gd name="T0" fmla="*/ 5113 w 6394"/>
              <a:gd name="T1" fmla="*/ 0 h 10226"/>
              <a:gd name="T2" fmla="*/ 1279 w 6394"/>
              <a:gd name="T3" fmla="*/ 0 h 10226"/>
              <a:gd name="T4" fmla="*/ 0 w 6394"/>
              <a:gd name="T5" fmla="*/ 1279 h 10226"/>
              <a:gd name="T6" fmla="*/ 0 w 6394"/>
              <a:gd name="T7" fmla="*/ 8947 h 10226"/>
              <a:gd name="T8" fmla="*/ 1279 w 6394"/>
              <a:gd name="T9" fmla="*/ 10226 h 10226"/>
              <a:gd name="T10" fmla="*/ 5115 w 6394"/>
              <a:gd name="T11" fmla="*/ 10226 h 10226"/>
              <a:gd name="T12" fmla="*/ 6394 w 6394"/>
              <a:gd name="T13" fmla="*/ 8947 h 10226"/>
              <a:gd name="T14" fmla="*/ 6394 w 6394"/>
              <a:gd name="T15" fmla="*/ 1277 h 10226"/>
              <a:gd name="T16" fmla="*/ 5113 w 6394"/>
              <a:gd name="T17" fmla="*/ 0 h 10226"/>
              <a:gd name="T18" fmla="*/ 3125 w 6394"/>
              <a:gd name="T19" fmla="*/ 8947 h 10226"/>
              <a:gd name="T20" fmla="*/ 2786 w 6394"/>
              <a:gd name="T21" fmla="*/ 8608 h 10226"/>
              <a:gd name="T22" fmla="*/ 3125 w 6394"/>
              <a:gd name="T23" fmla="*/ 8268 h 10226"/>
              <a:gd name="T24" fmla="*/ 3465 w 6394"/>
              <a:gd name="T25" fmla="*/ 8608 h 10226"/>
              <a:gd name="T26" fmla="*/ 3125 w 6394"/>
              <a:gd name="T27" fmla="*/ 8947 h 10226"/>
              <a:gd name="T28" fmla="*/ 5753 w 6394"/>
              <a:gd name="T29" fmla="*/ 7668 h 10226"/>
              <a:gd name="T30" fmla="*/ 620 w 6394"/>
              <a:gd name="T31" fmla="*/ 7668 h 10226"/>
              <a:gd name="T32" fmla="*/ 641 w 6394"/>
              <a:gd name="T33" fmla="*/ 1277 h 10226"/>
              <a:gd name="T34" fmla="*/ 5753 w 6394"/>
              <a:gd name="T35" fmla="*/ 1277 h 10226"/>
              <a:gd name="T36" fmla="*/ 5753 w 6394"/>
              <a:gd name="T37" fmla="*/ 7668 h 10226"/>
              <a:gd name="T38" fmla="*/ 5753 w 6394"/>
              <a:gd name="T39" fmla="*/ 7668 h 10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94" h="10226">
                <a:moveTo>
                  <a:pt x="5113" y="0"/>
                </a:moveTo>
                <a:lnTo>
                  <a:pt x="1279" y="0"/>
                </a:lnTo>
                <a:cubicBezTo>
                  <a:pt x="573" y="0"/>
                  <a:pt x="0" y="573"/>
                  <a:pt x="0" y="1279"/>
                </a:cubicBezTo>
                <a:lnTo>
                  <a:pt x="0" y="8947"/>
                </a:lnTo>
                <a:cubicBezTo>
                  <a:pt x="0" y="9653"/>
                  <a:pt x="573" y="10226"/>
                  <a:pt x="1279" y="10226"/>
                </a:cubicBezTo>
                <a:lnTo>
                  <a:pt x="5115" y="10226"/>
                </a:lnTo>
                <a:cubicBezTo>
                  <a:pt x="5821" y="10226"/>
                  <a:pt x="6394" y="9653"/>
                  <a:pt x="6394" y="8947"/>
                </a:cubicBezTo>
                <a:lnTo>
                  <a:pt x="6394" y="1277"/>
                </a:lnTo>
                <a:cubicBezTo>
                  <a:pt x="6392" y="571"/>
                  <a:pt x="5819" y="0"/>
                  <a:pt x="5113" y="0"/>
                </a:cubicBezTo>
                <a:close/>
                <a:moveTo>
                  <a:pt x="3125" y="8947"/>
                </a:moveTo>
                <a:cubicBezTo>
                  <a:pt x="2937" y="8947"/>
                  <a:pt x="2786" y="8796"/>
                  <a:pt x="2786" y="8608"/>
                </a:cubicBezTo>
                <a:cubicBezTo>
                  <a:pt x="2786" y="8419"/>
                  <a:pt x="2937" y="8268"/>
                  <a:pt x="3125" y="8268"/>
                </a:cubicBezTo>
                <a:cubicBezTo>
                  <a:pt x="3314" y="8268"/>
                  <a:pt x="3465" y="8419"/>
                  <a:pt x="3465" y="8608"/>
                </a:cubicBezTo>
                <a:cubicBezTo>
                  <a:pt x="3467" y="8796"/>
                  <a:pt x="3314" y="8947"/>
                  <a:pt x="3125" y="8947"/>
                </a:cubicBezTo>
                <a:close/>
                <a:moveTo>
                  <a:pt x="5753" y="7668"/>
                </a:moveTo>
                <a:lnTo>
                  <a:pt x="620" y="7668"/>
                </a:lnTo>
                <a:lnTo>
                  <a:pt x="641" y="1277"/>
                </a:lnTo>
                <a:lnTo>
                  <a:pt x="5753" y="1277"/>
                </a:lnTo>
                <a:lnTo>
                  <a:pt x="5753" y="7668"/>
                </a:lnTo>
                <a:close/>
                <a:moveTo>
                  <a:pt x="5753" y="7668"/>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30634059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par>
                          <p:cTn id="14" fill="hold">
                            <p:stCondLst>
                              <p:cond delay="1000"/>
                            </p:stCondLst>
                            <p:childTnLst>
                              <p:par>
                                <p:cTn id="15" presetID="16" presetClass="entr" presetSubtype="37"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outVertical)">
                                      <p:cBhvr>
                                        <p:cTn id="17" dur="500"/>
                                        <p:tgtEl>
                                          <p:spTgt spid="6"/>
                                        </p:tgtEl>
                                      </p:cBhvr>
                                    </p:animEffect>
                                  </p:childTnLst>
                                </p:cTn>
                              </p:par>
                              <p:par>
                                <p:cTn id="18" presetID="22" presetClass="entr" presetSubtype="1"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par>
                                <p:cTn id="21" presetID="22" presetClass="entr" presetSubtype="1"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par>
                          <p:cTn id="38" fill="hold">
                            <p:stCondLst>
                              <p:cond delay="200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par>
                          <p:cTn id="52" fill="hold">
                            <p:stCondLst>
                              <p:cond delay="2500"/>
                            </p:stCondLst>
                            <p:childTnLst>
                              <p:par>
                                <p:cTn id="53" presetID="53" presetClass="entr" presetSubtype="16"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p:cTn id="55" dur="500" fill="hold"/>
                                        <p:tgtEl>
                                          <p:spTgt spid="15"/>
                                        </p:tgtEl>
                                        <p:attrNameLst>
                                          <p:attrName>ppt_w</p:attrName>
                                        </p:attrNameLst>
                                      </p:cBhvr>
                                      <p:tavLst>
                                        <p:tav tm="0">
                                          <p:val>
                                            <p:fltVal val="0"/>
                                          </p:val>
                                        </p:tav>
                                        <p:tav tm="100000">
                                          <p:val>
                                            <p:strVal val="#ppt_w"/>
                                          </p:val>
                                        </p:tav>
                                      </p:tavLst>
                                    </p:anim>
                                    <p:anim calcmode="lin" valueType="num">
                                      <p:cBhvr>
                                        <p:cTn id="56" dur="500" fill="hold"/>
                                        <p:tgtEl>
                                          <p:spTgt spid="15"/>
                                        </p:tgtEl>
                                        <p:attrNameLst>
                                          <p:attrName>ppt_h</p:attrName>
                                        </p:attrNameLst>
                                      </p:cBhvr>
                                      <p:tavLst>
                                        <p:tav tm="0">
                                          <p:val>
                                            <p:fltVal val="0"/>
                                          </p:val>
                                        </p:tav>
                                        <p:tav tm="100000">
                                          <p:val>
                                            <p:strVal val="#ppt_h"/>
                                          </p:val>
                                        </p:tav>
                                      </p:tavLst>
                                    </p:anim>
                                    <p:animEffect transition="in" filter="fade">
                                      <p:cBhvr>
                                        <p:cTn id="57" dur="500"/>
                                        <p:tgtEl>
                                          <p:spTgt spid="15"/>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p:cTn id="60" dur="500" fill="hold"/>
                                        <p:tgtEl>
                                          <p:spTgt spid="16"/>
                                        </p:tgtEl>
                                        <p:attrNameLst>
                                          <p:attrName>ppt_w</p:attrName>
                                        </p:attrNameLst>
                                      </p:cBhvr>
                                      <p:tavLst>
                                        <p:tav tm="0">
                                          <p:val>
                                            <p:fltVal val="0"/>
                                          </p:val>
                                        </p:tav>
                                        <p:tav tm="100000">
                                          <p:val>
                                            <p:strVal val="#ppt_w"/>
                                          </p:val>
                                        </p:tav>
                                      </p:tavLst>
                                    </p:anim>
                                    <p:anim calcmode="lin" valueType="num">
                                      <p:cBhvr>
                                        <p:cTn id="61" dur="500" fill="hold"/>
                                        <p:tgtEl>
                                          <p:spTgt spid="16"/>
                                        </p:tgtEl>
                                        <p:attrNameLst>
                                          <p:attrName>ppt_h</p:attrName>
                                        </p:attrNameLst>
                                      </p:cBhvr>
                                      <p:tavLst>
                                        <p:tav tm="0">
                                          <p:val>
                                            <p:fltVal val="0"/>
                                          </p:val>
                                        </p:tav>
                                        <p:tav tm="100000">
                                          <p:val>
                                            <p:strVal val="#ppt_h"/>
                                          </p:val>
                                        </p:tav>
                                      </p:tavLst>
                                    </p:anim>
                                    <p:animEffect transition="in" filter="fade">
                                      <p:cBhvr>
                                        <p:cTn id="62" dur="500"/>
                                        <p:tgtEl>
                                          <p:spTgt spid="1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childTnLst>
                          </p:cTn>
                        </p:par>
                        <p:par>
                          <p:cTn id="66" fill="hold">
                            <p:stCondLst>
                              <p:cond delay="3000"/>
                            </p:stCondLst>
                            <p:childTnLst>
                              <p:par>
                                <p:cTn id="67" presetID="53" presetClass="entr" presetSubtype="16"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p:cTn id="69" dur="500" fill="hold"/>
                                        <p:tgtEl>
                                          <p:spTgt spid="18"/>
                                        </p:tgtEl>
                                        <p:attrNameLst>
                                          <p:attrName>ppt_w</p:attrName>
                                        </p:attrNameLst>
                                      </p:cBhvr>
                                      <p:tavLst>
                                        <p:tav tm="0">
                                          <p:val>
                                            <p:fltVal val="0"/>
                                          </p:val>
                                        </p:tav>
                                        <p:tav tm="100000">
                                          <p:val>
                                            <p:strVal val="#ppt_w"/>
                                          </p:val>
                                        </p:tav>
                                      </p:tavLst>
                                    </p:anim>
                                    <p:anim calcmode="lin" valueType="num">
                                      <p:cBhvr>
                                        <p:cTn id="70" dur="500" fill="hold"/>
                                        <p:tgtEl>
                                          <p:spTgt spid="18"/>
                                        </p:tgtEl>
                                        <p:attrNameLst>
                                          <p:attrName>ppt_h</p:attrName>
                                        </p:attrNameLst>
                                      </p:cBhvr>
                                      <p:tavLst>
                                        <p:tav tm="0">
                                          <p:val>
                                            <p:fltVal val="0"/>
                                          </p:val>
                                        </p:tav>
                                        <p:tav tm="100000">
                                          <p:val>
                                            <p:strVal val="#ppt_h"/>
                                          </p:val>
                                        </p:tav>
                                      </p:tavLst>
                                    </p:anim>
                                    <p:animEffect transition="in" filter="fade">
                                      <p:cBhvr>
                                        <p:cTn id="71" dur="500"/>
                                        <p:tgtEl>
                                          <p:spTgt spid="18"/>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 calcmode="lin" valueType="num">
                                      <p:cBhvr>
                                        <p:cTn id="74" dur="500" fill="hold"/>
                                        <p:tgtEl>
                                          <p:spTgt spid="19"/>
                                        </p:tgtEl>
                                        <p:attrNameLst>
                                          <p:attrName>ppt_w</p:attrName>
                                        </p:attrNameLst>
                                      </p:cBhvr>
                                      <p:tavLst>
                                        <p:tav tm="0">
                                          <p:val>
                                            <p:fltVal val="0"/>
                                          </p:val>
                                        </p:tav>
                                        <p:tav tm="100000">
                                          <p:val>
                                            <p:strVal val="#ppt_w"/>
                                          </p:val>
                                        </p:tav>
                                      </p:tavLst>
                                    </p:anim>
                                    <p:anim calcmode="lin" valueType="num">
                                      <p:cBhvr>
                                        <p:cTn id="75" dur="500" fill="hold"/>
                                        <p:tgtEl>
                                          <p:spTgt spid="19"/>
                                        </p:tgtEl>
                                        <p:attrNameLst>
                                          <p:attrName>ppt_h</p:attrName>
                                        </p:attrNameLst>
                                      </p:cBhvr>
                                      <p:tavLst>
                                        <p:tav tm="0">
                                          <p:val>
                                            <p:fltVal val="0"/>
                                          </p:val>
                                        </p:tav>
                                        <p:tav tm="100000">
                                          <p:val>
                                            <p:strVal val="#ppt_h"/>
                                          </p:val>
                                        </p:tav>
                                      </p:tavLst>
                                    </p:anim>
                                    <p:animEffect transition="in" filter="fade">
                                      <p:cBhvr>
                                        <p:cTn id="76" dur="500"/>
                                        <p:tgtEl>
                                          <p:spTgt spid="1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childTnLst>
                                </p:cTn>
                              </p:par>
                            </p:childTnLst>
                          </p:cTn>
                        </p:par>
                        <p:par>
                          <p:cTn id="80" fill="hold">
                            <p:stCondLst>
                              <p:cond delay="3500"/>
                            </p:stCondLst>
                            <p:childTnLst>
                              <p:par>
                                <p:cTn id="81" presetID="53" presetClass="entr" presetSubtype="16"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500" fill="hold"/>
                                        <p:tgtEl>
                                          <p:spTgt spid="25"/>
                                        </p:tgtEl>
                                        <p:attrNameLst>
                                          <p:attrName>ppt_w</p:attrName>
                                        </p:attrNameLst>
                                      </p:cBhvr>
                                      <p:tavLst>
                                        <p:tav tm="0">
                                          <p:val>
                                            <p:fltVal val="0"/>
                                          </p:val>
                                        </p:tav>
                                        <p:tav tm="100000">
                                          <p:val>
                                            <p:strVal val="#ppt_w"/>
                                          </p:val>
                                        </p:tav>
                                      </p:tavLst>
                                    </p:anim>
                                    <p:anim calcmode="lin" valueType="num">
                                      <p:cBhvr>
                                        <p:cTn id="84" dur="500" fill="hold"/>
                                        <p:tgtEl>
                                          <p:spTgt spid="25"/>
                                        </p:tgtEl>
                                        <p:attrNameLst>
                                          <p:attrName>ppt_h</p:attrName>
                                        </p:attrNameLst>
                                      </p:cBhvr>
                                      <p:tavLst>
                                        <p:tav tm="0">
                                          <p:val>
                                            <p:fltVal val="0"/>
                                          </p:val>
                                        </p:tav>
                                        <p:tav tm="100000">
                                          <p:val>
                                            <p:strVal val="#ppt_h"/>
                                          </p:val>
                                        </p:tav>
                                      </p:tavLst>
                                    </p:anim>
                                    <p:animEffect transition="in" filter="fade">
                                      <p:cBhvr>
                                        <p:cTn id="85" dur="500"/>
                                        <p:tgtEl>
                                          <p:spTgt spid="25"/>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 calcmode="lin" valueType="num">
                                      <p:cBhvr>
                                        <p:cTn id="88" dur="500" fill="hold"/>
                                        <p:tgtEl>
                                          <p:spTgt spid="26"/>
                                        </p:tgtEl>
                                        <p:attrNameLst>
                                          <p:attrName>ppt_w</p:attrName>
                                        </p:attrNameLst>
                                      </p:cBhvr>
                                      <p:tavLst>
                                        <p:tav tm="0">
                                          <p:val>
                                            <p:fltVal val="0"/>
                                          </p:val>
                                        </p:tav>
                                        <p:tav tm="100000">
                                          <p:val>
                                            <p:strVal val="#ppt_w"/>
                                          </p:val>
                                        </p:tav>
                                      </p:tavLst>
                                    </p:anim>
                                    <p:anim calcmode="lin" valueType="num">
                                      <p:cBhvr>
                                        <p:cTn id="89" dur="500" fill="hold"/>
                                        <p:tgtEl>
                                          <p:spTgt spid="26"/>
                                        </p:tgtEl>
                                        <p:attrNameLst>
                                          <p:attrName>ppt_h</p:attrName>
                                        </p:attrNameLst>
                                      </p:cBhvr>
                                      <p:tavLst>
                                        <p:tav tm="0">
                                          <p:val>
                                            <p:fltVal val="0"/>
                                          </p:val>
                                        </p:tav>
                                        <p:tav tm="100000">
                                          <p:val>
                                            <p:strVal val="#ppt_h"/>
                                          </p:val>
                                        </p:tav>
                                      </p:tavLst>
                                    </p:anim>
                                    <p:animEffect transition="in" filter="fade">
                                      <p:cBhvr>
                                        <p:cTn id="90" dur="50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500"/>
                                        <p:tgtEl>
                                          <p:spTgt spid="21"/>
                                        </p:tgtEl>
                                      </p:cBhvr>
                                    </p:animEffect>
                                  </p:childTnLst>
                                </p:cTn>
                              </p:par>
                            </p:childTnLst>
                          </p:cTn>
                        </p:par>
                        <p:par>
                          <p:cTn id="94" fill="hold">
                            <p:stCondLst>
                              <p:cond delay="4000"/>
                            </p:stCondLst>
                            <p:childTnLst>
                              <p:par>
                                <p:cTn id="95" presetID="53" presetClass="entr" presetSubtype="16" fill="hold" grpId="0" nodeType="after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p:cTn id="97" dur="500" fill="hold"/>
                                        <p:tgtEl>
                                          <p:spTgt spid="22"/>
                                        </p:tgtEl>
                                        <p:attrNameLst>
                                          <p:attrName>ppt_w</p:attrName>
                                        </p:attrNameLst>
                                      </p:cBhvr>
                                      <p:tavLst>
                                        <p:tav tm="0">
                                          <p:val>
                                            <p:fltVal val="0"/>
                                          </p:val>
                                        </p:tav>
                                        <p:tav tm="100000">
                                          <p:val>
                                            <p:strVal val="#ppt_w"/>
                                          </p:val>
                                        </p:tav>
                                      </p:tavLst>
                                    </p:anim>
                                    <p:anim calcmode="lin" valueType="num">
                                      <p:cBhvr>
                                        <p:cTn id="98" dur="500" fill="hold"/>
                                        <p:tgtEl>
                                          <p:spTgt spid="22"/>
                                        </p:tgtEl>
                                        <p:attrNameLst>
                                          <p:attrName>ppt_h</p:attrName>
                                        </p:attrNameLst>
                                      </p:cBhvr>
                                      <p:tavLst>
                                        <p:tav tm="0">
                                          <p:val>
                                            <p:fltVal val="0"/>
                                          </p:val>
                                        </p:tav>
                                        <p:tav tm="100000">
                                          <p:val>
                                            <p:strVal val="#ppt_h"/>
                                          </p:val>
                                        </p:tav>
                                      </p:tavLst>
                                    </p:anim>
                                    <p:animEffect transition="in" filter="fade">
                                      <p:cBhvr>
                                        <p:cTn id="99" dur="500"/>
                                        <p:tgtEl>
                                          <p:spTgt spid="22"/>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p:cTn id="102" dur="500" fill="hold"/>
                                        <p:tgtEl>
                                          <p:spTgt spid="23"/>
                                        </p:tgtEl>
                                        <p:attrNameLst>
                                          <p:attrName>ppt_w</p:attrName>
                                        </p:attrNameLst>
                                      </p:cBhvr>
                                      <p:tavLst>
                                        <p:tav tm="0">
                                          <p:val>
                                            <p:fltVal val="0"/>
                                          </p:val>
                                        </p:tav>
                                        <p:tav tm="100000">
                                          <p:val>
                                            <p:strVal val="#ppt_w"/>
                                          </p:val>
                                        </p:tav>
                                      </p:tavLst>
                                    </p:anim>
                                    <p:anim calcmode="lin" valueType="num">
                                      <p:cBhvr>
                                        <p:cTn id="103" dur="500" fill="hold"/>
                                        <p:tgtEl>
                                          <p:spTgt spid="23"/>
                                        </p:tgtEl>
                                        <p:attrNameLst>
                                          <p:attrName>ppt_h</p:attrName>
                                        </p:attrNameLst>
                                      </p:cBhvr>
                                      <p:tavLst>
                                        <p:tav tm="0">
                                          <p:val>
                                            <p:fltVal val="0"/>
                                          </p:val>
                                        </p:tav>
                                        <p:tav tm="100000">
                                          <p:val>
                                            <p:strVal val="#ppt_h"/>
                                          </p:val>
                                        </p:tav>
                                      </p:tavLst>
                                    </p:anim>
                                    <p:animEffect transition="in" filter="fade">
                                      <p:cBhvr>
                                        <p:cTn id="104" dur="500"/>
                                        <p:tgtEl>
                                          <p:spTgt spid="2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animBg="1"/>
      <p:bldP spid="10" grpId="0" animBg="1"/>
      <p:bldP spid="11" grpId="0"/>
      <p:bldP spid="12" grpId="0" animBg="1"/>
      <p:bldP spid="13" grpId="0" animBg="1"/>
      <p:bldP spid="14" grpId="0"/>
      <p:bldP spid="15" grpId="0" animBg="1"/>
      <p:bldP spid="16" grpId="0" animBg="1"/>
      <p:bldP spid="17" grpId="0"/>
      <p:bldP spid="18" grpId="0" animBg="1"/>
      <p:bldP spid="19" grpId="0" animBg="1"/>
      <p:bldP spid="20" grpId="0"/>
      <p:bldP spid="21" grpId="0"/>
      <p:bldP spid="22" grpId="0" animBg="1"/>
      <p:bldP spid="23" grpId="0" animBg="1"/>
      <p:bldP spid="24" grpId="0"/>
      <p:bldP spid="25" grpId="0" animBg="1"/>
      <p:bldP spid="2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经典成功</a:t>
            </a:r>
            <a:r>
              <a:rPr lang="zh-CN" altLang="en-US" dirty="0"/>
              <a:t>案例</a:t>
            </a:r>
          </a:p>
        </p:txBody>
      </p:sp>
      <p:sp>
        <p:nvSpPr>
          <p:cNvPr id="3" name="文本占位符 2"/>
          <p:cNvSpPr>
            <a:spLocks noGrp="1"/>
          </p:cNvSpPr>
          <p:nvPr>
            <p:ph type="body" sz="quarter" idx="10"/>
          </p:nvPr>
        </p:nvSpPr>
        <p:spPr/>
        <p:txBody>
          <a:bodyPr/>
          <a:lstStyle/>
          <a:p>
            <a:r>
              <a:rPr lang="en-US" altLang="zh-CN" dirty="0" smtClean="0"/>
              <a:t>OUR SUCCESS CASE</a:t>
            </a:r>
            <a:endParaRPr lang="zh-CN" altLang="en-US" dirty="0"/>
          </a:p>
        </p:txBody>
      </p:sp>
      <p:sp>
        <p:nvSpPr>
          <p:cNvPr id="4" name="椭圆 3"/>
          <p:cNvSpPr/>
          <p:nvPr/>
        </p:nvSpPr>
        <p:spPr>
          <a:xfrm>
            <a:off x="5950477" y="2076450"/>
            <a:ext cx="2505077" cy="2505076"/>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736446" y="2076450"/>
            <a:ext cx="2505077" cy="250507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220324" y="3022141"/>
            <a:ext cx="1537320" cy="700576"/>
          </a:xfrm>
          <a:prstGeom prst="rect">
            <a:avLst/>
          </a:prstGeom>
          <a:noFill/>
        </p:spPr>
        <p:txBody>
          <a:bodyPr wrap="square" lIns="0" rIns="0" rtlCol="0">
            <a:spAutoFit/>
          </a:bodyPr>
          <a:lstStyle/>
          <a:p>
            <a:pPr algn="ctr">
              <a:lnSpc>
                <a:spcPct val="150000"/>
              </a:lnSpc>
            </a:pPr>
            <a:r>
              <a:rPr lang="zh-CN" altLang="en-US" sz="1400" dirty="0">
                <a:solidFill>
                  <a:schemeClr val="accent1"/>
                </a:solidFill>
              </a:rPr>
              <a:t>点击此处输入相关的文字描述内容</a:t>
            </a:r>
            <a:endParaRPr lang="en-US" altLang="zh-CN" sz="1400" dirty="0">
              <a:solidFill>
                <a:schemeClr val="accent1"/>
              </a:solidFill>
            </a:endParaRPr>
          </a:p>
        </p:txBody>
      </p:sp>
      <p:sp>
        <p:nvSpPr>
          <p:cNvPr id="7" name="文本框 6"/>
          <p:cNvSpPr txBox="1"/>
          <p:nvPr/>
        </p:nvSpPr>
        <p:spPr>
          <a:xfrm>
            <a:off x="6434356" y="3022141"/>
            <a:ext cx="1537320" cy="700576"/>
          </a:xfrm>
          <a:prstGeom prst="rect">
            <a:avLst/>
          </a:prstGeom>
          <a:noFill/>
        </p:spPr>
        <p:txBody>
          <a:bodyPr wrap="square" lIns="0" rIns="0" rtlCol="0">
            <a:spAutoFit/>
          </a:bodyPr>
          <a:lstStyle/>
          <a:p>
            <a:pPr algn="ctr">
              <a:lnSpc>
                <a:spcPct val="150000"/>
              </a:lnSpc>
            </a:pPr>
            <a:r>
              <a:rPr lang="zh-CN" altLang="en-US" sz="1400" dirty="0">
                <a:solidFill>
                  <a:schemeClr val="bg1"/>
                </a:solidFill>
              </a:rPr>
              <a:t>点击此处输入相关的文字</a:t>
            </a:r>
            <a:r>
              <a:rPr lang="zh-CN" altLang="en-US" sz="1400" dirty="0" smtClean="0">
                <a:solidFill>
                  <a:schemeClr val="bg1"/>
                </a:solidFill>
              </a:rPr>
              <a:t>描述内容</a:t>
            </a:r>
            <a:endParaRPr lang="en-US" altLang="zh-CN" sz="1400" dirty="0">
              <a:solidFill>
                <a:schemeClr val="bg1"/>
              </a:solidFill>
            </a:endParaRPr>
          </a:p>
        </p:txBody>
      </p:sp>
      <p:grpSp>
        <p:nvGrpSpPr>
          <p:cNvPr id="8" name="组合 7"/>
          <p:cNvGrpSpPr/>
          <p:nvPr/>
        </p:nvGrpSpPr>
        <p:grpSpPr>
          <a:xfrm>
            <a:off x="6934201" y="5258402"/>
            <a:ext cx="537630" cy="537630"/>
            <a:chOff x="6934201" y="5258402"/>
            <a:chExt cx="537630" cy="537630"/>
          </a:xfrm>
        </p:grpSpPr>
        <p:sp>
          <p:nvSpPr>
            <p:cNvPr id="9" name="椭圆 8"/>
            <p:cNvSpPr/>
            <p:nvPr/>
          </p:nvSpPr>
          <p:spPr>
            <a:xfrm>
              <a:off x="6934201" y="5258402"/>
              <a:ext cx="537630" cy="53763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14"/>
            <p:cNvSpPr>
              <a:spLocks noChangeAspect="1" noEditPoints="1"/>
            </p:cNvSpPr>
            <p:nvPr/>
          </p:nvSpPr>
          <p:spPr bwMode="auto">
            <a:xfrm>
              <a:off x="7116544" y="5401217"/>
              <a:ext cx="172942" cy="252000"/>
            </a:xfrm>
            <a:custGeom>
              <a:avLst/>
              <a:gdLst>
                <a:gd name="T0" fmla="*/ 603 w 700"/>
                <a:gd name="T1" fmla="*/ 228 h 1018"/>
                <a:gd name="T2" fmla="*/ 574 w 700"/>
                <a:gd name="T3" fmla="*/ 133 h 1018"/>
                <a:gd name="T4" fmla="*/ 493 w 700"/>
                <a:gd name="T5" fmla="*/ 44 h 1018"/>
                <a:gd name="T6" fmla="*/ 388 w 700"/>
                <a:gd name="T7" fmla="*/ 3 h 1018"/>
                <a:gd name="T8" fmla="*/ 337 w 700"/>
                <a:gd name="T9" fmla="*/ 0 h 1018"/>
                <a:gd name="T10" fmla="*/ 251 w 700"/>
                <a:gd name="T11" fmla="*/ 20 h 1018"/>
                <a:gd name="T12" fmla="*/ 154 w 700"/>
                <a:gd name="T13" fmla="*/ 93 h 1018"/>
                <a:gd name="T14" fmla="*/ 101 w 700"/>
                <a:gd name="T15" fmla="*/ 203 h 1018"/>
                <a:gd name="T16" fmla="*/ 96 w 700"/>
                <a:gd name="T17" fmla="*/ 445 h 1018"/>
                <a:gd name="T18" fmla="*/ 58 w 700"/>
                <a:gd name="T19" fmla="*/ 452 h 1018"/>
                <a:gd name="T20" fmla="*/ 22 w 700"/>
                <a:gd name="T21" fmla="*/ 480 h 1018"/>
                <a:gd name="T22" fmla="*/ 2 w 700"/>
                <a:gd name="T23" fmla="*/ 521 h 1018"/>
                <a:gd name="T24" fmla="*/ 0 w 700"/>
                <a:gd name="T25" fmla="*/ 932 h 1018"/>
                <a:gd name="T26" fmla="*/ 16 w 700"/>
                <a:gd name="T27" fmla="*/ 976 h 1018"/>
                <a:gd name="T28" fmla="*/ 51 w 700"/>
                <a:gd name="T29" fmla="*/ 1006 h 1018"/>
                <a:gd name="T30" fmla="*/ 96 w 700"/>
                <a:gd name="T31" fmla="*/ 1018 h 1018"/>
                <a:gd name="T32" fmla="*/ 633 w 700"/>
                <a:gd name="T33" fmla="*/ 1014 h 1018"/>
                <a:gd name="T34" fmla="*/ 672 w 700"/>
                <a:gd name="T35" fmla="*/ 990 h 1018"/>
                <a:gd name="T36" fmla="*/ 695 w 700"/>
                <a:gd name="T37" fmla="*/ 950 h 1018"/>
                <a:gd name="T38" fmla="*/ 700 w 700"/>
                <a:gd name="T39" fmla="*/ 540 h 1018"/>
                <a:gd name="T40" fmla="*/ 688 w 700"/>
                <a:gd name="T41" fmla="*/ 495 h 1018"/>
                <a:gd name="T42" fmla="*/ 658 w 700"/>
                <a:gd name="T43" fmla="*/ 461 h 1018"/>
                <a:gd name="T44" fmla="*/ 614 w 700"/>
                <a:gd name="T45" fmla="*/ 446 h 1018"/>
                <a:gd name="T46" fmla="*/ 160 w 700"/>
                <a:gd name="T47" fmla="*/ 235 h 1018"/>
                <a:gd name="T48" fmla="*/ 192 w 700"/>
                <a:gd name="T49" fmla="*/ 148 h 1018"/>
                <a:gd name="T50" fmla="*/ 259 w 700"/>
                <a:gd name="T51" fmla="*/ 87 h 1018"/>
                <a:gd name="T52" fmla="*/ 350 w 700"/>
                <a:gd name="T53" fmla="*/ 63 h 1018"/>
                <a:gd name="T54" fmla="*/ 424 w 700"/>
                <a:gd name="T55" fmla="*/ 78 h 1018"/>
                <a:gd name="T56" fmla="*/ 497 w 700"/>
                <a:gd name="T57" fmla="*/ 133 h 1018"/>
                <a:gd name="T58" fmla="*/ 537 w 700"/>
                <a:gd name="T59" fmla="*/ 216 h 1018"/>
                <a:gd name="T60" fmla="*/ 159 w 700"/>
                <a:gd name="T61" fmla="*/ 254 h 1018"/>
                <a:gd name="T62" fmla="*/ 631 w 700"/>
                <a:gd name="T63" fmla="*/ 939 h 1018"/>
                <a:gd name="T64" fmla="*/ 604 w 700"/>
                <a:gd name="T65" fmla="*/ 953 h 1018"/>
                <a:gd name="T66" fmla="*/ 77 w 700"/>
                <a:gd name="T67" fmla="*/ 948 h 1018"/>
                <a:gd name="T68" fmla="*/ 63 w 700"/>
                <a:gd name="T69" fmla="*/ 922 h 1018"/>
                <a:gd name="T70" fmla="*/ 69 w 700"/>
                <a:gd name="T71" fmla="*/ 523 h 1018"/>
                <a:gd name="T72" fmla="*/ 96 w 700"/>
                <a:gd name="T73" fmla="*/ 508 h 1018"/>
                <a:gd name="T74" fmla="*/ 622 w 700"/>
                <a:gd name="T75" fmla="*/ 515 h 1018"/>
                <a:gd name="T76" fmla="*/ 636 w 700"/>
                <a:gd name="T77" fmla="*/ 540 h 1018"/>
                <a:gd name="T78" fmla="*/ 381 w 700"/>
                <a:gd name="T79" fmla="*/ 629 h 1018"/>
                <a:gd name="T80" fmla="*/ 363 w 700"/>
                <a:gd name="T81" fmla="*/ 607 h 1018"/>
                <a:gd name="T82" fmla="*/ 337 w 700"/>
                <a:gd name="T83" fmla="*/ 607 h 1018"/>
                <a:gd name="T84" fmla="*/ 319 w 700"/>
                <a:gd name="T85" fmla="*/ 629 h 1018"/>
                <a:gd name="T86" fmla="*/ 305 w 700"/>
                <a:gd name="T87" fmla="*/ 718 h 1018"/>
                <a:gd name="T88" fmla="*/ 287 w 700"/>
                <a:gd name="T89" fmla="*/ 755 h 1018"/>
                <a:gd name="T90" fmla="*/ 291 w 700"/>
                <a:gd name="T91" fmla="*/ 788 h 1018"/>
                <a:gd name="T92" fmla="*/ 337 w 700"/>
                <a:gd name="T93" fmla="*/ 826 h 1018"/>
                <a:gd name="T94" fmla="*/ 363 w 700"/>
                <a:gd name="T95" fmla="*/ 826 h 1018"/>
                <a:gd name="T96" fmla="*/ 409 w 700"/>
                <a:gd name="T97" fmla="*/ 788 h 1018"/>
                <a:gd name="T98" fmla="*/ 413 w 700"/>
                <a:gd name="T99" fmla="*/ 755 h 1018"/>
                <a:gd name="T100" fmla="*/ 395 w 700"/>
                <a:gd name="T101" fmla="*/ 718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00" h="1018">
                  <a:moveTo>
                    <a:pt x="604" y="445"/>
                  </a:moveTo>
                  <a:lnTo>
                    <a:pt x="604" y="254"/>
                  </a:lnTo>
                  <a:lnTo>
                    <a:pt x="604" y="254"/>
                  </a:lnTo>
                  <a:lnTo>
                    <a:pt x="604" y="241"/>
                  </a:lnTo>
                  <a:lnTo>
                    <a:pt x="603" y="228"/>
                  </a:lnTo>
                  <a:lnTo>
                    <a:pt x="601" y="215"/>
                  </a:lnTo>
                  <a:lnTo>
                    <a:pt x="599" y="203"/>
                  </a:lnTo>
                  <a:lnTo>
                    <a:pt x="592" y="179"/>
                  </a:lnTo>
                  <a:lnTo>
                    <a:pt x="585" y="155"/>
                  </a:lnTo>
                  <a:lnTo>
                    <a:pt x="574" y="133"/>
                  </a:lnTo>
                  <a:lnTo>
                    <a:pt x="561" y="112"/>
                  </a:lnTo>
                  <a:lnTo>
                    <a:pt x="546" y="93"/>
                  </a:lnTo>
                  <a:lnTo>
                    <a:pt x="530" y="75"/>
                  </a:lnTo>
                  <a:lnTo>
                    <a:pt x="512" y="58"/>
                  </a:lnTo>
                  <a:lnTo>
                    <a:pt x="493" y="44"/>
                  </a:lnTo>
                  <a:lnTo>
                    <a:pt x="471" y="31"/>
                  </a:lnTo>
                  <a:lnTo>
                    <a:pt x="449" y="20"/>
                  </a:lnTo>
                  <a:lnTo>
                    <a:pt x="425" y="11"/>
                  </a:lnTo>
                  <a:lnTo>
                    <a:pt x="401" y="5"/>
                  </a:lnTo>
                  <a:lnTo>
                    <a:pt x="388" y="3"/>
                  </a:lnTo>
                  <a:lnTo>
                    <a:pt x="376" y="1"/>
                  </a:lnTo>
                  <a:lnTo>
                    <a:pt x="363" y="0"/>
                  </a:lnTo>
                  <a:lnTo>
                    <a:pt x="350" y="0"/>
                  </a:lnTo>
                  <a:lnTo>
                    <a:pt x="350" y="0"/>
                  </a:lnTo>
                  <a:lnTo>
                    <a:pt x="337" y="0"/>
                  </a:lnTo>
                  <a:lnTo>
                    <a:pt x="324" y="1"/>
                  </a:lnTo>
                  <a:lnTo>
                    <a:pt x="311" y="3"/>
                  </a:lnTo>
                  <a:lnTo>
                    <a:pt x="298" y="5"/>
                  </a:lnTo>
                  <a:lnTo>
                    <a:pt x="275" y="11"/>
                  </a:lnTo>
                  <a:lnTo>
                    <a:pt x="251" y="20"/>
                  </a:lnTo>
                  <a:lnTo>
                    <a:pt x="229" y="31"/>
                  </a:lnTo>
                  <a:lnTo>
                    <a:pt x="208" y="44"/>
                  </a:lnTo>
                  <a:lnTo>
                    <a:pt x="188" y="58"/>
                  </a:lnTo>
                  <a:lnTo>
                    <a:pt x="170" y="75"/>
                  </a:lnTo>
                  <a:lnTo>
                    <a:pt x="154" y="93"/>
                  </a:lnTo>
                  <a:lnTo>
                    <a:pt x="138" y="112"/>
                  </a:lnTo>
                  <a:lnTo>
                    <a:pt x="127" y="133"/>
                  </a:lnTo>
                  <a:lnTo>
                    <a:pt x="116" y="155"/>
                  </a:lnTo>
                  <a:lnTo>
                    <a:pt x="107" y="179"/>
                  </a:lnTo>
                  <a:lnTo>
                    <a:pt x="101" y="203"/>
                  </a:lnTo>
                  <a:lnTo>
                    <a:pt x="99" y="215"/>
                  </a:lnTo>
                  <a:lnTo>
                    <a:pt x="97" y="228"/>
                  </a:lnTo>
                  <a:lnTo>
                    <a:pt x="96" y="241"/>
                  </a:lnTo>
                  <a:lnTo>
                    <a:pt x="96" y="254"/>
                  </a:lnTo>
                  <a:lnTo>
                    <a:pt x="96" y="445"/>
                  </a:lnTo>
                  <a:lnTo>
                    <a:pt x="96" y="445"/>
                  </a:lnTo>
                  <a:lnTo>
                    <a:pt x="86" y="446"/>
                  </a:lnTo>
                  <a:lnTo>
                    <a:pt x="76" y="447"/>
                  </a:lnTo>
                  <a:lnTo>
                    <a:pt x="67" y="449"/>
                  </a:lnTo>
                  <a:lnTo>
                    <a:pt x="58" y="452"/>
                  </a:lnTo>
                  <a:lnTo>
                    <a:pt x="51" y="457"/>
                  </a:lnTo>
                  <a:lnTo>
                    <a:pt x="42" y="461"/>
                  </a:lnTo>
                  <a:lnTo>
                    <a:pt x="34" y="467"/>
                  </a:lnTo>
                  <a:lnTo>
                    <a:pt x="28" y="473"/>
                  </a:lnTo>
                  <a:lnTo>
                    <a:pt x="22" y="480"/>
                  </a:lnTo>
                  <a:lnTo>
                    <a:pt x="16" y="487"/>
                  </a:lnTo>
                  <a:lnTo>
                    <a:pt x="12" y="495"/>
                  </a:lnTo>
                  <a:lnTo>
                    <a:pt x="8" y="504"/>
                  </a:lnTo>
                  <a:lnTo>
                    <a:pt x="4" y="512"/>
                  </a:lnTo>
                  <a:lnTo>
                    <a:pt x="2" y="521"/>
                  </a:lnTo>
                  <a:lnTo>
                    <a:pt x="0" y="531"/>
                  </a:lnTo>
                  <a:lnTo>
                    <a:pt x="0" y="540"/>
                  </a:lnTo>
                  <a:lnTo>
                    <a:pt x="0" y="922"/>
                  </a:lnTo>
                  <a:lnTo>
                    <a:pt x="0" y="922"/>
                  </a:lnTo>
                  <a:lnTo>
                    <a:pt x="0" y="932"/>
                  </a:lnTo>
                  <a:lnTo>
                    <a:pt x="2" y="942"/>
                  </a:lnTo>
                  <a:lnTo>
                    <a:pt x="4" y="950"/>
                  </a:lnTo>
                  <a:lnTo>
                    <a:pt x="8" y="959"/>
                  </a:lnTo>
                  <a:lnTo>
                    <a:pt x="12" y="967"/>
                  </a:lnTo>
                  <a:lnTo>
                    <a:pt x="16" y="976"/>
                  </a:lnTo>
                  <a:lnTo>
                    <a:pt x="22" y="982"/>
                  </a:lnTo>
                  <a:lnTo>
                    <a:pt x="28" y="990"/>
                  </a:lnTo>
                  <a:lnTo>
                    <a:pt x="34" y="995"/>
                  </a:lnTo>
                  <a:lnTo>
                    <a:pt x="42" y="1002"/>
                  </a:lnTo>
                  <a:lnTo>
                    <a:pt x="51" y="1006"/>
                  </a:lnTo>
                  <a:lnTo>
                    <a:pt x="58" y="1010"/>
                  </a:lnTo>
                  <a:lnTo>
                    <a:pt x="67" y="1014"/>
                  </a:lnTo>
                  <a:lnTo>
                    <a:pt x="76" y="1016"/>
                  </a:lnTo>
                  <a:lnTo>
                    <a:pt x="86" y="1017"/>
                  </a:lnTo>
                  <a:lnTo>
                    <a:pt x="96" y="1018"/>
                  </a:lnTo>
                  <a:lnTo>
                    <a:pt x="604" y="1018"/>
                  </a:lnTo>
                  <a:lnTo>
                    <a:pt x="604" y="1018"/>
                  </a:lnTo>
                  <a:lnTo>
                    <a:pt x="614" y="1017"/>
                  </a:lnTo>
                  <a:lnTo>
                    <a:pt x="623" y="1016"/>
                  </a:lnTo>
                  <a:lnTo>
                    <a:pt x="633" y="1014"/>
                  </a:lnTo>
                  <a:lnTo>
                    <a:pt x="642" y="1010"/>
                  </a:lnTo>
                  <a:lnTo>
                    <a:pt x="650" y="1006"/>
                  </a:lnTo>
                  <a:lnTo>
                    <a:pt x="658" y="1002"/>
                  </a:lnTo>
                  <a:lnTo>
                    <a:pt x="665" y="995"/>
                  </a:lnTo>
                  <a:lnTo>
                    <a:pt x="672" y="990"/>
                  </a:lnTo>
                  <a:lnTo>
                    <a:pt x="678" y="982"/>
                  </a:lnTo>
                  <a:lnTo>
                    <a:pt x="684" y="976"/>
                  </a:lnTo>
                  <a:lnTo>
                    <a:pt x="688" y="967"/>
                  </a:lnTo>
                  <a:lnTo>
                    <a:pt x="692" y="959"/>
                  </a:lnTo>
                  <a:lnTo>
                    <a:pt x="695" y="950"/>
                  </a:lnTo>
                  <a:lnTo>
                    <a:pt x="697" y="942"/>
                  </a:lnTo>
                  <a:lnTo>
                    <a:pt x="700" y="932"/>
                  </a:lnTo>
                  <a:lnTo>
                    <a:pt x="700" y="922"/>
                  </a:lnTo>
                  <a:lnTo>
                    <a:pt x="700" y="540"/>
                  </a:lnTo>
                  <a:lnTo>
                    <a:pt x="700" y="540"/>
                  </a:lnTo>
                  <a:lnTo>
                    <a:pt x="700" y="531"/>
                  </a:lnTo>
                  <a:lnTo>
                    <a:pt x="697" y="521"/>
                  </a:lnTo>
                  <a:lnTo>
                    <a:pt x="695" y="512"/>
                  </a:lnTo>
                  <a:lnTo>
                    <a:pt x="692" y="504"/>
                  </a:lnTo>
                  <a:lnTo>
                    <a:pt x="688" y="495"/>
                  </a:lnTo>
                  <a:lnTo>
                    <a:pt x="684" y="487"/>
                  </a:lnTo>
                  <a:lnTo>
                    <a:pt x="678" y="480"/>
                  </a:lnTo>
                  <a:lnTo>
                    <a:pt x="672" y="473"/>
                  </a:lnTo>
                  <a:lnTo>
                    <a:pt x="665" y="467"/>
                  </a:lnTo>
                  <a:lnTo>
                    <a:pt x="658" y="461"/>
                  </a:lnTo>
                  <a:lnTo>
                    <a:pt x="650" y="457"/>
                  </a:lnTo>
                  <a:lnTo>
                    <a:pt x="642" y="452"/>
                  </a:lnTo>
                  <a:lnTo>
                    <a:pt x="633" y="449"/>
                  </a:lnTo>
                  <a:lnTo>
                    <a:pt x="623" y="447"/>
                  </a:lnTo>
                  <a:lnTo>
                    <a:pt x="614" y="446"/>
                  </a:lnTo>
                  <a:lnTo>
                    <a:pt x="604" y="445"/>
                  </a:lnTo>
                  <a:lnTo>
                    <a:pt x="604" y="445"/>
                  </a:lnTo>
                  <a:close/>
                  <a:moveTo>
                    <a:pt x="159" y="254"/>
                  </a:moveTo>
                  <a:lnTo>
                    <a:pt x="159" y="254"/>
                  </a:lnTo>
                  <a:lnTo>
                    <a:pt x="160" y="235"/>
                  </a:lnTo>
                  <a:lnTo>
                    <a:pt x="163" y="216"/>
                  </a:lnTo>
                  <a:lnTo>
                    <a:pt x="167" y="197"/>
                  </a:lnTo>
                  <a:lnTo>
                    <a:pt x="174" y="180"/>
                  </a:lnTo>
                  <a:lnTo>
                    <a:pt x="182" y="164"/>
                  </a:lnTo>
                  <a:lnTo>
                    <a:pt x="192" y="148"/>
                  </a:lnTo>
                  <a:lnTo>
                    <a:pt x="203" y="133"/>
                  </a:lnTo>
                  <a:lnTo>
                    <a:pt x="215" y="120"/>
                  </a:lnTo>
                  <a:lnTo>
                    <a:pt x="229" y="107"/>
                  </a:lnTo>
                  <a:lnTo>
                    <a:pt x="244" y="96"/>
                  </a:lnTo>
                  <a:lnTo>
                    <a:pt x="259" y="87"/>
                  </a:lnTo>
                  <a:lnTo>
                    <a:pt x="276" y="78"/>
                  </a:lnTo>
                  <a:lnTo>
                    <a:pt x="293" y="71"/>
                  </a:lnTo>
                  <a:lnTo>
                    <a:pt x="311" y="67"/>
                  </a:lnTo>
                  <a:lnTo>
                    <a:pt x="331" y="64"/>
                  </a:lnTo>
                  <a:lnTo>
                    <a:pt x="350" y="63"/>
                  </a:lnTo>
                  <a:lnTo>
                    <a:pt x="350" y="63"/>
                  </a:lnTo>
                  <a:lnTo>
                    <a:pt x="369" y="64"/>
                  </a:lnTo>
                  <a:lnTo>
                    <a:pt x="388" y="67"/>
                  </a:lnTo>
                  <a:lnTo>
                    <a:pt x="407" y="71"/>
                  </a:lnTo>
                  <a:lnTo>
                    <a:pt x="424" y="78"/>
                  </a:lnTo>
                  <a:lnTo>
                    <a:pt x="441" y="87"/>
                  </a:lnTo>
                  <a:lnTo>
                    <a:pt x="456" y="96"/>
                  </a:lnTo>
                  <a:lnTo>
                    <a:pt x="471" y="107"/>
                  </a:lnTo>
                  <a:lnTo>
                    <a:pt x="485" y="120"/>
                  </a:lnTo>
                  <a:lnTo>
                    <a:pt x="497" y="133"/>
                  </a:lnTo>
                  <a:lnTo>
                    <a:pt x="508" y="148"/>
                  </a:lnTo>
                  <a:lnTo>
                    <a:pt x="517" y="164"/>
                  </a:lnTo>
                  <a:lnTo>
                    <a:pt x="526" y="180"/>
                  </a:lnTo>
                  <a:lnTo>
                    <a:pt x="532" y="197"/>
                  </a:lnTo>
                  <a:lnTo>
                    <a:pt x="537" y="216"/>
                  </a:lnTo>
                  <a:lnTo>
                    <a:pt x="540" y="235"/>
                  </a:lnTo>
                  <a:lnTo>
                    <a:pt x="541" y="254"/>
                  </a:lnTo>
                  <a:lnTo>
                    <a:pt x="541" y="445"/>
                  </a:lnTo>
                  <a:lnTo>
                    <a:pt x="159" y="445"/>
                  </a:lnTo>
                  <a:lnTo>
                    <a:pt x="159" y="254"/>
                  </a:lnTo>
                  <a:close/>
                  <a:moveTo>
                    <a:pt x="636" y="922"/>
                  </a:moveTo>
                  <a:lnTo>
                    <a:pt x="636" y="922"/>
                  </a:lnTo>
                  <a:lnTo>
                    <a:pt x="635" y="929"/>
                  </a:lnTo>
                  <a:lnTo>
                    <a:pt x="633" y="934"/>
                  </a:lnTo>
                  <a:lnTo>
                    <a:pt x="631" y="939"/>
                  </a:lnTo>
                  <a:lnTo>
                    <a:pt x="627" y="945"/>
                  </a:lnTo>
                  <a:lnTo>
                    <a:pt x="622" y="948"/>
                  </a:lnTo>
                  <a:lnTo>
                    <a:pt x="617" y="951"/>
                  </a:lnTo>
                  <a:lnTo>
                    <a:pt x="611" y="953"/>
                  </a:lnTo>
                  <a:lnTo>
                    <a:pt x="604" y="953"/>
                  </a:lnTo>
                  <a:lnTo>
                    <a:pt x="96" y="953"/>
                  </a:lnTo>
                  <a:lnTo>
                    <a:pt x="96" y="953"/>
                  </a:lnTo>
                  <a:lnTo>
                    <a:pt x="89" y="953"/>
                  </a:lnTo>
                  <a:lnTo>
                    <a:pt x="83" y="951"/>
                  </a:lnTo>
                  <a:lnTo>
                    <a:pt x="77" y="948"/>
                  </a:lnTo>
                  <a:lnTo>
                    <a:pt x="73" y="945"/>
                  </a:lnTo>
                  <a:lnTo>
                    <a:pt x="69" y="939"/>
                  </a:lnTo>
                  <a:lnTo>
                    <a:pt x="67" y="934"/>
                  </a:lnTo>
                  <a:lnTo>
                    <a:pt x="64" y="929"/>
                  </a:lnTo>
                  <a:lnTo>
                    <a:pt x="63" y="922"/>
                  </a:lnTo>
                  <a:lnTo>
                    <a:pt x="63" y="540"/>
                  </a:lnTo>
                  <a:lnTo>
                    <a:pt x="63" y="540"/>
                  </a:lnTo>
                  <a:lnTo>
                    <a:pt x="64" y="534"/>
                  </a:lnTo>
                  <a:lnTo>
                    <a:pt x="67" y="529"/>
                  </a:lnTo>
                  <a:lnTo>
                    <a:pt x="69" y="523"/>
                  </a:lnTo>
                  <a:lnTo>
                    <a:pt x="73" y="518"/>
                  </a:lnTo>
                  <a:lnTo>
                    <a:pt x="77" y="515"/>
                  </a:lnTo>
                  <a:lnTo>
                    <a:pt x="83" y="511"/>
                  </a:lnTo>
                  <a:lnTo>
                    <a:pt x="89" y="509"/>
                  </a:lnTo>
                  <a:lnTo>
                    <a:pt x="96" y="508"/>
                  </a:lnTo>
                  <a:lnTo>
                    <a:pt x="604" y="508"/>
                  </a:lnTo>
                  <a:lnTo>
                    <a:pt x="604" y="508"/>
                  </a:lnTo>
                  <a:lnTo>
                    <a:pt x="611" y="509"/>
                  </a:lnTo>
                  <a:lnTo>
                    <a:pt x="617" y="511"/>
                  </a:lnTo>
                  <a:lnTo>
                    <a:pt x="622" y="515"/>
                  </a:lnTo>
                  <a:lnTo>
                    <a:pt x="627" y="518"/>
                  </a:lnTo>
                  <a:lnTo>
                    <a:pt x="631" y="523"/>
                  </a:lnTo>
                  <a:lnTo>
                    <a:pt x="633" y="529"/>
                  </a:lnTo>
                  <a:lnTo>
                    <a:pt x="635" y="534"/>
                  </a:lnTo>
                  <a:lnTo>
                    <a:pt x="636" y="540"/>
                  </a:lnTo>
                  <a:lnTo>
                    <a:pt x="636" y="922"/>
                  </a:lnTo>
                  <a:close/>
                  <a:moveTo>
                    <a:pt x="382" y="709"/>
                  </a:moveTo>
                  <a:lnTo>
                    <a:pt x="382" y="636"/>
                  </a:lnTo>
                  <a:lnTo>
                    <a:pt x="382" y="636"/>
                  </a:lnTo>
                  <a:lnTo>
                    <a:pt x="381" y="629"/>
                  </a:lnTo>
                  <a:lnTo>
                    <a:pt x="379" y="623"/>
                  </a:lnTo>
                  <a:lnTo>
                    <a:pt x="377" y="618"/>
                  </a:lnTo>
                  <a:lnTo>
                    <a:pt x="372" y="613"/>
                  </a:lnTo>
                  <a:lnTo>
                    <a:pt x="368" y="609"/>
                  </a:lnTo>
                  <a:lnTo>
                    <a:pt x="363" y="607"/>
                  </a:lnTo>
                  <a:lnTo>
                    <a:pt x="356" y="605"/>
                  </a:lnTo>
                  <a:lnTo>
                    <a:pt x="350" y="604"/>
                  </a:lnTo>
                  <a:lnTo>
                    <a:pt x="350" y="604"/>
                  </a:lnTo>
                  <a:lnTo>
                    <a:pt x="343" y="605"/>
                  </a:lnTo>
                  <a:lnTo>
                    <a:pt x="337" y="607"/>
                  </a:lnTo>
                  <a:lnTo>
                    <a:pt x="332" y="609"/>
                  </a:lnTo>
                  <a:lnTo>
                    <a:pt x="327" y="613"/>
                  </a:lnTo>
                  <a:lnTo>
                    <a:pt x="323" y="618"/>
                  </a:lnTo>
                  <a:lnTo>
                    <a:pt x="321" y="623"/>
                  </a:lnTo>
                  <a:lnTo>
                    <a:pt x="319" y="629"/>
                  </a:lnTo>
                  <a:lnTo>
                    <a:pt x="318" y="636"/>
                  </a:lnTo>
                  <a:lnTo>
                    <a:pt x="318" y="709"/>
                  </a:lnTo>
                  <a:lnTo>
                    <a:pt x="318" y="709"/>
                  </a:lnTo>
                  <a:lnTo>
                    <a:pt x="311" y="713"/>
                  </a:lnTo>
                  <a:lnTo>
                    <a:pt x="305" y="718"/>
                  </a:lnTo>
                  <a:lnTo>
                    <a:pt x="299" y="724"/>
                  </a:lnTo>
                  <a:lnTo>
                    <a:pt x="295" y="731"/>
                  </a:lnTo>
                  <a:lnTo>
                    <a:pt x="291" y="739"/>
                  </a:lnTo>
                  <a:lnTo>
                    <a:pt x="289" y="746"/>
                  </a:lnTo>
                  <a:lnTo>
                    <a:pt x="287" y="755"/>
                  </a:lnTo>
                  <a:lnTo>
                    <a:pt x="287" y="764"/>
                  </a:lnTo>
                  <a:lnTo>
                    <a:pt x="287" y="764"/>
                  </a:lnTo>
                  <a:lnTo>
                    <a:pt x="287" y="770"/>
                  </a:lnTo>
                  <a:lnTo>
                    <a:pt x="288" y="776"/>
                  </a:lnTo>
                  <a:lnTo>
                    <a:pt x="291" y="788"/>
                  </a:lnTo>
                  <a:lnTo>
                    <a:pt x="297" y="799"/>
                  </a:lnTo>
                  <a:lnTo>
                    <a:pt x="305" y="809"/>
                  </a:lnTo>
                  <a:lnTo>
                    <a:pt x="314" y="816"/>
                  </a:lnTo>
                  <a:lnTo>
                    <a:pt x="325" y="821"/>
                  </a:lnTo>
                  <a:lnTo>
                    <a:pt x="337" y="826"/>
                  </a:lnTo>
                  <a:lnTo>
                    <a:pt x="343" y="827"/>
                  </a:lnTo>
                  <a:lnTo>
                    <a:pt x="350" y="827"/>
                  </a:lnTo>
                  <a:lnTo>
                    <a:pt x="350" y="827"/>
                  </a:lnTo>
                  <a:lnTo>
                    <a:pt x="356" y="827"/>
                  </a:lnTo>
                  <a:lnTo>
                    <a:pt x="363" y="826"/>
                  </a:lnTo>
                  <a:lnTo>
                    <a:pt x="375" y="821"/>
                  </a:lnTo>
                  <a:lnTo>
                    <a:pt x="385" y="816"/>
                  </a:lnTo>
                  <a:lnTo>
                    <a:pt x="395" y="809"/>
                  </a:lnTo>
                  <a:lnTo>
                    <a:pt x="402" y="799"/>
                  </a:lnTo>
                  <a:lnTo>
                    <a:pt x="409" y="788"/>
                  </a:lnTo>
                  <a:lnTo>
                    <a:pt x="412" y="776"/>
                  </a:lnTo>
                  <a:lnTo>
                    <a:pt x="413" y="770"/>
                  </a:lnTo>
                  <a:lnTo>
                    <a:pt x="413" y="764"/>
                  </a:lnTo>
                  <a:lnTo>
                    <a:pt x="413" y="764"/>
                  </a:lnTo>
                  <a:lnTo>
                    <a:pt x="413" y="755"/>
                  </a:lnTo>
                  <a:lnTo>
                    <a:pt x="411" y="746"/>
                  </a:lnTo>
                  <a:lnTo>
                    <a:pt x="409" y="739"/>
                  </a:lnTo>
                  <a:lnTo>
                    <a:pt x="405" y="731"/>
                  </a:lnTo>
                  <a:lnTo>
                    <a:pt x="400" y="724"/>
                  </a:lnTo>
                  <a:lnTo>
                    <a:pt x="395" y="718"/>
                  </a:lnTo>
                  <a:lnTo>
                    <a:pt x="388" y="713"/>
                  </a:lnTo>
                  <a:lnTo>
                    <a:pt x="382" y="709"/>
                  </a:lnTo>
                  <a:lnTo>
                    <a:pt x="382" y="70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BD0000"/>
                </a:solidFill>
                <a:effectLst/>
                <a:uLnTx/>
                <a:uFillTx/>
              </a:endParaRPr>
            </a:p>
          </p:txBody>
        </p:sp>
      </p:grpSp>
      <p:grpSp>
        <p:nvGrpSpPr>
          <p:cNvPr id="11" name="组合 10"/>
          <p:cNvGrpSpPr/>
          <p:nvPr/>
        </p:nvGrpSpPr>
        <p:grpSpPr>
          <a:xfrm>
            <a:off x="4720170" y="5258402"/>
            <a:ext cx="537630" cy="537630"/>
            <a:chOff x="4720170" y="5258402"/>
            <a:chExt cx="537630" cy="537630"/>
          </a:xfrm>
        </p:grpSpPr>
        <p:sp>
          <p:nvSpPr>
            <p:cNvPr id="12" name="椭圆 11"/>
            <p:cNvSpPr/>
            <p:nvPr/>
          </p:nvSpPr>
          <p:spPr>
            <a:xfrm>
              <a:off x="4720170" y="5258402"/>
              <a:ext cx="537630" cy="5376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23"/>
            <p:cNvSpPr>
              <a:spLocks noChangeAspect="1" noEditPoints="1"/>
            </p:cNvSpPr>
            <p:nvPr/>
          </p:nvSpPr>
          <p:spPr bwMode="auto">
            <a:xfrm>
              <a:off x="4862985" y="5401217"/>
              <a:ext cx="252000" cy="252000"/>
            </a:xfrm>
            <a:custGeom>
              <a:avLst/>
              <a:gdLst>
                <a:gd name="T0" fmla="*/ 724 w 1017"/>
                <a:gd name="T1" fmla="*/ 3 h 1018"/>
                <a:gd name="T2" fmla="*/ 621 w 1017"/>
                <a:gd name="T3" fmla="*/ 44 h 1018"/>
                <a:gd name="T4" fmla="*/ 540 w 1017"/>
                <a:gd name="T5" fmla="*/ 133 h 1018"/>
                <a:gd name="T6" fmla="*/ 510 w 1017"/>
                <a:gd name="T7" fmla="*/ 228 h 1018"/>
                <a:gd name="T8" fmla="*/ 95 w 1017"/>
                <a:gd name="T9" fmla="*/ 445 h 1018"/>
                <a:gd name="T10" fmla="*/ 49 w 1017"/>
                <a:gd name="T11" fmla="*/ 457 h 1018"/>
                <a:gd name="T12" fmla="*/ 16 w 1017"/>
                <a:gd name="T13" fmla="*/ 487 h 1018"/>
                <a:gd name="T14" fmla="*/ 0 w 1017"/>
                <a:gd name="T15" fmla="*/ 531 h 1018"/>
                <a:gd name="T16" fmla="*/ 1 w 1017"/>
                <a:gd name="T17" fmla="*/ 942 h 1018"/>
                <a:gd name="T18" fmla="*/ 21 w 1017"/>
                <a:gd name="T19" fmla="*/ 982 h 1018"/>
                <a:gd name="T20" fmla="*/ 58 w 1017"/>
                <a:gd name="T21" fmla="*/ 1010 h 1018"/>
                <a:gd name="T22" fmla="*/ 604 w 1017"/>
                <a:gd name="T23" fmla="*/ 1018 h 1018"/>
                <a:gd name="T24" fmla="*/ 640 w 1017"/>
                <a:gd name="T25" fmla="*/ 1010 h 1018"/>
                <a:gd name="T26" fmla="*/ 677 w 1017"/>
                <a:gd name="T27" fmla="*/ 982 h 1018"/>
                <a:gd name="T28" fmla="*/ 697 w 1017"/>
                <a:gd name="T29" fmla="*/ 942 h 1018"/>
                <a:gd name="T30" fmla="*/ 698 w 1017"/>
                <a:gd name="T31" fmla="*/ 531 h 1018"/>
                <a:gd name="T32" fmla="*/ 683 w 1017"/>
                <a:gd name="T33" fmla="*/ 487 h 1018"/>
                <a:gd name="T34" fmla="*/ 649 w 1017"/>
                <a:gd name="T35" fmla="*/ 457 h 1018"/>
                <a:gd name="T36" fmla="*/ 604 w 1017"/>
                <a:gd name="T37" fmla="*/ 445 h 1018"/>
                <a:gd name="T38" fmla="*/ 576 w 1017"/>
                <a:gd name="T39" fmla="*/ 216 h 1018"/>
                <a:gd name="T40" fmla="*/ 616 w 1017"/>
                <a:gd name="T41" fmla="*/ 133 h 1018"/>
                <a:gd name="T42" fmla="*/ 689 w 1017"/>
                <a:gd name="T43" fmla="*/ 78 h 1018"/>
                <a:gd name="T44" fmla="*/ 763 w 1017"/>
                <a:gd name="T45" fmla="*/ 63 h 1018"/>
                <a:gd name="T46" fmla="*/ 854 w 1017"/>
                <a:gd name="T47" fmla="*/ 87 h 1018"/>
                <a:gd name="T48" fmla="*/ 920 w 1017"/>
                <a:gd name="T49" fmla="*/ 148 h 1018"/>
                <a:gd name="T50" fmla="*/ 953 w 1017"/>
                <a:gd name="T51" fmla="*/ 235 h 1018"/>
                <a:gd name="T52" fmla="*/ 956 w 1017"/>
                <a:gd name="T53" fmla="*/ 458 h 1018"/>
                <a:gd name="T54" fmla="*/ 979 w 1017"/>
                <a:gd name="T55" fmla="*/ 476 h 1018"/>
                <a:gd name="T56" fmla="*/ 1003 w 1017"/>
                <a:gd name="T57" fmla="*/ 472 h 1018"/>
                <a:gd name="T58" fmla="*/ 1017 w 1017"/>
                <a:gd name="T59" fmla="*/ 445 h 1018"/>
                <a:gd name="T60" fmla="*/ 1014 w 1017"/>
                <a:gd name="T61" fmla="*/ 215 h 1018"/>
                <a:gd name="T62" fmla="*/ 974 w 1017"/>
                <a:gd name="T63" fmla="*/ 112 h 1018"/>
                <a:gd name="T64" fmla="*/ 884 w 1017"/>
                <a:gd name="T65" fmla="*/ 31 h 1018"/>
                <a:gd name="T66" fmla="*/ 789 w 1017"/>
                <a:gd name="T67" fmla="*/ 1 h 1018"/>
                <a:gd name="T68" fmla="*/ 604 w 1017"/>
                <a:gd name="T69" fmla="*/ 508 h 1018"/>
                <a:gd name="T70" fmla="*/ 630 w 1017"/>
                <a:gd name="T71" fmla="*/ 523 h 1018"/>
                <a:gd name="T72" fmla="*/ 635 w 1017"/>
                <a:gd name="T73" fmla="*/ 922 h 1018"/>
                <a:gd name="T74" fmla="*/ 621 w 1017"/>
                <a:gd name="T75" fmla="*/ 948 h 1018"/>
                <a:gd name="T76" fmla="*/ 95 w 1017"/>
                <a:gd name="T77" fmla="*/ 953 h 1018"/>
                <a:gd name="T78" fmla="*/ 69 w 1017"/>
                <a:gd name="T79" fmla="*/ 939 h 1018"/>
                <a:gd name="T80" fmla="*/ 63 w 1017"/>
                <a:gd name="T81" fmla="*/ 540 h 1018"/>
                <a:gd name="T82" fmla="*/ 77 w 1017"/>
                <a:gd name="T83" fmla="*/ 515 h 1018"/>
                <a:gd name="T84" fmla="*/ 350 w 1017"/>
                <a:gd name="T85" fmla="*/ 827 h 1018"/>
                <a:gd name="T86" fmla="*/ 385 w 1017"/>
                <a:gd name="T87" fmla="*/ 816 h 1018"/>
                <a:gd name="T88" fmla="*/ 413 w 1017"/>
                <a:gd name="T89" fmla="*/ 770 h 1018"/>
                <a:gd name="T90" fmla="*/ 408 w 1017"/>
                <a:gd name="T91" fmla="*/ 739 h 1018"/>
                <a:gd name="T92" fmla="*/ 381 w 1017"/>
                <a:gd name="T93" fmla="*/ 709 h 1018"/>
                <a:gd name="T94" fmla="*/ 375 w 1017"/>
                <a:gd name="T95" fmla="*/ 618 h 1018"/>
                <a:gd name="T96" fmla="*/ 350 w 1017"/>
                <a:gd name="T97" fmla="*/ 604 h 1018"/>
                <a:gd name="T98" fmla="*/ 327 w 1017"/>
                <a:gd name="T99" fmla="*/ 613 h 1018"/>
                <a:gd name="T100" fmla="*/ 317 w 1017"/>
                <a:gd name="T101" fmla="*/ 709 h 1018"/>
                <a:gd name="T102" fmla="*/ 295 w 1017"/>
                <a:gd name="T103" fmla="*/ 731 h 1018"/>
                <a:gd name="T104" fmla="*/ 285 w 1017"/>
                <a:gd name="T105" fmla="*/ 764 h 1018"/>
                <a:gd name="T106" fmla="*/ 305 w 1017"/>
                <a:gd name="T107" fmla="*/ 809 h 1018"/>
                <a:gd name="T108" fmla="*/ 350 w 1017"/>
                <a:gd name="T109" fmla="*/ 827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17" h="1018">
                  <a:moveTo>
                    <a:pt x="763" y="0"/>
                  </a:moveTo>
                  <a:lnTo>
                    <a:pt x="763" y="0"/>
                  </a:lnTo>
                  <a:lnTo>
                    <a:pt x="750" y="0"/>
                  </a:lnTo>
                  <a:lnTo>
                    <a:pt x="737" y="1"/>
                  </a:lnTo>
                  <a:lnTo>
                    <a:pt x="724" y="3"/>
                  </a:lnTo>
                  <a:lnTo>
                    <a:pt x="711" y="5"/>
                  </a:lnTo>
                  <a:lnTo>
                    <a:pt x="688" y="11"/>
                  </a:lnTo>
                  <a:lnTo>
                    <a:pt x="664" y="20"/>
                  </a:lnTo>
                  <a:lnTo>
                    <a:pt x="642" y="31"/>
                  </a:lnTo>
                  <a:lnTo>
                    <a:pt x="621" y="44"/>
                  </a:lnTo>
                  <a:lnTo>
                    <a:pt x="601" y="58"/>
                  </a:lnTo>
                  <a:lnTo>
                    <a:pt x="582" y="75"/>
                  </a:lnTo>
                  <a:lnTo>
                    <a:pt x="566" y="93"/>
                  </a:lnTo>
                  <a:lnTo>
                    <a:pt x="551" y="112"/>
                  </a:lnTo>
                  <a:lnTo>
                    <a:pt x="540" y="133"/>
                  </a:lnTo>
                  <a:lnTo>
                    <a:pt x="529" y="155"/>
                  </a:lnTo>
                  <a:lnTo>
                    <a:pt x="520" y="179"/>
                  </a:lnTo>
                  <a:lnTo>
                    <a:pt x="514" y="203"/>
                  </a:lnTo>
                  <a:lnTo>
                    <a:pt x="512" y="215"/>
                  </a:lnTo>
                  <a:lnTo>
                    <a:pt x="510" y="228"/>
                  </a:lnTo>
                  <a:lnTo>
                    <a:pt x="508" y="241"/>
                  </a:lnTo>
                  <a:lnTo>
                    <a:pt x="508" y="254"/>
                  </a:lnTo>
                  <a:lnTo>
                    <a:pt x="508" y="445"/>
                  </a:lnTo>
                  <a:lnTo>
                    <a:pt x="95" y="445"/>
                  </a:lnTo>
                  <a:lnTo>
                    <a:pt x="95" y="445"/>
                  </a:lnTo>
                  <a:lnTo>
                    <a:pt x="85" y="446"/>
                  </a:lnTo>
                  <a:lnTo>
                    <a:pt x="76" y="447"/>
                  </a:lnTo>
                  <a:lnTo>
                    <a:pt x="66" y="449"/>
                  </a:lnTo>
                  <a:lnTo>
                    <a:pt x="58" y="452"/>
                  </a:lnTo>
                  <a:lnTo>
                    <a:pt x="49" y="457"/>
                  </a:lnTo>
                  <a:lnTo>
                    <a:pt x="42" y="461"/>
                  </a:lnTo>
                  <a:lnTo>
                    <a:pt x="34" y="467"/>
                  </a:lnTo>
                  <a:lnTo>
                    <a:pt x="28" y="473"/>
                  </a:lnTo>
                  <a:lnTo>
                    <a:pt x="21" y="480"/>
                  </a:lnTo>
                  <a:lnTo>
                    <a:pt x="16" y="487"/>
                  </a:lnTo>
                  <a:lnTo>
                    <a:pt x="11" y="495"/>
                  </a:lnTo>
                  <a:lnTo>
                    <a:pt x="7" y="504"/>
                  </a:lnTo>
                  <a:lnTo>
                    <a:pt x="4" y="512"/>
                  </a:lnTo>
                  <a:lnTo>
                    <a:pt x="1" y="521"/>
                  </a:lnTo>
                  <a:lnTo>
                    <a:pt x="0" y="531"/>
                  </a:lnTo>
                  <a:lnTo>
                    <a:pt x="0" y="540"/>
                  </a:lnTo>
                  <a:lnTo>
                    <a:pt x="0" y="922"/>
                  </a:lnTo>
                  <a:lnTo>
                    <a:pt x="0" y="922"/>
                  </a:lnTo>
                  <a:lnTo>
                    <a:pt x="0" y="932"/>
                  </a:lnTo>
                  <a:lnTo>
                    <a:pt x="1" y="942"/>
                  </a:lnTo>
                  <a:lnTo>
                    <a:pt x="4" y="950"/>
                  </a:lnTo>
                  <a:lnTo>
                    <a:pt x="7" y="959"/>
                  </a:lnTo>
                  <a:lnTo>
                    <a:pt x="11" y="967"/>
                  </a:lnTo>
                  <a:lnTo>
                    <a:pt x="16" y="976"/>
                  </a:lnTo>
                  <a:lnTo>
                    <a:pt x="21" y="982"/>
                  </a:lnTo>
                  <a:lnTo>
                    <a:pt x="28" y="990"/>
                  </a:lnTo>
                  <a:lnTo>
                    <a:pt x="34" y="995"/>
                  </a:lnTo>
                  <a:lnTo>
                    <a:pt x="42" y="1002"/>
                  </a:lnTo>
                  <a:lnTo>
                    <a:pt x="49" y="1006"/>
                  </a:lnTo>
                  <a:lnTo>
                    <a:pt x="58" y="1010"/>
                  </a:lnTo>
                  <a:lnTo>
                    <a:pt x="66" y="1014"/>
                  </a:lnTo>
                  <a:lnTo>
                    <a:pt x="76" y="1016"/>
                  </a:lnTo>
                  <a:lnTo>
                    <a:pt x="85" y="1017"/>
                  </a:lnTo>
                  <a:lnTo>
                    <a:pt x="95" y="1018"/>
                  </a:lnTo>
                  <a:lnTo>
                    <a:pt x="604" y="1018"/>
                  </a:lnTo>
                  <a:lnTo>
                    <a:pt x="604" y="1018"/>
                  </a:lnTo>
                  <a:lnTo>
                    <a:pt x="614" y="1017"/>
                  </a:lnTo>
                  <a:lnTo>
                    <a:pt x="623" y="1016"/>
                  </a:lnTo>
                  <a:lnTo>
                    <a:pt x="632" y="1014"/>
                  </a:lnTo>
                  <a:lnTo>
                    <a:pt x="640" y="1010"/>
                  </a:lnTo>
                  <a:lnTo>
                    <a:pt x="649" y="1006"/>
                  </a:lnTo>
                  <a:lnTo>
                    <a:pt x="658" y="1002"/>
                  </a:lnTo>
                  <a:lnTo>
                    <a:pt x="664" y="995"/>
                  </a:lnTo>
                  <a:lnTo>
                    <a:pt x="672" y="990"/>
                  </a:lnTo>
                  <a:lnTo>
                    <a:pt x="677" y="982"/>
                  </a:lnTo>
                  <a:lnTo>
                    <a:pt x="683" y="976"/>
                  </a:lnTo>
                  <a:lnTo>
                    <a:pt x="688" y="967"/>
                  </a:lnTo>
                  <a:lnTo>
                    <a:pt x="692" y="959"/>
                  </a:lnTo>
                  <a:lnTo>
                    <a:pt x="695" y="950"/>
                  </a:lnTo>
                  <a:lnTo>
                    <a:pt x="697" y="942"/>
                  </a:lnTo>
                  <a:lnTo>
                    <a:pt x="698" y="932"/>
                  </a:lnTo>
                  <a:lnTo>
                    <a:pt x="699" y="922"/>
                  </a:lnTo>
                  <a:lnTo>
                    <a:pt x="699" y="540"/>
                  </a:lnTo>
                  <a:lnTo>
                    <a:pt x="699" y="540"/>
                  </a:lnTo>
                  <a:lnTo>
                    <a:pt x="698" y="531"/>
                  </a:lnTo>
                  <a:lnTo>
                    <a:pt x="697" y="521"/>
                  </a:lnTo>
                  <a:lnTo>
                    <a:pt x="695" y="512"/>
                  </a:lnTo>
                  <a:lnTo>
                    <a:pt x="692" y="504"/>
                  </a:lnTo>
                  <a:lnTo>
                    <a:pt x="688" y="495"/>
                  </a:lnTo>
                  <a:lnTo>
                    <a:pt x="683" y="487"/>
                  </a:lnTo>
                  <a:lnTo>
                    <a:pt x="677" y="480"/>
                  </a:lnTo>
                  <a:lnTo>
                    <a:pt x="672" y="473"/>
                  </a:lnTo>
                  <a:lnTo>
                    <a:pt x="664" y="467"/>
                  </a:lnTo>
                  <a:lnTo>
                    <a:pt x="658" y="461"/>
                  </a:lnTo>
                  <a:lnTo>
                    <a:pt x="649" y="457"/>
                  </a:lnTo>
                  <a:lnTo>
                    <a:pt x="640" y="452"/>
                  </a:lnTo>
                  <a:lnTo>
                    <a:pt x="632" y="449"/>
                  </a:lnTo>
                  <a:lnTo>
                    <a:pt x="623" y="447"/>
                  </a:lnTo>
                  <a:lnTo>
                    <a:pt x="614" y="446"/>
                  </a:lnTo>
                  <a:lnTo>
                    <a:pt x="604" y="445"/>
                  </a:lnTo>
                  <a:lnTo>
                    <a:pt x="572" y="445"/>
                  </a:lnTo>
                  <a:lnTo>
                    <a:pt x="572" y="254"/>
                  </a:lnTo>
                  <a:lnTo>
                    <a:pt x="572" y="254"/>
                  </a:lnTo>
                  <a:lnTo>
                    <a:pt x="573" y="235"/>
                  </a:lnTo>
                  <a:lnTo>
                    <a:pt x="576" y="216"/>
                  </a:lnTo>
                  <a:lnTo>
                    <a:pt x="580" y="197"/>
                  </a:lnTo>
                  <a:lnTo>
                    <a:pt x="587" y="180"/>
                  </a:lnTo>
                  <a:lnTo>
                    <a:pt x="595" y="164"/>
                  </a:lnTo>
                  <a:lnTo>
                    <a:pt x="605" y="148"/>
                  </a:lnTo>
                  <a:lnTo>
                    <a:pt x="616" y="133"/>
                  </a:lnTo>
                  <a:lnTo>
                    <a:pt x="628" y="120"/>
                  </a:lnTo>
                  <a:lnTo>
                    <a:pt x="642" y="107"/>
                  </a:lnTo>
                  <a:lnTo>
                    <a:pt x="657" y="96"/>
                  </a:lnTo>
                  <a:lnTo>
                    <a:pt x="672" y="87"/>
                  </a:lnTo>
                  <a:lnTo>
                    <a:pt x="689" y="78"/>
                  </a:lnTo>
                  <a:lnTo>
                    <a:pt x="706" y="71"/>
                  </a:lnTo>
                  <a:lnTo>
                    <a:pt x="724" y="67"/>
                  </a:lnTo>
                  <a:lnTo>
                    <a:pt x="743" y="64"/>
                  </a:lnTo>
                  <a:lnTo>
                    <a:pt x="763" y="63"/>
                  </a:lnTo>
                  <a:lnTo>
                    <a:pt x="763" y="63"/>
                  </a:lnTo>
                  <a:lnTo>
                    <a:pt x="782" y="64"/>
                  </a:lnTo>
                  <a:lnTo>
                    <a:pt x="801" y="67"/>
                  </a:lnTo>
                  <a:lnTo>
                    <a:pt x="820" y="71"/>
                  </a:lnTo>
                  <a:lnTo>
                    <a:pt x="837" y="78"/>
                  </a:lnTo>
                  <a:lnTo>
                    <a:pt x="854" y="87"/>
                  </a:lnTo>
                  <a:lnTo>
                    <a:pt x="869" y="96"/>
                  </a:lnTo>
                  <a:lnTo>
                    <a:pt x="884" y="107"/>
                  </a:lnTo>
                  <a:lnTo>
                    <a:pt x="898" y="120"/>
                  </a:lnTo>
                  <a:lnTo>
                    <a:pt x="910" y="133"/>
                  </a:lnTo>
                  <a:lnTo>
                    <a:pt x="920" y="148"/>
                  </a:lnTo>
                  <a:lnTo>
                    <a:pt x="930" y="164"/>
                  </a:lnTo>
                  <a:lnTo>
                    <a:pt x="939" y="180"/>
                  </a:lnTo>
                  <a:lnTo>
                    <a:pt x="945" y="197"/>
                  </a:lnTo>
                  <a:lnTo>
                    <a:pt x="949" y="216"/>
                  </a:lnTo>
                  <a:lnTo>
                    <a:pt x="953" y="235"/>
                  </a:lnTo>
                  <a:lnTo>
                    <a:pt x="954" y="254"/>
                  </a:lnTo>
                  <a:lnTo>
                    <a:pt x="954" y="445"/>
                  </a:lnTo>
                  <a:lnTo>
                    <a:pt x="954" y="445"/>
                  </a:lnTo>
                  <a:lnTo>
                    <a:pt x="955" y="451"/>
                  </a:lnTo>
                  <a:lnTo>
                    <a:pt x="956" y="458"/>
                  </a:lnTo>
                  <a:lnTo>
                    <a:pt x="959" y="463"/>
                  </a:lnTo>
                  <a:lnTo>
                    <a:pt x="963" y="467"/>
                  </a:lnTo>
                  <a:lnTo>
                    <a:pt x="968" y="472"/>
                  </a:lnTo>
                  <a:lnTo>
                    <a:pt x="973" y="474"/>
                  </a:lnTo>
                  <a:lnTo>
                    <a:pt x="979" y="476"/>
                  </a:lnTo>
                  <a:lnTo>
                    <a:pt x="986" y="477"/>
                  </a:lnTo>
                  <a:lnTo>
                    <a:pt x="986" y="477"/>
                  </a:lnTo>
                  <a:lnTo>
                    <a:pt x="992" y="476"/>
                  </a:lnTo>
                  <a:lnTo>
                    <a:pt x="998" y="474"/>
                  </a:lnTo>
                  <a:lnTo>
                    <a:pt x="1003" y="472"/>
                  </a:lnTo>
                  <a:lnTo>
                    <a:pt x="1008" y="467"/>
                  </a:lnTo>
                  <a:lnTo>
                    <a:pt x="1012" y="463"/>
                  </a:lnTo>
                  <a:lnTo>
                    <a:pt x="1015" y="458"/>
                  </a:lnTo>
                  <a:lnTo>
                    <a:pt x="1017" y="451"/>
                  </a:lnTo>
                  <a:lnTo>
                    <a:pt x="1017" y="445"/>
                  </a:lnTo>
                  <a:lnTo>
                    <a:pt x="1017" y="254"/>
                  </a:lnTo>
                  <a:lnTo>
                    <a:pt x="1017" y="254"/>
                  </a:lnTo>
                  <a:lnTo>
                    <a:pt x="1017" y="241"/>
                  </a:lnTo>
                  <a:lnTo>
                    <a:pt x="1016" y="228"/>
                  </a:lnTo>
                  <a:lnTo>
                    <a:pt x="1014" y="215"/>
                  </a:lnTo>
                  <a:lnTo>
                    <a:pt x="1012" y="203"/>
                  </a:lnTo>
                  <a:lnTo>
                    <a:pt x="1006" y="179"/>
                  </a:lnTo>
                  <a:lnTo>
                    <a:pt x="998" y="155"/>
                  </a:lnTo>
                  <a:lnTo>
                    <a:pt x="987" y="133"/>
                  </a:lnTo>
                  <a:lnTo>
                    <a:pt x="974" y="112"/>
                  </a:lnTo>
                  <a:lnTo>
                    <a:pt x="959" y="93"/>
                  </a:lnTo>
                  <a:lnTo>
                    <a:pt x="943" y="75"/>
                  </a:lnTo>
                  <a:lnTo>
                    <a:pt x="925" y="58"/>
                  </a:lnTo>
                  <a:lnTo>
                    <a:pt x="905" y="44"/>
                  </a:lnTo>
                  <a:lnTo>
                    <a:pt x="884" y="31"/>
                  </a:lnTo>
                  <a:lnTo>
                    <a:pt x="861" y="20"/>
                  </a:lnTo>
                  <a:lnTo>
                    <a:pt x="838" y="11"/>
                  </a:lnTo>
                  <a:lnTo>
                    <a:pt x="814" y="5"/>
                  </a:lnTo>
                  <a:lnTo>
                    <a:pt x="801" y="3"/>
                  </a:lnTo>
                  <a:lnTo>
                    <a:pt x="789" y="1"/>
                  </a:lnTo>
                  <a:lnTo>
                    <a:pt x="776" y="0"/>
                  </a:lnTo>
                  <a:lnTo>
                    <a:pt x="763" y="0"/>
                  </a:lnTo>
                  <a:lnTo>
                    <a:pt x="763" y="0"/>
                  </a:lnTo>
                  <a:close/>
                  <a:moveTo>
                    <a:pt x="604" y="508"/>
                  </a:moveTo>
                  <a:lnTo>
                    <a:pt x="604" y="508"/>
                  </a:lnTo>
                  <a:lnTo>
                    <a:pt x="610" y="509"/>
                  </a:lnTo>
                  <a:lnTo>
                    <a:pt x="616" y="511"/>
                  </a:lnTo>
                  <a:lnTo>
                    <a:pt x="621" y="515"/>
                  </a:lnTo>
                  <a:lnTo>
                    <a:pt x="626" y="518"/>
                  </a:lnTo>
                  <a:lnTo>
                    <a:pt x="630" y="523"/>
                  </a:lnTo>
                  <a:lnTo>
                    <a:pt x="633" y="529"/>
                  </a:lnTo>
                  <a:lnTo>
                    <a:pt x="635" y="534"/>
                  </a:lnTo>
                  <a:lnTo>
                    <a:pt x="635" y="540"/>
                  </a:lnTo>
                  <a:lnTo>
                    <a:pt x="635" y="922"/>
                  </a:lnTo>
                  <a:lnTo>
                    <a:pt x="635" y="922"/>
                  </a:lnTo>
                  <a:lnTo>
                    <a:pt x="635" y="929"/>
                  </a:lnTo>
                  <a:lnTo>
                    <a:pt x="633" y="934"/>
                  </a:lnTo>
                  <a:lnTo>
                    <a:pt x="630" y="939"/>
                  </a:lnTo>
                  <a:lnTo>
                    <a:pt x="626" y="945"/>
                  </a:lnTo>
                  <a:lnTo>
                    <a:pt x="621" y="948"/>
                  </a:lnTo>
                  <a:lnTo>
                    <a:pt x="616" y="951"/>
                  </a:lnTo>
                  <a:lnTo>
                    <a:pt x="610" y="953"/>
                  </a:lnTo>
                  <a:lnTo>
                    <a:pt x="604" y="953"/>
                  </a:lnTo>
                  <a:lnTo>
                    <a:pt x="95" y="953"/>
                  </a:lnTo>
                  <a:lnTo>
                    <a:pt x="95" y="953"/>
                  </a:lnTo>
                  <a:lnTo>
                    <a:pt x="89" y="953"/>
                  </a:lnTo>
                  <a:lnTo>
                    <a:pt x="83" y="951"/>
                  </a:lnTo>
                  <a:lnTo>
                    <a:pt x="77" y="948"/>
                  </a:lnTo>
                  <a:lnTo>
                    <a:pt x="73" y="945"/>
                  </a:lnTo>
                  <a:lnTo>
                    <a:pt x="69" y="939"/>
                  </a:lnTo>
                  <a:lnTo>
                    <a:pt x="65" y="934"/>
                  </a:lnTo>
                  <a:lnTo>
                    <a:pt x="64" y="929"/>
                  </a:lnTo>
                  <a:lnTo>
                    <a:pt x="63" y="922"/>
                  </a:lnTo>
                  <a:lnTo>
                    <a:pt x="63" y="540"/>
                  </a:lnTo>
                  <a:lnTo>
                    <a:pt x="63" y="540"/>
                  </a:lnTo>
                  <a:lnTo>
                    <a:pt x="64" y="534"/>
                  </a:lnTo>
                  <a:lnTo>
                    <a:pt x="65" y="529"/>
                  </a:lnTo>
                  <a:lnTo>
                    <a:pt x="69" y="523"/>
                  </a:lnTo>
                  <a:lnTo>
                    <a:pt x="73" y="518"/>
                  </a:lnTo>
                  <a:lnTo>
                    <a:pt x="77" y="515"/>
                  </a:lnTo>
                  <a:lnTo>
                    <a:pt x="83" y="511"/>
                  </a:lnTo>
                  <a:lnTo>
                    <a:pt x="89" y="509"/>
                  </a:lnTo>
                  <a:lnTo>
                    <a:pt x="95" y="508"/>
                  </a:lnTo>
                  <a:lnTo>
                    <a:pt x="604" y="508"/>
                  </a:lnTo>
                  <a:close/>
                  <a:moveTo>
                    <a:pt x="350" y="827"/>
                  </a:moveTo>
                  <a:lnTo>
                    <a:pt x="350" y="827"/>
                  </a:lnTo>
                  <a:lnTo>
                    <a:pt x="356" y="827"/>
                  </a:lnTo>
                  <a:lnTo>
                    <a:pt x="363" y="826"/>
                  </a:lnTo>
                  <a:lnTo>
                    <a:pt x="374" y="821"/>
                  </a:lnTo>
                  <a:lnTo>
                    <a:pt x="385" y="816"/>
                  </a:lnTo>
                  <a:lnTo>
                    <a:pt x="395" y="809"/>
                  </a:lnTo>
                  <a:lnTo>
                    <a:pt x="402" y="799"/>
                  </a:lnTo>
                  <a:lnTo>
                    <a:pt x="408" y="788"/>
                  </a:lnTo>
                  <a:lnTo>
                    <a:pt x="412" y="776"/>
                  </a:lnTo>
                  <a:lnTo>
                    <a:pt x="413" y="770"/>
                  </a:lnTo>
                  <a:lnTo>
                    <a:pt x="413" y="764"/>
                  </a:lnTo>
                  <a:lnTo>
                    <a:pt x="413" y="764"/>
                  </a:lnTo>
                  <a:lnTo>
                    <a:pt x="412" y="755"/>
                  </a:lnTo>
                  <a:lnTo>
                    <a:pt x="411" y="746"/>
                  </a:lnTo>
                  <a:lnTo>
                    <a:pt x="408" y="739"/>
                  </a:lnTo>
                  <a:lnTo>
                    <a:pt x="404" y="731"/>
                  </a:lnTo>
                  <a:lnTo>
                    <a:pt x="399" y="724"/>
                  </a:lnTo>
                  <a:lnTo>
                    <a:pt x="394" y="718"/>
                  </a:lnTo>
                  <a:lnTo>
                    <a:pt x="388" y="713"/>
                  </a:lnTo>
                  <a:lnTo>
                    <a:pt x="381" y="709"/>
                  </a:lnTo>
                  <a:lnTo>
                    <a:pt x="381" y="636"/>
                  </a:lnTo>
                  <a:lnTo>
                    <a:pt x="381" y="636"/>
                  </a:lnTo>
                  <a:lnTo>
                    <a:pt x="381" y="629"/>
                  </a:lnTo>
                  <a:lnTo>
                    <a:pt x="379" y="623"/>
                  </a:lnTo>
                  <a:lnTo>
                    <a:pt x="375" y="618"/>
                  </a:lnTo>
                  <a:lnTo>
                    <a:pt x="372" y="613"/>
                  </a:lnTo>
                  <a:lnTo>
                    <a:pt x="367" y="609"/>
                  </a:lnTo>
                  <a:lnTo>
                    <a:pt x="361" y="607"/>
                  </a:lnTo>
                  <a:lnTo>
                    <a:pt x="356" y="605"/>
                  </a:lnTo>
                  <a:lnTo>
                    <a:pt x="350" y="604"/>
                  </a:lnTo>
                  <a:lnTo>
                    <a:pt x="350" y="604"/>
                  </a:lnTo>
                  <a:lnTo>
                    <a:pt x="343" y="605"/>
                  </a:lnTo>
                  <a:lnTo>
                    <a:pt x="337" y="607"/>
                  </a:lnTo>
                  <a:lnTo>
                    <a:pt x="331" y="609"/>
                  </a:lnTo>
                  <a:lnTo>
                    <a:pt x="327" y="613"/>
                  </a:lnTo>
                  <a:lnTo>
                    <a:pt x="323" y="618"/>
                  </a:lnTo>
                  <a:lnTo>
                    <a:pt x="320" y="623"/>
                  </a:lnTo>
                  <a:lnTo>
                    <a:pt x="319" y="629"/>
                  </a:lnTo>
                  <a:lnTo>
                    <a:pt x="317" y="636"/>
                  </a:lnTo>
                  <a:lnTo>
                    <a:pt x="317" y="709"/>
                  </a:lnTo>
                  <a:lnTo>
                    <a:pt x="317" y="709"/>
                  </a:lnTo>
                  <a:lnTo>
                    <a:pt x="311" y="713"/>
                  </a:lnTo>
                  <a:lnTo>
                    <a:pt x="305" y="718"/>
                  </a:lnTo>
                  <a:lnTo>
                    <a:pt x="299" y="724"/>
                  </a:lnTo>
                  <a:lnTo>
                    <a:pt x="295" y="731"/>
                  </a:lnTo>
                  <a:lnTo>
                    <a:pt x="291" y="739"/>
                  </a:lnTo>
                  <a:lnTo>
                    <a:pt x="289" y="746"/>
                  </a:lnTo>
                  <a:lnTo>
                    <a:pt x="286" y="755"/>
                  </a:lnTo>
                  <a:lnTo>
                    <a:pt x="285" y="764"/>
                  </a:lnTo>
                  <a:lnTo>
                    <a:pt x="285" y="764"/>
                  </a:lnTo>
                  <a:lnTo>
                    <a:pt x="286" y="770"/>
                  </a:lnTo>
                  <a:lnTo>
                    <a:pt x="287" y="776"/>
                  </a:lnTo>
                  <a:lnTo>
                    <a:pt x="291" y="788"/>
                  </a:lnTo>
                  <a:lnTo>
                    <a:pt x="297" y="799"/>
                  </a:lnTo>
                  <a:lnTo>
                    <a:pt x="305" y="809"/>
                  </a:lnTo>
                  <a:lnTo>
                    <a:pt x="314" y="816"/>
                  </a:lnTo>
                  <a:lnTo>
                    <a:pt x="325" y="821"/>
                  </a:lnTo>
                  <a:lnTo>
                    <a:pt x="337" y="826"/>
                  </a:lnTo>
                  <a:lnTo>
                    <a:pt x="343" y="827"/>
                  </a:lnTo>
                  <a:lnTo>
                    <a:pt x="350" y="827"/>
                  </a:lnTo>
                  <a:lnTo>
                    <a:pt x="350" y="82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BD0000"/>
                </a:solidFill>
                <a:effectLst/>
                <a:uLnTx/>
                <a:uFillTx/>
              </a:endParaRPr>
            </a:p>
          </p:txBody>
        </p:sp>
      </p:grpSp>
      <p:sp>
        <p:nvSpPr>
          <p:cNvPr id="14" name="文本框 13"/>
          <p:cNvSpPr txBox="1"/>
          <p:nvPr/>
        </p:nvSpPr>
        <p:spPr>
          <a:xfrm>
            <a:off x="696000" y="1847850"/>
            <a:ext cx="2190075" cy="369332"/>
          </a:xfrm>
          <a:prstGeom prst="rect">
            <a:avLst/>
          </a:prstGeom>
          <a:noFill/>
        </p:spPr>
        <p:txBody>
          <a:bodyPr wrap="square" lIns="0" rIns="0" rtlCol="0">
            <a:spAutoFit/>
          </a:bodyPr>
          <a:lstStyle/>
          <a:p>
            <a:r>
              <a:rPr lang="zh-CN" altLang="en-US" dirty="0" smtClean="0"/>
              <a:t>文字描述内容</a:t>
            </a:r>
            <a:endParaRPr lang="zh-CN" altLang="en-US" dirty="0"/>
          </a:p>
        </p:txBody>
      </p:sp>
      <p:sp>
        <p:nvSpPr>
          <p:cNvPr id="15" name="文本框 14"/>
          <p:cNvSpPr txBox="1"/>
          <p:nvPr/>
        </p:nvSpPr>
        <p:spPr>
          <a:xfrm>
            <a:off x="696000" y="2313944"/>
            <a:ext cx="2190075" cy="1200329"/>
          </a:xfrm>
          <a:prstGeom prst="rect">
            <a:avLst/>
          </a:prstGeom>
          <a:noFill/>
        </p:spPr>
        <p:txBody>
          <a:bodyPr wrap="square" lIns="0" rIns="0" rtlCol="0">
            <a:spAutoFit/>
          </a:bodyPr>
          <a:lstStyle/>
          <a:p>
            <a:pPr>
              <a:lnSpc>
                <a:spcPct val="150000"/>
              </a:lnSpc>
              <a:spcAft>
                <a:spcPts val="1200"/>
              </a:spcAft>
            </a:pPr>
            <a:r>
              <a:rPr lang="zh-CN" altLang="en-US" sz="1200" dirty="0" smtClean="0">
                <a:solidFill>
                  <a:schemeClr val="tx1">
                    <a:lumMod val="75000"/>
                    <a:lumOff val="25000"/>
                  </a:schemeClr>
                </a:solidFill>
              </a:rPr>
              <a:t>点击</a:t>
            </a:r>
            <a:r>
              <a:rPr lang="zh-CN" altLang="en-US" sz="1200" dirty="0">
                <a:solidFill>
                  <a:schemeClr val="tx1">
                    <a:lumMod val="75000"/>
                    <a:lumOff val="25000"/>
                  </a:schemeClr>
                </a:solidFill>
              </a:rPr>
              <a:t>此处输入与此小标题或者与此图形相关的内容介绍、数据统计、事件分析、总结概述等文字描述</a:t>
            </a:r>
            <a:r>
              <a:rPr lang="zh-CN" altLang="en-US" sz="1200" dirty="0" smtClean="0">
                <a:solidFill>
                  <a:schemeClr val="tx1">
                    <a:lumMod val="75000"/>
                    <a:lumOff val="25000"/>
                  </a:schemeClr>
                </a:solidFill>
              </a:rPr>
              <a:t>内容</a:t>
            </a:r>
            <a:endParaRPr lang="en-US" altLang="zh-CN" sz="1200" dirty="0">
              <a:solidFill>
                <a:schemeClr val="tx1">
                  <a:lumMod val="75000"/>
                  <a:lumOff val="25000"/>
                </a:schemeClr>
              </a:solidFill>
            </a:endParaRPr>
          </a:p>
        </p:txBody>
      </p:sp>
      <p:sp>
        <p:nvSpPr>
          <p:cNvPr id="16" name="文本框 15"/>
          <p:cNvSpPr txBox="1"/>
          <p:nvPr/>
        </p:nvSpPr>
        <p:spPr>
          <a:xfrm>
            <a:off x="696000" y="4168260"/>
            <a:ext cx="2190075" cy="369332"/>
          </a:xfrm>
          <a:prstGeom prst="rect">
            <a:avLst/>
          </a:prstGeom>
          <a:noFill/>
        </p:spPr>
        <p:txBody>
          <a:bodyPr wrap="square" lIns="0" rIns="0" rtlCol="0">
            <a:spAutoFit/>
          </a:bodyPr>
          <a:lstStyle/>
          <a:p>
            <a:r>
              <a:rPr lang="zh-CN" altLang="en-US" dirty="0" smtClean="0"/>
              <a:t>文字描述内容</a:t>
            </a:r>
            <a:endParaRPr lang="zh-CN" altLang="en-US" dirty="0"/>
          </a:p>
        </p:txBody>
      </p:sp>
      <p:sp>
        <p:nvSpPr>
          <p:cNvPr id="17" name="文本框 16"/>
          <p:cNvSpPr txBox="1"/>
          <p:nvPr/>
        </p:nvSpPr>
        <p:spPr>
          <a:xfrm>
            <a:off x="696000" y="4634354"/>
            <a:ext cx="2190075" cy="1200329"/>
          </a:xfrm>
          <a:prstGeom prst="rect">
            <a:avLst/>
          </a:prstGeom>
          <a:noFill/>
        </p:spPr>
        <p:txBody>
          <a:bodyPr wrap="square" lIns="0" rIns="0" rtlCol="0">
            <a:spAutoFit/>
          </a:bodyPr>
          <a:lstStyle/>
          <a:p>
            <a:pPr>
              <a:lnSpc>
                <a:spcPct val="150000"/>
              </a:lnSpc>
              <a:spcAft>
                <a:spcPts val="1200"/>
              </a:spcAft>
            </a:pPr>
            <a:r>
              <a:rPr lang="zh-CN" altLang="en-US" sz="1200" dirty="0" smtClean="0">
                <a:solidFill>
                  <a:schemeClr val="tx1">
                    <a:lumMod val="75000"/>
                    <a:lumOff val="25000"/>
                  </a:schemeClr>
                </a:solidFill>
              </a:rPr>
              <a:t>点击</a:t>
            </a:r>
            <a:r>
              <a:rPr lang="zh-CN" altLang="en-US" sz="1200" dirty="0">
                <a:solidFill>
                  <a:schemeClr val="tx1">
                    <a:lumMod val="75000"/>
                    <a:lumOff val="25000"/>
                  </a:schemeClr>
                </a:solidFill>
              </a:rPr>
              <a:t>此处输入与此小标题或者与此图形相关的内容介绍、数据统计、事件分析、总结概述等文字描述</a:t>
            </a:r>
            <a:r>
              <a:rPr lang="zh-CN" altLang="en-US" sz="1200" dirty="0" smtClean="0">
                <a:solidFill>
                  <a:schemeClr val="tx1">
                    <a:lumMod val="75000"/>
                    <a:lumOff val="25000"/>
                  </a:schemeClr>
                </a:solidFill>
              </a:rPr>
              <a:t>内容</a:t>
            </a:r>
            <a:endParaRPr lang="en-US" altLang="zh-CN" sz="1200" dirty="0">
              <a:solidFill>
                <a:schemeClr val="tx1">
                  <a:lumMod val="75000"/>
                  <a:lumOff val="25000"/>
                </a:schemeClr>
              </a:solidFill>
            </a:endParaRPr>
          </a:p>
        </p:txBody>
      </p:sp>
      <p:sp>
        <p:nvSpPr>
          <p:cNvPr id="18" name="文本框 17"/>
          <p:cNvSpPr txBox="1"/>
          <p:nvPr/>
        </p:nvSpPr>
        <p:spPr>
          <a:xfrm>
            <a:off x="9305925" y="1847850"/>
            <a:ext cx="2190075" cy="369332"/>
          </a:xfrm>
          <a:prstGeom prst="rect">
            <a:avLst/>
          </a:prstGeom>
          <a:noFill/>
        </p:spPr>
        <p:txBody>
          <a:bodyPr wrap="square" lIns="0" rIns="0" rtlCol="0">
            <a:spAutoFit/>
          </a:bodyPr>
          <a:lstStyle/>
          <a:p>
            <a:pPr algn="r"/>
            <a:r>
              <a:rPr lang="zh-CN" altLang="en-US" dirty="0" smtClean="0"/>
              <a:t>文字描述内容</a:t>
            </a:r>
            <a:endParaRPr lang="zh-CN" altLang="en-US" dirty="0"/>
          </a:p>
        </p:txBody>
      </p:sp>
      <p:sp>
        <p:nvSpPr>
          <p:cNvPr id="19" name="文本框 18"/>
          <p:cNvSpPr txBox="1"/>
          <p:nvPr/>
        </p:nvSpPr>
        <p:spPr>
          <a:xfrm>
            <a:off x="9305925" y="2313944"/>
            <a:ext cx="2190075" cy="1200329"/>
          </a:xfrm>
          <a:prstGeom prst="rect">
            <a:avLst/>
          </a:prstGeom>
          <a:noFill/>
        </p:spPr>
        <p:txBody>
          <a:bodyPr wrap="square" lIns="0" rIns="0" rtlCol="0">
            <a:spAutoFit/>
          </a:bodyPr>
          <a:lstStyle/>
          <a:p>
            <a:pPr algn="r">
              <a:lnSpc>
                <a:spcPct val="150000"/>
              </a:lnSpc>
              <a:spcAft>
                <a:spcPts val="1200"/>
              </a:spcAft>
            </a:pPr>
            <a:r>
              <a:rPr lang="zh-CN" altLang="en-US" sz="1200" dirty="0" smtClean="0">
                <a:solidFill>
                  <a:schemeClr val="tx1">
                    <a:lumMod val="75000"/>
                    <a:lumOff val="25000"/>
                  </a:schemeClr>
                </a:solidFill>
              </a:rPr>
              <a:t>点击</a:t>
            </a:r>
            <a:r>
              <a:rPr lang="zh-CN" altLang="en-US" sz="1200" dirty="0">
                <a:solidFill>
                  <a:schemeClr val="tx1">
                    <a:lumMod val="75000"/>
                    <a:lumOff val="25000"/>
                  </a:schemeClr>
                </a:solidFill>
              </a:rPr>
              <a:t>此处输入与此小标题或者与此图形相关的内容介绍、数据统计、事件分析、总结概述等文字描述</a:t>
            </a:r>
            <a:r>
              <a:rPr lang="zh-CN" altLang="en-US" sz="1200" dirty="0" smtClean="0">
                <a:solidFill>
                  <a:schemeClr val="tx1">
                    <a:lumMod val="75000"/>
                    <a:lumOff val="25000"/>
                  </a:schemeClr>
                </a:solidFill>
              </a:rPr>
              <a:t>内容</a:t>
            </a:r>
            <a:endParaRPr lang="en-US" altLang="zh-CN" sz="1200" dirty="0">
              <a:solidFill>
                <a:schemeClr val="tx1">
                  <a:lumMod val="75000"/>
                  <a:lumOff val="25000"/>
                </a:schemeClr>
              </a:solidFill>
            </a:endParaRPr>
          </a:p>
        </p:txBody>
      </p:sp>
      <p:sp>
        <p:nvSpPr>
          <p:cNvPr id="20" name="文本框 19"/>
          <p:cNvSpPr txBox="1"/>
          <p:nvPr/>
        </p:nvSpPr>
        <p:spPr>
          <a:xfrm>
            <a:off x="9305925" y="4168260"/>
            <a:ext cx="2190075" cy="369332"/>
          </a:xfrm>
          <a:prstGeom prst="rect">
            <a:avLst/>
          </a:prstGeom>
          <a:noFill/>
        </p:spPr>
        <p:txBody>
          <a:bodyPr wrap="square" lIns="0" rIns="0" rtlCol="0">
            <a:spAutoFit/>
          </a:bodyPr>
          <a:lstStyle/>
          <a:p>
            <a:pPr algn="r"/>
            <a:r>
              <a:rPr lang="zh-CN" altLang="en-US" dirty="0" smtClean="0"/>
              <a:t>文字描述内容</a:t>
            </a:r>
            <a:endParaRPr lang="zh-CN" altLang="en-US" dirty="0"/>
          </a:p>
        </p:txBody>
      </p:sp>
      <p:sp>
        <p:nvSpPr>
          <p:cNvPr id="21" name="文本框 20"/>
          <p:cNvSpPr txBox="1"/>
          <p:nvPr/>
        </p:nvSpPr>
        <p:spPr>
          <a:xfrm>
            <a:off x="9305925" y="4634354"/>
            <a:ext cx="2190075" cy="1200329"/>
          </a:xfrm>
          <a:prstGeom prst="rect">
            <a:avLst/>
          </a:prstGeom>
          <a:noFill/>
        </p:spPr>
        <p:txBody>
          <a:bodyPr wrap="square" lIns="0" rIns="0" rtlCol="0">
            <a:spAutoFit/>
          </a:bodyPr>
          <a:lstStyle/>
          <a:p>
            <a:pPr algn="r">
              <a:lnSpc>
                <a:spcPct val="150000"/>
              </a:lnSpc>
              <a:spcAft>
                <a:spcPts val="1200"/>
              </a:spcAft>
            </a:pPr>
            <a:r>
              <a:rPr lang="zh-CN" altLang="en-US" sz="1200" dirty="0" smtClean="0">
                <a:solidFill>
                  <a:schemeClr val="tx1">
                    <a:lumMod val="75000"/>
                    <a:lumOff val="25000"/>
                  </a:schemeClr>
                </a:solidFill>
              </a:rPr>
              <a:t>点击</a:t>
            </a:r>
            <a:r>
              <a:rPr lang="zh-CN" altLang="en-US" sz="1200" dirty="0">
                <a:solidFill>
                  <a:schemeClr val="tx1">
                    <a:lumMod val="75000"/>
                    <a:lumOff val="25000"/>
                  </a:schemeClr>
                </a:solidFill>
              </a:rPr>
              <a:t>此处输入与此小标题或者与此图形相关的内容介绍、数据统计、事件分析、总结概述等文字描述</a:t>
            </a:r>
            <a:r>
              <a:rPr lang="zh-CN" altLang="en-US" sz="1200" dirty="0" smtClean="0">
                <a:solidFill>
                  <a:schemeClr val="tx1">
                    <a:lumMod val="75000"/>
                    <a:lumOff val="25000"/>
                  </a:schemeClr>
                </a:solidFill>
              </a:rPr>
              <a:t>内容</a:t>
            </a:r>
            <a:endParaRPr lang="en-US" altLang="zh-CN" sz="1200" dirty="0">
              <a:solidFill>
                <a:schemeClr val="tx1">
                  <a:lumMod val="75000"/>
                  <a:lumOff val="25000"/>
                </a:schemeClr>
              </a:solidFill>
            </a:endParaRPr>
          </a:p>
        </p:txBody>
      </p:sp>
    </p:spTree>
    <p:extLst>
      <p:ext uri="{BB962C8B-B14F-4D97-AF65-F5344CB8AC3E}">
        <p14:creationId xmlns:p14="http://schemas.microsoft.com/office/powerpoint/2010/main" val="24812307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42"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anim calcmode="lin" valueType="num">
                                      <p:cBhvr>
                                        <p:cTn id="14" dur="500" fill="hold"/>
                                        <p:tgtEl>
                                          <p:spTgt spid="8"/>
                                        </p:tgtEl>
                                        <p:attrNameLst>
                                          <p:attrName>ppt_x</p:attrName>
                                        </p:attrNameLst>
                                      </p:cBhvr>
                                      <p:tavLst>
                                        <p:tav tm="0">
                                          <p:val>
                                            <p:strVal val="#ppt_x"/>
                                          </p:val>
                                        </p:tav>
                                        <p:tav tm="100000">
                                          <p:val>
                                            <p:strVal val="#ppt_x"/>
                                          </p:val>
                                        </p:tav>
                                      </p:tavLst>
                                    </p:anim>
                                    <p:anim calcmode="lin" valueType="num">
                                      <p:cBhvr>
                                        <p:cTn id="15" dur="500" fill="hold"/>
                                        <p:tgtEl>
                                          <p:spTgt spid="8"/>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42"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ppt_x</p:attrName>
                                        </p:attrNameLst>
                                      </p:cBhvr>
                                      <p:tavLst>
                                        <p:tav tm="0">
                                          <p:val>
                                            <p:strVal val="#ppt_x"/>
                                          </p:val>
                                        </p:tav>
                                        <p:tav tm="100000">
                                          <p:val>
                                            <p:strVal val="#ppt_x"/>
                                          </p:val>
                                        </p:tav>
                                      </p:tavLst>
                                    </p:anim>
                                    <p:anim calcmode="lin" valueType="num">
                                      <p:cBhvr>
                                        <p:cTn id="27" dur="500" fill="hold"/>
                                        <p:tgtEl>
                                          <p:spTgt spid="11"/>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2" presetClass="entr" presetSubtype="2"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1+#ppt_w/2"/>
                                          </p:val>
                                        </p:tav>
                                        <p:tav tm="100000">
                                          <p:val>
                                            <p:strVal val="#ppt_x"/>
                                          </p:val>
                                        </p:tav>
                                      </p:tavLst>
                                    </p:anim>
                                    <p:anim calcmode="lin" valueType="num">
                                      <p:cBhvr additive="base">
                                        <p:cTn id="32" dur="500" fill="hold"/>
                                        <p:tgtEl>
                                          <p:spTgt spid="14"/>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1+#ppt_w/2"/>
                                          </p:val>
                                        </p:tav>
                                        <p:tav tm="100000">
                                          <p:val>
                                            <p:strVal val="#ppt_x"/>
                                          </p:val>
                                        </p:tav>
                                      </p:tavLst>
                                    </p:anim>
                                    <p:anim calcmode="lin" valueType="num">
                                      <p:cBhvr additive="base">
                                        <p:cTn id="36" dur="500" fill="hold"/>
                                        <p:tgtEl>
                                          <p:spTgt spid="16"/>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0-#ppt_w/2"/>
                                          </p:val>
                                        </p:tav>
                                        <p:tav tm="100000">
                                          <p:val>
                                            <p:strVal val="#ppt_x"/>
                                          </p:val>
                                        </p:tav>
                                      </p:tavLst>
                                    </p:anim>
                                    <p:anim calcmode="lin" valueType="num">
                                      <p:cBhvr additive="base">
                                        <p:cTn id="40" dur="500" fill="hold"/>
                                        <p:tgtEl>
                                          <p:spTgt spid="18"/>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0-#ppt_w/2"/>
                                          </p:val>
                                        </p:tav>
                                        <p:tav tm="100000">
                                          <p:val>
                                            <p:strVal val="#ppt_x"/>
                                          </p:val>
                                        </p:tav>
                                      </p:tavLst>
                                    </p:anim>
                                    <p:anim calcmode="lin" valueType="num">
                                      <p:cBhvr additive="base">
                                        <p:cTn id="44" dur="500" fill="hold"/>
                                        <p:tgtEl>
                                          <p:spTgt spid="20"/>
                                        </p:tgtEl>
                                        <p:attrNameLst>
                                          <p:attrName>ppt_y</p:attrName>
                                        </p:attrNameLst>
                                      </p:cBhvr>
                                      <p:tavLst>
                                        <p:tav tm="0">
                                          <p:val>
                                            <p:strVal val="#ppt_y"/>
                                          </p:val>
                                        </p:tav>
                                        <p:tav tm="100000">
                                          <p:val>
                                            <p:strVal val="#ppt_y"/>
                                          </p:val>
                                        </p:tav>
                                      </p:tavLst>
                                    </p:anim>
                                  </p:childTnLst>
                                </p:cTn>
                              </p:par>
                            </p:childTnLst>
                          </p:cTn>
                        </p:par>
                        <p:par>
                          <p:cTn id="45" fill="hold">
                            <p:stCondLst>
                              <p:cond delay="1500"/>
                            </p:stCondLst>
                            <p:childTnLst>
                              <p:par>
                                <p:cTn id="46" presetID="10" presetClass="entr" presetSubtype="0"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14" grpId="0"/>
      <p:bldP spid="15" grpId="0"/>
      <p:bldP spid="16" grpId="0"/>
      <p:bldP spid="17" grpId="0"/>
      <p:bldP spid="18" grpId="0"/>
      <p:bldP spid="19" grpId="0"/>
      <p:bldP spid="20"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t>1.</a:t>
            </a:r>
            <a:r>
              <a:rPr lang="zh-CN" altLang="en-US" dirty="0" smtClean="0"/>
              <a:t>行业发展前景</a:t>
            </a:r>
            <a:endParaRPr lang="zh-CN" altLang="en-US" dirty="0"/>
          </a:p>
        </p:txBody>
      </p:sp>
      <p:sp>
        <p:nvSpPr>
          <p:cNvPr id="7" name="文本占位符 6"/>
          <p:cNvSpPr>
            <a:spLocks noGrp="1"/>
          </p:cNvSpPr>
          <p:nvPr>
            <p:ph type="body" sz="quarter" idx="14"/>
          </p:nvPr>
        </p:nvSpPr>
        <p:spPr/>
        <p:txBody>
          <a:bodyPr/>
          <a:lstStyle/>
          <a:p>
            <a:r>
              <a:rPr lang="zh-CN" altLang="en-US" dirty="0">
                <a:cs typeface="+mn-ea"/>
                <a:sym typeface="+mn-lt"/>
              </a:rPr>
              <a:t>未来发展规划</a:t>
            </a:r>
          </a:p>
        </p:txBody>
      </p:sp>
      <p:sp>
        <p:nvSpPr>
          <p:cNvPr id="8" name="文本占位符 7"/>
          <p:cNvSpPr>
            <a:spLocks noGrp="1"/>
          </p:cNvSpPr>
          <p:nvPr>
            <p:ph type="body" sz="quarter" idx="15"/>
          </p:nvPr>
        </p:nvSpPr>
        <p:spPr/>
        <p:txBody>
          <a:bodyPr/>
          <a:lstStyle/>
          <a:p>
            <a:r>
              <a:rPr lang="en-US" altLang="zh-CN" dirty="0">
                <a:latin typeface="+mn-ea"/>
                <a:cs typeface="+mn-ea"/>
                <a:sym typeface="+mn-lt"/>
              </a:rPr>
              <a:t>LOOKING TO FUTURE</a:t>
            </a:r>
            <a:endParaRPr lang="zh-CN" altLang="en-US" dirty="0">
              <a:latin typeface="+mn-ea"/>
              <a:cs typeface="+mn-ea"/>
              <a:sym typeface="+mn-lt"/>
            </a:endParaRPr>
          </a:p>
        </p:txBody>
      </p:sp>
      <p:sp>
        <p:nvSpPr>
          <p:cNvPr id="5" name="文本占位符 4"/>
          <p:cNvSpPr>
            <a:spLocks noGrp="1"/>
          </p:cNvSpPr>
          <p:nvPr>
            <p:ph type="body" sz="quarter" idx="16"/>
          </p:nvPr>
        </p:nvSpPr>
        <p:spPr/>
        <p:txBody>
          <a:bodyPr/>
          <a:lstStyle/>
          <a:p>
            <a:r>
              <a:rPr lang="en-US" altLang="zh-CN" dirty="0" smtClean="0"/>
              <a:t>PART 05</a:t>
            </a:r>
            <a:endParaRPr lang="zh-CN" altLang="en-US" dirty="0"/>
          </a:p>
        </p:txBody>
      </p:sp>
    </p:spTree>
    <p:extLst>
      <p:ext uri="{BB962C8B-B14F-4D97-AF65-F5344CB8AC3E}">
        <p14:creationId xmlns:p14="http://schemas.microsoft.com/office/powerpoint/2010/main" val="473497997"/>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行业发展前景</a:t>
            </a:r>
            <a:endParaRPr lang="zh-CN" altLang="en-US" dirty="0"/>
          </a:p>
        </p:txBody>
      </p:sp>
      <p:sp>
        <p:nvSpPr>
          <p:cNvPr id="3" name="文本占位符 2"/>
          <p:cNvSpPr>
            <a:spLocks noGrp="1"/>
          </p:cNvSpPr>
          <p:nvPr>
            <p:ph type="body" sz="quarter" idx="10"/>
          </p:nvPr>
        </p:nvSpPr>
        <p:spPr/>
        <p:txBody>
          <a:bodyPr/>
          <a:lstStyle/>
          <a:p>
            <a:r>
              <a:rPr lang="en-US" altLang="zh-CN" dirty="0" smtClean="0"/>
              <a:t>INDUSTRY DEVELOPMENT</a:t>
            </a:r>
            <a:endParaRPr lang="zh-CN" altLang="en-US" dirty="0"/>
          </a:p>
        </p:txBody>
      </p:sp>
      <p:sp>
        <p:nvSpPr>
          <p:cNvPr id="4" name="文本框 3"/>
          <p:cNvSpPr txBox="1"/>
          <p:nvPr/>
        </p:nvSpPr>
        <p:spPr>
          <a:xfrm>
            <a:off x="696000" y="1532860"/>
            <a:ext cx="2547943" cy="523220"/>
          </a:xfrm>
          <a:prstGeom prst="rect">
            <a:avLst/>
          </a:prstGeom>
          <a:noFill/>
        </p:spPr>
        <p:txBody>
          <a:bodyPr wrap="square" lIns="0" rIns="0" rtlCol="0">
            <a:spAutoFit/>
          </a:bodyPr>
          <a:lstStyle/>
          <a:p>
            <a:r>
              <a:rPr lang="zh-CN" altLang="en-US" sz="2800" dirty="0" smtClean="0">
                <a:solidFill>
                  <a:schemeClr val="accent1"/>
                </a:solidFill>
              </a:rPr>
              <a:t>文字内容</a:t>
            </a:r>
            <a:endParaRPr lang="zh-CN" altLang="en-US" sz="2800" dirty="0">
              <a:solidFill>
                <a:schemeClr val="accent1"/>
              </a:solidFill>
            </a:endParaRPr>
          </a:p>
        </p:txBody>
      </p:sp>
      <p:sp>
        <p:nvSpPr>
          <p:cNvPr id="5" name="文本框 4"/>
          <p:cNvSpPr txBox="1"/>
          <p:nvPr/>
        </p:nvSpPr>
        <p:spPr>
          <a:xfrm>
            <a:off x="695999" y="2247481"/>
            <a:ext cx="2547944" cy="3939540"/>
          </a:xfrm>
          <a:prstGeom prst="rect">
            <a:avLst/>
          </a:prstGeom>
          <a:noFill/>
        </p:spPr>
        <p:txBody>
          <a:bodyPr wrap="square" lIns="0" rIns="0" rtlCol="0">
            <a:spAutoFit/>
          </a:bodyPr>
          <a:lstStyle/>
          <a:p>
            <a:pPr>
              <a:lnSpc>
                <a:spcPct val="150000"/>
              </a:lnSpc>
              <a:spcAft>
                <a:spcPts val="1200"/>
              </a:spcAft>
            </a:pPr>
            <a:r>
              <a:rPr lang="zh-CN" altLang="en-US" sz="1600" dirty="0">
                <a:solidFill>
                  <a:schemeClr val="accent1"/>
                </a:solidFill>
              </a:rPr>
              <a:t>点击此处输入与此小标题或者与此图形相关的内容介绍、数据统计、事件分析、总结概述等文字描述内容。</a:t>
            </a:r>
          </a:p>
          <a:p>
            <a:pPr>
              <a:lnSpc>
                <a:spcPct val="150000"/>
              </a:lnSpc>
              <a:spcAft>
                <a:spcPts val="1200"/>
              </a:spcAft>
            </a:pPr>
            <a:r>
              <a:rPr lang="zh-CN" altLang="en-US" sz="1600" dirty="0">
                <a:solidFill>
                  <a:schemeClr val="accent1"/>
                </a:solidFill>
              </a:rPr>
              <a:t>点击此处输入文字描述内容，文字描述内容可以是与此小标题或者与此图形所相关的内容说明介绍、数据统计分析、事件过程分析、归纳总结概述等</a:t>
            </a:r>
            <a:r>
              <a:rPr lang="zh-CN" altLang="en-US" sz="1600" dirty="0" smtClean="0">
                <a:solidFill>
                  <a:schemeClr val="accent1"/>
                </a:solidFill>
              </a:rPr>
              <a:t>。</a:t>
            </a:r>
            <a:endParaRPr lang="en-US" altLang="zh-CN" sz="1600" dirty="0">
              <a:solidFill>
                <a:schemeClr val="accent1"/>
              </a:solidFill>
            </a:endParaRPr>
          </a:p>
        </p:txBody>
      </p:sp>
      <p:sp>
        <p:nvSpPr>
          <p:cNvPr id="6" name="矩形 5"/>
          <p:cNvSpPr/>
          <p:nvPr/>
        </p:nvSpPr>
        <p:spPr>
          <a:xfrm>
            <a:off x="3975708" y="1632857"/>
            <a:ext cx="2427703" cy="24275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522002" y="1632857"/>
            <a:ext cx="2427703" cy="2427514"/>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068297" y="1632857"/>
            <a:ext cx="2427703" cy="2427514"/>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255284" y="2079291"/>
            <a:ext cx="1868551" cy="504546"/>
          </a:xfrm>
          <a:prstGeom prst="rect">
            <a:avLst/>
          </a:prstGeom>
          <a:noFill/>
        </p:spPr>
        <p:txBody>
          <a:bodyPr wrap="square" lIns="0" rIns="0" rtlCol="0">
            <a:spAutoFit/>
          </a:bodyPr>
          <a:lstStyle/>
          <a:p>
            <a:pPr algn="ctr"/>
            <a:r>
              <a:rPr lang="en-US" altLang="zh-CN" sz="2400" b="1" dirty="0" smtClean="0">
                <a:solidFill>
                  <a:schemeClr val="bg1"/>
                </a:solidFill>
              </a:rPr>
              <a:t>01</a:t>
            </a:r>
            <a:endParaRPr lang="zh-CN" altLang="en-US" sz="2400" b="1" dirty="0">
              <a:solidFill>
                <a:schemeClr val="bg1"/>
              </a:solidFill>
            </a:endParaRPr>
          </a:p>
        </p:txBody>
      </p:sp>
      <p:sp>
        <p:nvSpPr>
          <p:cNvPr id="10" name="文本框 9"/>
          <p:cNvSpPr txBox="1"/>
          <p:nvPr/>
        </p:nvSpPr>
        <p:spPr>
          <a:xfrm>
            <a:off x="4255284" y="2825829"/>
            <a:ext cx="1868551" cy="956955"/>
          </a:xfrm>
          <a:prstGeom prst="rect">
            <a:avLst/>
          </a:prstGeom>
          <a:noFill/>
        </p:spPr>
        <p:txBody>
          <a:bodyPr wrap="square" lIns="0" rIns="0" rtlCol="0">
            <a:spAutoFit/>
          </a:bodyPr>
          <a:lstStyle/>
          <a:p>
            <a:pPr algn="ctr">
              <a:lnSpc>
                <a:spcPct val="125000"/>
              </a:lnSpc>
              <a:spcAft>
                <a:spcPts val="1200"/>
              </a:spcAft>
            </a:pPr>
            <a:r>
              <a:rPr lang="zh-CN" altLang="en-US" sz="1400" dirty="0">
                <a:solidFill>
                  <a:schemeClr val="bg1"/>
                </a:solidFill>
              </a:rPr>
              <a:t>点击此处输入与此小标题相关的文字描述内容</a:t>
            </a:r>
            <a:endParaRPr lang="en-US" altLang="zh-CN" sz="1400" dirty="0">
              <a:solidFill>
                <a:schemeClr val="bg1"/>
              </a:solidFill>
            </a:endParaRPr>
          </a:p>
        </p:txBody>
      </p:sp>
      <p:sp>
        <p:nvSpPr>
          <p:cNvPr id="11" name="文本框 10"/>
          <p:cNvSpPr txBox="1"/>
          <p:nvPr/>
        </p:nvSpPr>
        <p:spPr>
          <a:xfrm>
            <a:off x="6801204" y="2079291"/>
            <a:ext cx="1868551" cy="504546"/>
          </a:xfrm>
          <a:prstGeom prst="rect">
            <a:avLst/>
          </a:prstGeom>
          <a:noFill/>
        </p:spPr>
        <p:txBody>
          <a:bodyPr wrap="square" lIns="0" rIns="0" rtlCol="0">
            <a:spAutoFit/>
          </a:bodyPr>
          <a:lstStyle/>
          <a:p>
            <a:pPr algn="ctr"/>
            <a:r>
              <a:rPr lang="en-US" altLang="zh-CN" sz="2400" b="1" dirty="0" smtClean="0"/>
              <a:t>02</a:t>
            </a:r>
            <a:endParaRPr lang="zh-CN" altLang="en-US" sz="2400" b="1" dirty="0"/>
          </a:p>
        </p:txBody>
      </p:sp>
      <p:sp>
        <p:nvSpPr>
          <p:cNvPr id="12" name="文本框 11"/>
          <p:cNvSpPr txBox="1"/>
          <p:nvPr/>
        </p:nvSpPr>
        <p:spPr>
          <a:xfrm>
            <a:off x="6801204" y="2825829"/>
            <a:ext cx="1868551" cy="956955"/>
          </a:xfrm>
          <a:prstGeom prst="rect">
            <a:avLst/>
          </a:prstGeom>
          <a:noFill/>
        </p:spPr>
        <p:txBody>
          <a:bodyPr wrap="square" lIns="0" rIns="0" rtlCol="0">
            <a:spAutoFit/>
          </a:bodyPr>
          <a:lstStyle/>
          <a:p>
            <a:pPr algn="ctr">
              <a:lnSpc>
                <a:spcPct val="125000"/>
              </a:lnSpc>
              <a:spcAft>
                <a:spcPts val="1200"/>
              </a:spcAft>
            </a:pPr>
            <a:r>
              <a:rPr lang="zh-CN" altLang="en-US" sz="1400" dirty="0"/>
              <a:t>点击此处输入与此小标题相关的文字描述内容</a:t>
            </a:r>
            <a:endParaRPr lang="en-US" altLang="zh-CN" sz="1400" dirty="0"/>
          </a:p>
        </p:txBody>
      </p:sp>
      <p:sp>
        <p:nvSpPr>
          <p:cNvPr id="13" name="文本框 12"/>
          <p:cNvSpPr txBox="1"/>
          <p:nvPr/>
        </p:nvSpPr>
        <p:spPr>
          <a:xfrm>
            <a:off x="9281855" y="2079291"/>
            <a:ext cx="1868551" cy="504546"/>
          </a:xfrm>
          <a:prstGeom prst="rect">
            <a:avLst/>
          </a:prstGeom>
          <a:noFill/>
        </p:spPr>
        <p:txBody>
          <a:bodyPr wrap="square" lIns="0" rIns="0" rtlCol="0">
            <a:spAutoFit/>
          </a:bodyPr>
          <a:lstStyle/>
          <a:p>
            <a:pPr algn="ctr"/>
            <a:r>
              <a:rPr lang="en-US" altLang="zh-CN" sz="2400" b="1" dirty="0" smtClean="0"/>
              <a:t>03</a:t>
            </a:r>
            <a:endParaRPr lang="zh-CN" altLang="en-US" sz="2400" b="1" dirty="0"/>
          </a:p>
        </p:txBody>
      </p:sp>
      <p:sp>
        <p:nvSpPr>
          <p:cNvPr id="14" name="文本框 13"/>
          <p:cNvSpPr txBox="1"/>
          <p:nvPr/>
        </p:nvSpPr>
        <p:spPr>
          <a:xfrm>
            <a:off x="9281855" y="2825829"/>
            <a:ext cx="1868551" cy="956955"/>
          </a:xfrm>
          <a:prstGeom prst="rect">
            <a:avLst/>
          </a:prstGeom>
          <a:noFill/>
        </p:spPr>
        <p:txBody>
          <a:bodyPr wrap="square" lIns="0" rIns="0" rtlCol="0">
            <a:spAutoFit/>
          </a:bodyPr>
          <a:lstStyle/>
          <a:p>
            <a:pPr algn="ctr">
              <a:lnSpc>
                <a:spcPct val="125000"/>
              </a:lnSpc>
              <a:spcAft>
                <a:spcPts val="1200"/>
              </a:spcAft>
            </a:pPr>
            <a:r>
              <a:rPr lang="zh-CN" altLang="en-US" sz="1400" dirty="0"/>
              <a:t>点击此处输入与此小标题相关的文字描述内容</a:t>
            </a:r>
            <a:endParaRPr lang="en-US" altLang="zh-CN" sz="1400" dirty="0"/>
          </a:p>
        </p:txBody>
      </p:sp>
      <p:sp>
        <p:nvSpPr>
          <p:cNvPr id="15" name="文本框 14"/>
          <p:cNvSpPr txBox="1"/>
          <p:nvPr/>
        </p:nvSpPr>
        <p:spPr>
          <a:xfrm>
            <a:off x="3975333" y="4554282"/>
            <a:ext cx="7520292" cy="1538883"/>
          </a:xfrm>
          <a:prstGeom prst="rect">
            <a:avLst/>
          </a:prstGeom>
          <a:noFill/>
        </p:spPr>
        <p:txBody>
          <a:bodyPr wrap="square" lIns="0" rIns="0" rtlCol="0">
            <a:spAutoFit/>
          </a:bodyPr>
          <a:lstStyle/>
          <a:p>
            <a:pPr>
              <a:lnSpc>
                <a:spcPct val="150000"/>
              </a:lnSpc>
              <a:spcAft>
                <a:spcPts val="1200"/>
              </a:spcAft>
            </a:pPr>
            <a:r>
              <a:rPr lang="zh-CN" altLang="en-US" sz="1400" dirty="0">
                <a:solidFill>
                  <a:schemeClr val="tx1">
                    <a:lumMod val="75000"/>
                    <a:lumOff val="25000"/>
                  </a:schemeClr>
                </a:solidFill>
              </a:rPr>
              <a:t>点击此处输入文字描述内容，文字描述内容可以是与此小标题或者与此图形所相关的内容说明介绍、数据统计分析、事件过程分析、归纳总结概述等。</a:t>
            </a:r>
            <a:endParaRPr lang="en-US" altLang="zh-CN" sz="1400" dirty="0">
              <a:solidFill>
                <a:schemeClr val="tx1">
                  <a:lumMod val="75000"/>
                  <a:lumOff val="25000"/>
                </a:schemeClr>
              </a:solidFill>
            </a:endParaRPr>
          </a:p>
          <a:p>
            <a:pPr>
              <a:lnSpc>
                <a:spcPct val="150000"/>
              </a:lnSpc>
              <a:spcAft>
                <a:spcPts val="1200"/>
              </a:spcAft>
            </a:pPr>
            <a:r>
              <a:rPr lang="zh-CN" altLang="en-US" sz="1400" dirty="0">
                <a:solidFill>
                  <a:schemeClr val="tx1">
                    <a:lumMod val="75000"/>
                    <a:lumOff val="25000"/>
                  </a:schemeClr>
                </a:solidFill>
              </a:rPr>
              <a:t>点击此处输入文字描述内容，文字描述内容可以是与此小标题或者与此图形所相关的内容说明介绍</a:t>
            </a:r>
            <a:r>
              <a:rPr lang="zh-CN" altLang="en-US" sz="1400" dirty="0" smtClean="0">
                <a:solidFill>
                  <a:schemeClr val="tx1">
                    <a:lumMod val="75000"/>
                    <a:lumOff val="25000"/>
                  </a:schemeClr>
                </a:solidFill>
              </a:rPr>
              <a:t>、归纳</a:t>
            </a:r>
            <a:r>
              <a:rPr lang="zh-CN" altLang="en-US" sz="1400" dirty="0">
                <a:solidFill>
                  <a:schemeClr val="tx1">
                    <a:lumMod val="75000"/>
                    <a:lumOff val="25000"/>
                  </a:schemeClr>
                </a:solidFill>
              </a:rPr>
              <a:t>总结概述等</a:t>
            </a:r>
            <a:r>
              <a:rPr lang="zh-CN" altLang="en-US" sz="1400" dirty="0" smtClean="0">
                <a:solidFill>
                  <a:schemeClr val="tx1">
                    <a:lumMod val="75000"/>
                    <a:lumOff val="25000"/>
                  </a:schemeClr>
                </a:solidFill>
              </a:rPr>
              <a:t>。</a:t>
            </a:r>
            <a:endParaRPr lang="en-US" altLang="zh-CN" sz="1400" dirty="0">
              <a:solidFill>
                <a:schemeClr val="tx1">
                  <a:lumMod val="75000"/>
                  <a:lumOff val="25000"/>
                </a:schemeClr>
              </a:solidFill>
            </a:endParaRPr>
          </a:p>
        </p:txBody>
      </p:sp>
    </p:spTree>
    <p:extLst>
      <p:ext uri="{BB962C8B-B14F-4D97-AF65-F5344CB8AC3E}">
        <p14:creationId xmlns:p14="http://schemas.microsoft.com/office/powerpoint/2010/main" val="35118113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2000"/>
                            </p:stCondLst>
                            <p:childTnLst>
                              <p:par>
                                <p:cTn id="35" presetID="10" presetClass="entr" presetSubtype="0"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par>
                          <p:cTn id="44" fill="hold">
                            <p:stCondLst>
                              <p:cond delay="2500"/>
                            </p:stCondLst>
                            <p:childTnLst>
                              <p:par>
                                <p:cTn id="45" presetID="10" presetClass="entr" presetSubtype="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p:bldP spid="10" grpId="0"/>
      <p:bldP spid="11" grpId="0"/>
      <p:bldP spid="12" grpId="0"/>
      <p:bldP spid="13" grpId="0"/>
      <p:bldP spid="14" grpId="0"/>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企业战略</a:t>
            </a:r>
            <a:r>
              <a:rPr lang="zh-CN" altLang="en-US" dirty="0"/>
              <a:t>目标</a:t>
            </a:r>
          </a:p>
        </p:txBody>
      </p:sp>
      <p:sp>
        <p:nvSpPr>
          <p:cNvPr id="3" name="文本占位符 2"/>
          <p:cNvSpPr>
            <a:spLocks noGrp="1"/>
          </p:cNvSpPr>
          <p:nvPr>
            <p:ph type="body" sz="quarter" idx="10"/>
          </p:nvPr>
        </p:nvSpPr>
        <p:spPr/>
        <p:txBody>
          <a:bodyPr/>
          <a:lstStyle/>
          <a:p>
            <a:r>
              <a:rPr lang="en-US" altLang="zh-CN" dirty="0" smtClean="0"/>
              <a:t>STRATEGIC OBJECTIVES</a:t>
            </a:r>
            <a:endParaRPr lang="zh-CN" altLang="en-US" dirty="0"/>
          </a:p>
        </p:txBody>
      </p:sp>
      <p:sp>
        <p:nvSpPr>
          <p:cNvPr id="4" name="矩形 3"/>
          <p:cNvSpPr/>
          <p:nvPr/>
        </p:nvSpPr>
        <p:spPr>
          <a:xfrm>
            <a:off x="696000" y="1301858"/>
            <a:ext cx="3157926" cy="4827722"/>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507892" y="1301858"/>
            <a:ext cx="3157926" cy="4827722"/>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sp>
        <p:nvSpPr>
          <p:cNvPr id="6" name="矩形 5"/>
          <p:cNvSpPr/>
          <p:nvPr/>
        </p:nvSpPr>
        <p:spPr>
          <a:xfrm>
            <a:off x="8338074" y="1301858"/>
            <a:ext cx="3157926" cy="4827722"/>
          </a:xfrm>
          <a:prstGeom prst="rect">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12561" y="1941049"/>
            <a:ext cx="198460" cy="150405"/>
          </a:xfrm>
          <a:custGeom>
            <a:avLst/>
            <a:gdLst/>
            <a:ahLst/>
            <a:cxnLst/>
            <a:rect l="l" t="t" r="r" b="b"/>
            <a:pathLst>
              <a:path w="127192" h="96394">
                <a:moveTo>
                  <a:pt x="99994" y="0"/>
                </a:moveTo>
                <a:lnTo>
                  <a:pt x="127192" y="0"/>
                </a:lnTo>
                <a:lnTo>
                  <a:pt x="103794" y="96394"/>
                </a:lnTo>
                <a:lnTo>
                  <a:pt x="68396" y="96394"/>
                </a:lnTo>
                <a:close/>
                <a:moveTo>
                  <a:pt x="31598" y="0"/>
                </a:moveTo>
                <a:lnTo>
                  <a:pt x="58797" y="0"/>
                </a:lnTo>
                <a:lnTo>
                  <a:pt x="35398" y="96394"/>
                </a:lnTo>
                <a:lnTo>
                  <a:pt x="0" y="96394"/>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200" dirty="0">
              <a:solidFill>
                <a:schemeClr val="accent1"/>
              </a:solidFill>
              <a:cs typeface="+mn-ea"/>
              <a:sym typeface="+mn-lt"/>
            </a:endParaRPr>
          </a:p>
        </p:txBody>
      </p:sp>
      <p:sp>
        <p:nvSpPr>
          <p:cNvPr id="8" name="矩形 7"/>
          <p:cNvSpPr/>
          <p:nvPr/>
        </p:nvSpPr>
        <p:spPr>
          <a:xfrm>
            <a:off x="989831" y="2365066"/>
            <a:ext cx="2615678" cy="1708160"/>
          </a:xfrm>
          <a:prstGeom prst="rect">
            <a:avLst/>
          </a:prstGeom>
        </p:spPr>
        <p:txBody>
          <a:bodyPr wrap="square" lIns="0" rIns="0">
            <a:spAutoFit/>
          </a:bodyPr>
          <a:lstStyle/>
          <a:p>
            <a:pPr>
              <a:lnSpc>
                <a:spcPct val="150000"/>
              </a:lnSpc>
            </a:pPr>
            <a:r>
              <a:rPr lang="zh-CN" altLang="en-US" sz="1400" dirty="0">
                <a:solidFill>
                  <a:schemeClr val="accent1"/>
                </a:solidFill>
                <a:cs typeface="+mn-ea"/>
                <a:sym typeface="+mn-lt"/>
              </a:rPr>
              <a:t>点击此处输入文字描述内容，可以是与此小标题或者与此图形所相关的内容说明介绍、数据统计分析、事件过程分析、归纳总结概述等。</a:t>
            </a:r>
          </a:p>
        </p:txBody>
      </p:sp>
      <p:cxnSp>
        <p:nvCxnSpPr>
          <p:cNvPr id="9" name="直接连接符 8"/>
          <p:cNvCxnSpPr/>
          <p:nvPr/>
        </p:nvCxnSpPr>
        <p:spPr>
          <a:xfrm>
            <a:off x="1008119" y="4979413"/>
            <a:ext cx="2615913" cy="0"/>
          </a:xfrm>
          <a:prstGeom prst="line">
            <a:avLst/>
          </a:prstGeom>
          <a:ln>
            <a:gradFill>
              <a:gsLst>
                <a:gs pos="0">
                  <a:schemeClr val="accent1"/>
                </a:gs>
                <a:gs pos="100000">
                  <a:schemeClr val="accent1">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0" name="任意多边形 9"/>
          <p:cNvSpPr>
            <a:spLocks noChangeAspect="1"/>
          </p:cNvSpPr>
          <p:nvPr/>
        </p:nvSpPr>
        <p:spPr>
          <a:xfrm>
            <a:off x="1008119" y="5383902"/>
            <a:ext cx="288858" cy="285926"/>
          </a:xfrm>
          <a:custGeom>
            <a:avLst/>
            <a:gdLst>
              <a:gd name="connsiteX0" fmla="*/ 0 w 5663821"/>
              <a:gd name="connsiteY0" fmla="*/ 1046580 h 5606328"/>
              <a:gd name="connsiteX1" fmla="*/ 288000 w 5663821"/>
              <a:gd name="connsiteY1" fmla="*/ 1046580 h 5606328"/>
              <a:gd name="connsiteX2" fmla="*/ 2006220 w 5663821"/>
              <a:gd name="connsiteY2" fmla="*/ 1046580 h 5606328"/>
              <a:gd name="connsiteX3" fmla="*/ 2006220 w 5663821"/>
              <a:gd name="connsiteY3" fmla="*/ 1334580 h 5606328"/>
              <a:gd name="connsiteX4" fmla="*/ 288000 w 5663821"/>
              <a:gd name="connsiteY4" fmla="*/ 1334580 h 5606328"/>
              <a:gd name="connsiteX5" fmla="*/ 288000 w 5663821"/>
              <a:gd name="connsiteY5" fmla="*/ 5318328 h 5606328"/>
              <a:gd name="connsiteX6" fmla="*/ 5375821 w 5663821"/>
              <a:gd name="connsiteY6" fmla="*/ 5318328 h 5606328"/>
              <a:gd name="connsiteX7" fmla="*/ 5375821 w 5663821"/>
              <a:gd name="connsiteY7" fmla="*/ 2726328 h 5606328"/>
              <a:gd name="connsiteX8" fmla="*/ 5663821 w 5663821"/>
              <a:gd name="connsiteY8" fmla="*/ 2726328 h 5606328"/>
              <a:gd name="connsiteX9" fmla="*/ 5663821 w 5663821"/>
              <a:gd name="connsiteY9" fmla="*/ 5318328 h 5606328"/>
              <a:gd name="connsiteX10" fmla="*/ 5663821 w 5663821"/>
              <a:gd name="connsiteY10" fmla="*/ 5606328 h 5606328"/>
              <a:gd name="connsiteX11" fmla="*/ 5375821 w 5663821"/>
              <a:gd name="connsiteY11" fmla="*/ 5606328 h 5606328"/>
              <a:gd name="connsiteX12" fmla="*/ 288000 w 5663821"/>
              <a:gd name="connsiteY12" fmla="*/ 5606328 h 5606328"/>
              <a:gd name="connsiteX13" fmla="*/ 0 w 5663821"/>
              <a:gd name="connsiteY13" fmla="*/ 5606328 h 5606328"/>
              <a:gd name="connsiteX14" fmla="*/ 0 w 5663821"/>
              <a:gd name="connsiteY14" fmla="*/ 5318328 h 5606328"/>
              <a:gd name="connsiteX15" fmla="*/ 0 w 5663821"/>
              <a:gd name="connsiteY15" fmla="*/ 1334580 h 5606328"/>
              <a:gd name="connsiteX16" fmla="*/ 5134362 w 5663821"/>
              <a:gd name="connsiteY16" fmla="*/ 938920 h 5606328"/>
              <a:gd name="connsiteX17" fmla="*/ 5133839 w 5663821"/>
              <a:gd name="connsiteY17" fmla="*/ 962678 h 5606328"/>
              <a:gd name="connsiteX18" fmla="*/ 5145979 w 5663821"/>
              <a:gd name="connsiteY18" fmla="*/ 950538 h 5606328"/>
              <a:gd name="connsiteX19" fmla="*/ 4602735 w 5663821"/>
              <a:gd name="connsiteY19" fmla="*/ 0 h 5606328"/>
              <a:gd name="connsiteX20" fmla="*/ 5547117 w 5663821"/>
              <a:gd name="connsiteY20" fmla="*/ 944381 h 5606328"/>
              <a:gd name="connsiteX21" fmla="*/ 5540962 w 5663821"/>
              <a:gd name="connsiteY21" fmla="*/ 950537 h 5606328"/>
              <a:gd name="connsiteX22" fmla="*/ 5547118 w 5663821"/>
              <a:gd name="connsiteY22" fmla="*/ 956693 h 5606328"/>
              <a:gd name="connsiteX23" fmla="*/ 4602736 w 5663821"/>
              <a:gd name="connsiteY23" fmla="*/ 1901074 h 5606328"/>
              <a:gd name="connsiteX24" fmla="*/ 4399090 w 5663821"/>
              <a:gd name="connsiteY24" fmla="*/ 1697427 h 5606328"/>
              <a:gd name="connsiteX25" fmla="*/ 4982421 w 5663821"/>
              <a:gd name="connsiteY25" fmla="*/ 1114096 h 5606328"/>
              <a:gd name="connsiteX26" fmla="*/ 4976892 w 5663821"/>
              <a:gd name="connsiteY26" fmla="*/ 1114113 h 5606328"/>
              <a:gd name="connsiteX27" fmla="*/ 2928105 w 5663821"/>
              <a:gd name="connsiteY27" fmla="*/ 1983595 h 5606328"/>
              <a:gd name="connsiteX28" fmla="*/ 2009885 w 5663821"/>
              <a:gd name="connsiteY28" fmla="*/ 4166327 h 5606328"/>
              <a:gd name="connsiteX29" fmla="*/ 1665027 w 5663821"/>
              <a:gd name="connsiteY29" fmla="*/ 4166328 h 5606328"/>
              <a:gd name="connsiteX30" fmla="*/ 2686952 w 5663821"/>
              <a:gd name="connsiteY30" fmla="*/ 1737075 h 5606328"/>
              <a:gd name="connsiteX31" fmla="*/ 4797163 w 5663821"/>
              <a:gd name="connsiteY31" fmla="*/ 778463 h 5606328"/>
              <a:gd name="connsiteX32" fmla="*/ 4964951 w 5663821"/>
              <a:gd name="connsiteY32" fmla="*/ 769509 h 5606328"/>
              <a:gd name="connsiteX33" fmla="*/ 4399089 w 5663821"/>
              <a:gd name="connsiteY33" fmla="*/ 203647 h 5606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663821" h="5606328">
                <a:moveTo>
                  <a:pt x="0" y="1046580"/>
                </a:moveTo>
                <a:lnTo>
                  <a:pt x="288000" y="1046580"/>
                </a:lnTo>
                <a:lnTo>
                  <a:pt x="2006220" y="1046580"/>
                </a:lnTo>
                <a:lnTo>
                  <a:pt x="2006220" y="1334580"/>
                </a:lnTo>
                <a:lnTo>
                  <a:pt x="288000" y="1334580"/>
                </a:lnTo>
                <a:lnTo>
                  <a:pt x="288000" y="5318328"/>
                </a:lnTo>
                <a:lnTo>
                  <a:pt x="5375821" y="5318328"/>
                </a:lnTo>
                <a:lnTo>
                  <a:pt x="5375821" y="2726328"/>
                </a:lnTo>
                <a:lnTo>
                  <a:pt x="5663821" y="2726328"/>
                </a:lnTo>
                <a:lnTo>
                  <a:pt x="5663821" y="5318328"/>
                </a:lnTo>
                <a:lnTo>
                  <a:pt x="5663821" y="5606328"/>
                </a:lnTo>
                <a:lnTo>
                  <a:pt x="5375821" y="5606328"/>
                </a:lnTo>
                <a:lnTo>
                  <a:pt x="288000" y="5606328"/>
                </a:lnTo>
                <a:lnTo>
                  <a:pt x="0" y="5606328"/>
                </a:lnTo>
                <a:lnTo>
                  <a:pt x="0" y="5318328"/>
                </a:lnTo>
                <a:lnTo>
                  <a:pt x="0" y="1334580"/>
                </a:lnTo>
                <a:close/>
                <a:moveTo>
                  <a:pt x="5134362" y="938920"/>
                </a:moveTo>
                <a:lnTo>
                  <a:pt x="5133839" y="962678"/>
                </a:lnTo>
                <a:lnTo>
                  <a:pt x="5145979" y="950538"/>
                </a:lnTo>
                <a:close/>
                <a:moveTo>
                  <a:pt x="4602735" y="0"/>
                </a:moveTo>
                <a:lnTo>
                  <a:pt x="5547117" y="944381"/>
                </a:lnTo>
                <a:lnTo>
                  <a:pt x="5540962" y="950537"/>
                </a:lnTo>
                <a:lnTo>
                  <a:pt x="5547118" y="956693"/>
                </a:lnTo>
                <a:lnTo>
                  <a:pt x="4602736" y="1901074"/>
                </a:lnTo>
                <a:lnTo>
                  <a:pt x="4399090" y="1697427"/>
                </a:lnTo>
                <a:lnTo>
                  <a:pt x="4982421" y="1114096"/>
                </a:lnTo>
                <a:lnTo>
                  <a:pt x="4976892" y="1114113"/>
                </a:lnTo>
                <a:cubicBezTo>
                  <a:pt x="4210812" y="1135774"/>
                  <a:pt x="3478629" y="1445058"/>
                  <a:pt x="2928105" y="1983595"/>
                </a:cubicBezTo>
                <a:cubicBezTo>
                  <a:pt x="2340881" y="2558036"/>
                  <a:pt x="2009885" y="3344856"/>
                  <a:pt x="2009885" y="4166327"/>
                </a:cubicBezTo>
                <a:lnTo>
                  <a:pt x="1665027" y="4166328"/>
                </a:lnTo>
                <a:cubicBezTo>
                  <a:pt x="1665027" y="3252079"/>
                  <a:pt x="2033405" y="2376394"/>
                  <a:pt x="2686952" y="1737075"/>
                </a:cubicBezTo>
                <a:cubicBezTo>
                  <a:pt x="3258805" y="1177671"/>
                  <a:pt x="4006778" y="840529"/>
                  <a:pt x="4797163" y="778463"/>
                </a:cubicBezTo>
                <a:lnTo>
                  <a:pt x="4964951" y="769509"/>
                </a:lnTo>
                <a:lnTo>
                  <a:pt x="4399089" y="20364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solidFill>
                <a:schemeClr val="accent1"/>
              </a:solidFill>
              <a:cs typeface="+mn-ea"/>
              <a:sym typeface="+mn-lt"/>
            </a:endParaRPr>
          </a:p>
        </p:txBody>
      </p:sp>
      <p:sp>
        <p:nvSpPr>
          <p:cNvPr id="11" name="矩形 10"/>
          <p:cNvSpPr/>
          <p:nvPr/>
        </p:nvSpPr>
        <p:spPr>
          <a:xfrm>
            <a:off x="1505124" y="5357588"/>
            <a:ext cx="2100385" cy="338554"/>
          </a:xfrm>
          <a:prstGeom prst="rect">
            <a:avLst/>
          </a:prstGeom>
        </p:spPr>
        <p:txBody>
          <a:bodyPr wrap="square" lIns="0" rIns="0">
            <a:spAutoFit/>
          </a:bodyPr>
          <a:lstStyle/>
          <a:p>
            <a:r>
              <a:rPr lang="zh-CN" altLang="en-US" sz="1600" dirty="0">
                <a:solidFill>
                  <a:schemeClr val="accent1"/>
                </a:solidFill>
                <a:cs typeface="+mn-ea"/>
                <a:sym typeface="+mn-lt"/>
              </a:rPr>
              <a:t>在此输入小标题</a:t>
            </a:r>
          </a:p>
        </p:txBody>
      </p:sp>
      <p:sp>
        <p:nvSpPr>
          <p:cNvPr id="12" name="文本框 11"/>
          <p:cNvSpPr txBox="1"/>
          <p:nvPr/>
        </p:nvSpPr>
        <p:spPr>
          <a:xfrm>
            <a:off x="4801746" y="1941050"/>
            <a:ext cx="198462" cy="150406"/>
          </a:xfrm>
          <a:custGeom>
            <a:avLst/>
            <a:gdLst/>
            <a:ahLst/>
            <a:cxnLst/>
            <a:rect l="l" t="t" r="r" b="b"/>
            <a:pathLst>
              <a:path w="127193" h="96394">
                <a:moveTo>
                  <a:pt x="99994" y="0"/>
                </a:moveTo>
                <a:lnTo>
                  <a:pt x="127193" y="0"/>
                </a:lnTo>
                <a:lnTo>
                  <a:pt x="103794" y="96394"/>
                </a:lnTo>
                <a:lnTo>
                  <a:pt x="68396" y="96394"/>
                </a:lnTo>
                <a:close/>
                <a:moveTo>
                  <a:pt x="31599" y="0"/>
                </a:moveTo>
                <a:lnTo>
                  <a:pt x="58797" y="0"/>
                </a:lnTo>
                <a:lnTo>
                  <a:pt x="35398" y="96394"/>
                </a:lnTo>
                <a:lnTo>
                  <a:pt x="0" y="96394"/>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200" dirty="0">
              <a:solidFill>
                <a:schemeClr val="accent2"/>
              </a:solidFill>
              <a:cs typeface="+mn-ea"/>
              <a:sym typeface="+mn-lt"/>
            </a:endParaRPr>
          </a:p>
        </p:txBody>
      </p:sp>
      <p:sp>
        <p:nvSpPr>
          <p:cNvPr id="13" name="矩形 12"/>
          <p:cNvSpPr/>
          <p:nvPr/>
        </p:nvSpPr>
        <p:spPr>
          <a:xfrm>
            <a:off x="4779017" y="2365066"/>
            <a:ext cx="2615678" cy="1708160"/>
          </a:xfrm>
          <a:prstGeom prst="rect">
            <a:avLst/>
          </a:prstGeom>
        </p:spPr>
        <p:txBody>
          <a:bodyPr wrap="square" lIns="0" rIns="0">
            <a:spAutoFit/>
          </a:bodyPr>
          <a:lstStyle/>
          <a:p>
            <a:pPr>
              <a:lnSpc>
                <a:spcPct val="150000"/>
              </a:lnSpc>
            </a:pPr>
            <a:r>
              <a:rPr lang="zh-CN" altLang="en-US" sz="1400" dirty="0">
                <a:solidFill>
                  <a:schemeClr val="accent2"/>
                </a:solidFill>
                <a:cs typeface="+mn-ea"/>
                <a:sym typeface="+mn-lt"/>
              </a:rPr>
              <a:t>点击此处输入文字描述内容，可以是与此小标题或者与此图形所相关的内容说明介绍、数据统计分析、事件过程分析、归纳总结概述等。</a:t>
            </a:r>
          </a:p>
        </p:txBody>
      </p:sp>
      <p:cxnSp>
        <p:nvCxnSpPr>
          <p:cNvPr id="14" name="直接连接符 13"/>
          <p:cNvCxnSpPr/>
          <p:nvPr/>
        </p:nvCxnSpPr>
        <p:spPr>
          <a:xfrm>
            <a:off x="4797305" y="4979413"/>
            <a:ext cx="2615913" cy="0"/>
          </a:xfrm>
          <a:prstGeom prst="line">
            <a:avLst/>
          </a:prstGeom>
          <a:ln>
            <a:gradFill>
              <a:gsLst>
                <a:gs pos="0">
                  <a:schemeClr val="accent2"/>
                </a:gs>
                <a:gs pos="100000">
                  <a:schemeClr val="accent2">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294310" y="5357588"/>
            <a:ext cx="2100385" cy="338554"/>
          </a:xfrm>
          <a:prstGeom prst="rect">
            <a:avLst/>
          </a:prstGeom>
        </p:spPr>
        <p:txBody>
          <a:bodyPr wrap="square" lIns="0" rIns="0">
            <a:spAutoFit/>
          </a:bodyPr>
          <a:lstStyle/>
          <a:p>
            <a:r>
              <a:rPr lang="zh-CN" altLang="en-US" sz="1600" dirty="0">
                <a:solidFill>
                  <a:schemeClr val="accent2"/>
                </a:solidFill>
                <a:cs typeface="+mn-ea"/>
                <a:sym typeface="+mn-lt"/>
              </a:rPr>
              <a:t>在此输入小标题</a:t>
            </a:r>
          </a:p>
        </p:txBody>
      </p:sp>
      <p:sp>
        <p:nvSpPr>
          <p:cNvPr id="16" name="文本框 15"/>
          <p:cNvSpPr txBox="1"/>
          <p:nvPr/>
        </p:nvSpPr>
        <p:spPr>
          <a:xfrm>
            <a:off x="8705581" y="1941049"/>
            <a:ext cx="198460" cy="150405"/>
          </a:xfrm>
          <a:custGeom>
            <a:avLst/>
            <a:gdLst/>
            <a:ahLst/>
            <a:cxnLst/>
            <a:rect l="l" t="t" r="r" b="b"/>
            <a:pathLst>
              <a:path w="127192" h="96394">
                <a:moveTo>
                  <a:pt x="99994" y="0"/>
                </a:moveTo>
                <a:lnTo>
                  <a:pt x="127192" y="0"/>
                </a:lnTo>
                <a:lnTo>
                  <a:pt x="103794" y="96394"/>
                </a:lnTo>
                <a:lnTo>
                  <a:pt x="68396" y="96394"/>
                </a:lnTo>
                <a:close/>
                <a:moveTo>
                  <a:pt x="31598" y="0"/>
                </a:moveTo>
                <a:lnTo>
                  <a:pt x="58797" y="0"/>
                </a:lnTo>
                <a:lnTo>
                  <a:pt x="35398" y="96394"/>
                </a:lnTo>
                <a:lnTo>
                  <a:pt x="0" y="96394"/>
                </a:ln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200" dirty="0">
              <a:solidFill>
                <a:schemeClr val="accent3"/>
              </a:solidFill>
              <a:cs typeface="+mn-ea"/>
              <a:sym typeface="+mn-lt"/>
            </a:endParaRPr>
          </a:p>
        </p:txBody>
      </p:sp>
      <p:sp>
        <p:nvSpPr>
          <p:cNvPr id="17" name="矩形 16"/>
          <p:cNvSpPr/>
          <p:nvPr/>
        </p:nvSpPr>
        <p:spPr>
          <a:xfrm>
            <a:off x="8682851" y="2365066"/>
            <a:ext cx="2615678" cy="1708160"/>
          </a:xfrm>
          <a:prstGeom prst="rect">
            <a:avLst/>
          </a:prstGeom>
        </p:spPr>
        <p:txBody>
          <a:bodyPr wrap="square" lIns="0" rIns="0">
            <a:spAutoFit/>
          </a:bodyPr>
          <a:lstStyle/>
          <a:p>
            <a:pPr>
              <a:lnSpc>
                <a:spcPct val="150000"/>
              </a:lnSpc>
            </a:pPr>
            <a:r>
              <a:rPr lang="zh-CN" altLang="en-US" sz="1400" dirty="0">
                <a:solidFill>
                  <a:schemeClr val="accent3"/>
                </a:solidFill>
                <a:cs typeface="+mn-ea"/>
                <a:sym typeface="+mn-lt"/>
              </a:rPr>
              <a:t>点击此处输入文字描述内容，可以是与此小标题或者与此图形所相关的内容说明介绍、数据统计分析、事件过程分析、归纳总结概述等。</a:t>
            </a:r>
          </a:p>
        </p:txBody>
      </p:sp>
      <p:cxnSp>
        <p:nvCxnSpPr>
          <p:cNvPr id="18" name="直接连接符 17"/>
          <p:cNvCxnSpPr/>
          <p:nvPr/>
        </p:nvCxnSpPr>
        <p:spPr>
          <a:xfrm>
            <a:off x="8701139" y="4979413"/>
            <a:ext cx="2615913" cy="0"/>
          </a:xfrm>
          <a:prstGeom prst="line">
            <a:avLst/>
          </a:prstGeom>
          <a:ln>
            <a:gradFill>
              <a:gsLst>
                <a:gs pos="0">
                  <a:schemeClr val="accent3"/>
                </a:gs>
                <a:gs pos="100000">
                  <a:schemeClr val="accent3">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9198144" y="5357588"/>
            <a:ext cx="2100385" cy="338554"/>
          </a:xfrm>
          <a:prstGeom prst="rect">
            <a:avLst/>
          </a:prstGeom>
        </p:spPr>
        <p:txBody>
          <a:bodyPr wrap="square" lIns="0" rIns="0">
            <a:spAutoFit/>
          </a:bodyPr>
          <a:lstStyle/>
          <a:p>
            <a:r>
              <a:rPr lang="zh-CN" altLang="en-US" sz="1600" dirty="0">
                <a:solidFill>
                  <a:schemeClr val="accent3"/>
                </a:solidFill>
                <a:cs typeface="+mn-ea"/>
                <a:sym typeface="+mn-lt"/>
              </a:rPr>
              <a:t>在此输入小标题</a:t>
            </a:r>
          </a:p>
        </p:txBody>
      </p:sp>
      <p:sp>
        <p:nvSpPr>
          <p:cNvPr id="20" name="任意多边形 19"/>
          <p:cNvSpPr>
            <a:spLocks noChangeAspect="1"/>
          </p:cNvSpPr>
          <p:nvPr/>
        </p:nvSpPr>
        <p:spPr>
          <a:xfrm>
            <a:off x="4799690" y="5383902"/>
            <a:ext cx="285926" cy="285926"/>
          </a:xfrm>
          <a:custGeom>
            <a:avLst/>
            <a:gdLst>
              <a:gd name="connsiteX0" fmla="*/ 5191247 w 5745708"/>
              <a:gd name="connsiteY0" fmla="*/ 4142095 h 5745708"/>
              <a:gd name="connsiteX1" fmla="*/ 5745708 w 5745708"/>
              <a:gd name="connsiteY1" fmla="*/ 4142095 h 5745708"/>
              <a:gd name="connsiteX2" fmla="*/ 5745708 w 5745708"/>
              <a:gd name="connsiteY2" fmla="*/ 5745708 h 5745708"/>
              <a:gd name="connsiteX3" fmla="*/ 4142095 w 5745708"/>
              <a:gd name="connsiteY3" fmla="*/ 5745708 h 5745708"/>
              <a:gd name="connsiteX4" fmla="*/ 4142095 w 5745708"/>
              <a:gd name="connsiteY4" fmla="*/ 5191247 h 5745708"/>
              <a:gd name="connsiteX5" fmla="*/ 5191247 w 5745708"/>
              <a:gd name="connsiteY5" fmla="*/ 5191247 h 5745708"/>
              <a:gd name="connsiteX6" fmla="*/ 0 w 5745708"/>
              <a:gd name="connsiteY6" fmla="*/ 4142095 h 5745708"/>
              <a:gd name="connsiteX7" fmla="*/ 554461 w 5745708"/>
              <a:gd name="connsiteY7" fmla="*/ 4142095 h 5745708"/>
              <a:gd name="connsiteX8" fmla="*/ 554461 w 5745708"/>
              <a:gd name="connsiteY8" fmla="*/ 5191247 h 5745708"/>
              <a:gd name="connsiteX9" fmla="*/ 1603612 w 5745708"/>
              <a:gd name="connsiteY9" fmla="*/ 5191247 h 5745708"/>
              <a:gd name="connsiteX10" fmla="*/ 1603612 w 5745708"/>
              <a:gd name="connsiteY10" fmla="*/ 5745708 h 5745708"/>
              <a:gd name="connsiteX11" fmla="*/ 0 w 5745708"/>
              <a:gd name="connsiteY11" fmla="*/ 5745708 h 5745708"/>
              <a:gd name="connsiteX12" fmla="*/ 4142095 w 5745708"/>
              <a:gd name="connsiteY12" fmla="*/ 0 h 5745708"/>
              <a:gd name="connsiteX13" fmla="*/ 5745708 w 5745708"/>
              <a:gd name="connsiteY13" fmla="*/ 0 h 5745708"/>
              <a:gd name="connsiteX14" fmla="*/ 5745708 w 5745708"/>
              <a:gd name="connsiteY14" fmla="*/ 1603612 h 5745708"/>
              <a:gd name="connsiteX15" fmla="*/ 5191247 w 5745708"/>
              <a:gd name="connsiteY15" fmla="*/ 1603612 h 5745708"/>
              <a:gd name="connsiteX16" fmla="*/ 5191247 w 5745708"/>
              <a:gd name="connsiteY16" fmla="*/ 554461 h 5745708"/>
              <a:gd name="connsiteX17" fmla="*/ 4142095 w 5745708"/>
              <a:gd name="connsiteY17" fmla="*/ 554461 h 5745708"/>
              <a:gd name="connsiteX18" fmla="*/ 0 w 5745708"/>
              <a:gd name="connsiteY18" fmla="*/ 0 h 5745708"/>
              <a:gd name="connsiteX19" fmla="*/ 1603612 w 5745708"/>
              <a:gd name="connsiteY19" fmla="*/ 0 h 5745708"/>
              <a:gd name="connsiteX20" fmla="*/ 1603612 w 5745708"/>
              <a:gd name="connsiteY20" fmla="*/ 554461 h 5745708"/>
              <a:gd name="connsiteX21" fmla="*/ 554461 w 5745708"/>
              <a:gd name="connsiteY21" fmla="*/ 554461 h 5745708"/>
              <a:gd name="connsiteX22" fmla="*/ 554461 w 5745708"/>
              <a:gd name="connsiteY22" fmla="*/ 1603612 h 5745708"/>
              <a:gd name="connsiteX23" fmla="*/ 0 w 5745708"/>
              <a:gd name="connsiteY23" fmla="*/ 1603612 h 5745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45708" h="5745708">
                <a:moveTo>
                  <a:pt x="5191247" y="4142095"/>
                </a:moveTo>
                <a:lnTo>
                  <a:pt x="5745708" y="4142095"/>
                </a:lnTo>
                <a:lnTo>
                  <a:pt x="5745708" y="5745708"/>
                </a:lnTo>
                <a:lnTo>
                  <a:pt x="4142095" y="5745708"/>
                </a:lnTo>
                <a:lnTo>
                  <a:pt x="4142095" y="5191247"/>
                </a:lnTo>
                <a:lnTo>
                  <a:pt x="5191247" y="5191247"/>
                </a:lnTo>
                <a:close/>
                <a:moveTo>
                  <a:pt x="0" y="4142095"/>
                </a:moveTo>
                <a:lnTo>
                  <a:pt x="554461" y="4142095"/>
                </a:lnTo>
                <a:lnTo>
                  <a:pt x="554461" y="5191247"/>
                </a:lnTo>
                <a:lnTo>
                  <a:pt x="1603612" y="5191247"/>
                </a:lnTo>
                <a:lnTo>
                  <a:pt x="1603612" y="5745708"/>
                </a:lnTo>
                <a:lnTo>
                  <a:pt x="0" y="5745708"/>
                </a:lnTo>
                <a:close/>
                <a:moveTo>
                  <a:pt x="4142095" y="0"/>
                </a:moveTo>
                <a:lnTo>
                  <a:pt x="5745708" y="0"/>
                </a:lnTo>
                <a:lnTo>
                  <a:pt x="5745708" y="1603612"/>
                </a:lnTo>
                <a:lnTo>
                  <a:pt x="5191247" y="1603612"/>
                </a:lnTo>
                <a:lnTo>
                  <a:pt x="5191247" y="554461"/>
                </a:lnTo>
                <a:lnTo>
                  <a:pt x="4142095" y="554461"/>
                </a:lnTo>
                <a:close/>
                <a:moveTo>
                  <a:pt x="0" y="0"/>
                </a:moveTo>
                <a:lnTo>
                  <a:pt x="1603612" y="0"/>
                </a:lnTo>
                <a:lnTo>
                  <a:pt x="1603612" y="554461"/>
                </a:lnTo>
                <a:lnTo>
                  <a:pt x="554461" y="554461"/>
                </a:lnTo>
                <a:lnTo>
                  <a:pt x="554461" y="1603612"/>
                </a:lnTo>
                <a:lnTo>
                  <a:pt x="0" y="16036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solidFill>
                <a:schemeClr val="accent2"/>
              </a:solidFill>
              <a:cs typeface="+mn-ea"/>
              <a:sym typeface="+mn-lt"/>
            </a:endParaRPr>
          </a:p>
        </p:txBody>
      </p:sp>
      <p:sp>
        <p:nvSpPr>
          <p:cNvPr id="21" name="任意多边形 20"/>
          <p:cNvSpPr>
            <a:spLocks noChangeAspect="1"/>
          </p:cNvSpPr>
          <p:nvPr/>
        </p:nvSpPr>
        <p:spPr>
          <a:xfrm>
            <a:off x="8702976" y="5383902"/>
            <a:ext cx="285940" cy="285926"/>
          </a:xfrm>
          <a:custGeom>
            <a:avLst/>
            <a:gdLst>
              <a:gd name="connsiteX0" fmla="*/ 3019603 w 5127246"/>
              <a:gd name="connsiteY0" fmla="*/ 1 h 5126995"/>
              <a:gd name="connsiteX1" fmla="*/ 3415388 w 5127246"/>
              <a:gd name="connsiteY1" fmla="*/ 1 h 5126995"/>
              <a:gd name="connsiteX2" fmla="*/ 3415388 w 5127246"/>
              <a:gd name="connsiteY2" fmla="*/ 1 h 5126995"/>
              <a:gd name="connsiteX3" fmla="*/ 4698278 w 5127246"/>
              <a:gd name="connsiteY3" fmla="*/ 1 h 5126995"/>
              <a:gd name="connsiteX4" fmla="*/ 4698278 w 5127246"/>
              <a:gd name="connsiteY4" fmla="*/ 395786 h 5126995"/>
              <a:gd name="connsiteX5" fmla="*/ 3932325 w 5127246"/>
              <a:gd name="connsiteY5" fmla="*/ 395786 h 5126995"/>
              <a:gd name="connsiteX6" fmla="*/ 4124806 w 5127246"/>
              <a:gd name="connsiteY6" fmla="*/ 529731 h 5126995"/>
              <a:gd name="connsiteX7" fmla="*/ 5072600 w 5127246"/>
              <a:gd name="connsiteY7" fmla="*/ 3087840 h 5126995"/>
              <a:gd name="connsiteX8" fmla="*/ 2206701 w 5127246"/>
              <a:gd name="connsiteY8" fmla="*/ 5101785 h 5126995"/>
              <a:gd name="connsiteX9" fmla="*/ 6960 w 5127246"/>
              <a:gd name="connsiteY9" fmla="*/ 2375891 h 5126995"/>
              <a:gd name="connsiteX10" fmla="*/ 2580824 w 5127246"/>
              <a:gd name="connsiteY10" fmla="*/ 59 h 5126995"/>
              <a:gd name="connsiteX11" fmla="*/ 2578183 w 5127246"/>
              <a:gd name="connsiteY11" fmla="*/ 390041 h 5126995"/>
              <a:gd name="connsiteX12" fmla="*/ 395907 w 5127246"/>
              <a:gd name="connsiteY12" fmla="*/ 2404414 h 5126995"/>
              <a:gd name="connsiteX13" fmla="*/ 2260979 w 5127246"/>
              <a:gd name="connsiteY13" fmla="*/ 4715589 h 5126995"/>
              <a:gd name="connsiteX14" fmla="*/ 4690859 w 5127246"/>
              <a:gd name="connsiteY14" fmla="*/ 3008045 h 5126995"/>
              <a:gd name="connsiteX15" fmla="*/ 3540680 w 5127246"/>
              <a:gd name="connsiteY15" fmla="*/ 621706 h 5126995"/>
              <a:gd name="connsiteX16" fmla="*/ 3415388 w 5127246"/>
              <a:gd name="connsiteY16" fmla="*/ 566161 h 5126995"/>
              <a:gd name="connsiteX17" fmla="*/ 3415388 w 5127246"/>
              <a:gd name="connsiteY17" fmla="*/ 1678676 h 5126995"/>
              <a:gd name="connsiteX18" fmla="*/ 3019603 w 5127246"/>
              <a:gd name="connsiteY18" fmla="*/ 1678676 h 5126995"/>
              <a:gd name="connsiteX19" fmla="*/ 3019603 w 5127246"/>
              <a:gd name="connsiteY19" fmla="*/ 395786 h 5126995"/>
              <a:gd name="connsiteX20" fmla="*/ 3019603 w 5127246"/>
              <a:gd name="connsiteY20" fmla="*/ 1 h 512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7246" h="5126995">
                <a:moveTo>
                  <a:pt x="3019603" y="1"/>
                </a:moveTo>
                <a:lnTo>
                  <a:pt x="3415388" y="1"/>
                </a:lnTo>
                <a:lnTo>
                  <a:pt x="3415388" y="1"/>
                </a:lnTo>
                <a:lnTo>
                  <a:pt x="4698278" y="1"/>
                </a:lnTo>
                <a:lnTo>
                  <a:pt x="4698278" y="395786"/>
                </a:lnTo>
                <a:lnTo>
                  <a:pt x="3932325" y="395786"/>
                </a:lnTo>
                <a:lnTo>
                  <a:pt x="4124806" y="529731"/>
                </a:lnTo>
                <a:cubicBezTo>
                  <a:pt x="4883989" y="1113031"/>
                  <a:pt x="5279709" y="2097011"/>
                  <a:pt x="5072600" y="3087840"/>
                </a:cubicBezTo>
                <a:cubicBezTo>
                  <a:pt x="4796456" y="4408946"/>
                  <a:pt x="3543223" y="5289627"/>
                  <a:pt x="2206701" y="5101785"/>
                </a:cubicBezTo>
                <a:cubicBezTo>
                  <a:pt x="870179" y="4913944"/>
                  <a:pt x="-91749" y="3721935"/>
                  <a:pt x="6960" y="2375891"/>
                </a:cubicBezTo>
                <a:cubicBezTo>
                  <a:pt x="105669" y="1029848"/>
                  <a:pt x="1231197" y="-9083"/>
                  <a:pt x="2580824" y="59"/>
                </a:cubicBezTo>
                <a:lnTo>
                  <a:pt x="2578183" y="390041"/>
                </a:lnTo>
                <a:cubicBezTo>
                  <a:pt x="1433889" y="382290"/>
                  <a:pt x="479599" y="1263158"/>
                  <a:pt x="395907" y="2404414"/>
                </a:cubicBezTo>
                <a:cubicBezTo>
                  <a:pt x="312216" y="3545670"/>
                  <a:pt x="1127796" y="4556327"/>
                  <a:pt x="2260979" y="4715589"/>
                </a:cubicBezTo>
                <a:cubicBezTo>
                  <a:pt x="3394163" y="4874852"/>
                  <a:pt x="4456728" y="4128158"/>
                  <a:pt x="4690859" y="3008045"/>
                </a:cubicBezTo>
                <a:cubicBezTo>
                  <a:pt x="4895724" y="2027946"/>
                  <a:pt x="4404906" y="1055754"/>
                  <a:pt x="3540680" y="621706"/>
                </a:cubicBezTo>
                <a:lnTo>
                  <a:pt x="3415388" y="566161"/>
                </a:lnTo>
                <a:lnTo>
                  <a:pt x="3415388" y="1678676"/>
                </a:lnTo>
                <a:lnTo>
                  <a:pt x="3019603" y="1678676"/>
                </a:lnTo>
                <a:lnTo>
                  <a:pt x="3019603" y="395786"/>
                </a:lnTo>
                <a:lnTo>
                  <a:pt x="3019603" y="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600">
              <a:solidFill>
                <a:schemeClr val="accent3"/>
              </a:solidFill>
              <a:cs typeface="+mn-ea"/>
              <a:sym typeface="+mn-lt"/>
            </a:endParaRPr>
          </a:p>
        </p:txBody>
      </p:sp>
      <p:sp>
        <p:nvSpPr>
          <p:cNvPr id="22" name="矩形 21"/>
          <p:cNvSpPr/>
          <p:nvPr/>
        </p:nvSpPr>
        <p:spPr>
          <a:xfrm>
            <a:off x="989831" y="4223828"/>
            <a:ext cx="2615678" cy="377411"/>
          </a:xfrm>
          <a:prstGeom prst="rect">
            <a:avLst/>
          </a:prstGeom>
        </p:spPr>
        <p:txBody>
          <a:bodyPr wrap="square" lIns="0" rIns="0">
            <a:spAutoFit/>
          </a:bodyPr>
          <a:lstStyle/>
          <a:p>
            <a:pPr>
              <a:lnSpc>
                <a:spcPct val="150000"/>
              </a:lnSpc>
            </a:pPr>
            <a:r>
              <a:rPr lang="en-US" altLang="zh-CN" sz="1400" b="1" dirty="0">
                <a:solidFill>
                  <a:schemeClr val="accent1"/>
                </a:solidFill>
                <a:cs typeface="+mn-ea"/>
                <a:sym typeface="+mn-lt"/>
              </a:rPr>
              <a:t>KEY WORDS HERE</a:t>
            </a:r>
            <a:endParaRPr lang="zh-CN" altLang="en-US" sz="1400" b="1" dirty="0">
              <a:solidFill>
                <a:schemeClr val="accent1"/>
              </a:solidFill>
              <a:cs typeface="+mn-ea"/>
              <a:sym typeface="+mn-lt"/>
            </a:endParaRPr>
          </a:p>
        </p:txBody>
      </p:sp>
      <p:sp>
        <p:nvSpPr>
          <p:cNvPr id="23" name="矩形 22"/>
          <p:cNvSpPr/>
          <p:nvPr/>
        </p:nvSpPr>
        <p:spPr>
          <a:xfrm>
            <a:off x="4779017" y="4223828"/>
            <a:ext cx="2615678" cy="377411"/>
          </a:xfrm>
          <a:prstGeom prst="rect">
            <a:avLst/>
          </a:prstGeom>
        </p:spPr>
        <p:txBody>
          <a:bodyPr wrap="square" lIns="0" rIns="0">
            <a:spAutoFit/>
          </a:bodyPr>
          <a:lstStyle/>
          <a:p>
            <a:pPr>
              <a:lnSpc>
                <a:spcPct val="150000"/>
              </a:lnSpc>
            </a:pPr>
            <a:r>
              <a:rPr lang="en-US" altLang="zh-CN" sz="1400" b="1" dirty="0">
                <a:solidFill>
                  <a:schemeClr val="accent2"/>
                </a:solidFill>
                <a:cs typeface="+mn-ea"/>
                <a:sym typeface="+mn-lt"/>
              </a:rPr>
              <a:t>KEY WORDS HERE</a:t>
            </a:r>
            <a:endParaRPr lang="zh-CN" altLang="en-US" sz="1400" b="1" dirty="0">
              <a:solidFill>
                <a:schemeClr val="accent2"/>
              </a:solidFill>
              <a:cs typeface="+mn-ea"/>
              <a:sym typeface="+mn-lt"/>
            </a:endParaRPr>
          </a:p>
        </p:txBody>
      </p:sp>
      <p:sp>
        <p:nvSpPr>
          <p:cNvPr id="24" name="矩形 23"/>
          <p:cNvSpPr/>
          <p:nvPr/>
        </p:nvSpPr>
        <p:spPr>
          <a:xfrm>
            <a:off x="8682851" y="4223828"/>
            <a:ext cx="2615678" cy="377411"/>
          </a:xfrm>
          <a:prstGeom prst="rect">
            <a:avLst/>
          </a:prstGeom>
        </p:spPr>
        <p:txBody>
          <a:bodyPr wrap="square" lIns="0" rIns="0">
            <a:spAutoFit/>
          </a:bodyPr>
          <a:lstStyle/>
          <a:p>
            <a:pPr>
              <a:lnSpc>
                <a:spcPct val="150000"/>
              </a:lnSpc>
            </a:pPr>
            <a:r>
              <a:rPr lang="en-US" altLang="zh-CN" sz="1400" b="1" dirty="0">
                <a:solidFill>
                  <a:schemeClr val="accent3"/>
                </a:solidFill>
                <a:cs typeface="+mn-ea"/>
                <a:sym typeface="+mn-lt"/>
              </a:rPr>
              <a:t>KEY WORDS HERE</a:t>
            </a:r>
            <a:endParaRPr lang="zh-CN" altLang="en-US" sz="1400" b="1" dirty="0">
              <a:solidFill>
                <a:schemeClr val="accent3"/>
              </a:solidFill>
              <a:cs typeface="+mn-ea"/>
              <a:sym typeface="+mn-lt"/>
            </a:endParaRPr>
          </a:p>
        </p:txBody>
      </p:sp>
      <p:sp>
        <p:nvSpPr>
          <p:cNvPr id="25" name="圆角矩形 24"/>
          <p:cNvSpPr/>
          <p:nvPr/>
        </p:nvSpPr>
        <p:spPr>
          <a:xfrm>
            <a:off x="2094963" y="6367192"/>
            <a:ext cx="360000" cy="720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25"/>
          <p:cNvSpPr/>
          <p:nvPr/>
        </p:nvSpPr>
        <p:spPr>
          <a:xfrm>
            <a:off x="5906855" y="6367192"/>
            <a:ext cx="360000" cy="7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9737037" y="6367192"/>
            <a:ext cx="360000" cy="7200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657258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49" presetClass="entr" presetSubtype="0" decel="10000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cBhvr>
                                        <p:cTn id="10" dur="500" fill="hold"/>
                                        <p:tgtEl>
                                          <p:spTgt spid="25"/>
                                        </p:tgtEl>
                                        <p:attrNameLst>
                                          <p:attrName>ppt_w</p:attrName>
                                        </p:attrNameLst>
                                      </p:cBhvr>
                                      <p:tavLst>
                                        <p:tav tm="0">
                                          <p:val>
                                            <p:fltVal val="0"/>
                                          </p:val>
                                        </p:tav>
                                        <p:tav tm="100000">
                                          <p:val>
                                            <p:strVal val="#ppt_w"/>
                                          </p:val>
                                        </p:tav>
                                      </p:tavLst>
                                    </p:anim>
                                    <p:anim calcmode="lin" valueType="num">
                                      <p:cBhvr>
                                        <p:cTn id="11" dur="500" fill="hold"/>
                                        <p:tgtEl>
                                          <p:spTgt spid="25"/>
                                        </p:tgtEl>
                                        <p:attrNameLst>
                                          <p:attrName>ppt_h</p:attrName>
                                        </p:attrNameLst>
                                      </p:cBhvr>
                                      <p:tavLst>
                                        <p:tav tm="0">
                                          <p:val>
                                            <p:fltVal val="0"/>
                                          </p:val>
                                        </p:tav>
                                        <p:tav tm="100000">
                                          <p:val>
                                            <p:strVal val="#ppt_h"/>
                                          </p:val>
                                        </p:tav>
                                      </p:tavLst>
                                    </p:anim>
                                    <p:anim calcmode="lin" valueType="num">
                                      <p:cBhvr>
                                        <p:cTn id="12" dur="500" fill="hold"/>
                                        <p:tgtEl>
                                          <p:spTgt spid="25"/>
                                        </p:tgtEl>
                                        <p:attrNameLst>
                                          <p:attrName>style.rotation</p:attrName>
                                        </p:attrNameLst>
                                      </p:cBhvr>
                                      <p:tavLst>
                                        <p:tav tm="0">
                                          <p:val>
                                            <p:fltVal val="360"/>
                                          </p:val>
                                        </p:tav>
                                        <p:tav tm="100000">
                                          <p:val>
                                            <p:fltVal val="0"/>
                                          </p:val>
                                        </p:tav>
                                      </p:tavLst>
                                    </p:anim>
                                    <p:animEffect transition="in" filter="fade">
                                      <p:cBhvr>
                                        <p:cTn id="13" dur="500"/>
                                        <p:tgtEl>
                                          <p:spTgt spid="25"/>
                                        </p:tgtEl>
                                      </p:cBhvr>
                                    </p:animEffect>
                                  </p:childTnLst>
                                </p:cTn>
                              </p:par>
                            </p:childTnLst>
                          </p:cTn>
                        </p:par>
                        <p:par>
                          <p:cTn id="14" fill="hold">
                            <p:stCondLst>
                              <p:cond delay="500"/>
                            </p:stCondLst>
                            <p:childTnLst>
                              <p:par>
                                <p:cTn id="15" presetID="47"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1"/>
                                          </p:val>
                                        </p:tav>
                                        <p:tav tm="100000">
                                          <p:val>
                                            <p:strVal val="#ppt_y"/>
                                          </p:val>
                                        </p:tav>
                                      </p:tavLst>
                                    </p:anim>
                                  </p:childTnLst>
                                </p:cTn>
                              </p:par>
                              <p:par>
                                <p:cTn id="20" presetID="53" presetClass="entr" presetSubtype="16" fill="hold" grpId="0" nodeType="withEffect">
                                  <p:stCondLst>
                                    <p:cond delay="0"/>
                                  </p:stCondLst>
                                  <p:iterate type="lt">
                                    <p:tmPct val="1000"/>
                                  </p:iterate>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par>
                          <p:cTn id="29" fill="hold">
                            <p:stCondLst>
                              <p:cond delay="1295"/>
                            </p:stCondLst>
                            <p:childTnLst>
                              <p:par>
                                <p:cTn id="30" presetID="22" presetClass="entr" presetSubtype="8"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par>
                          <p:cTn id="33" fill="hold">
                            <p:stCondLst>
                              <p:cond delay="1795"/>
                            </p:stCondLst>
                            <p:childTnLst>
                              <p:par>
                                <p:cTn id="34" presetID="53" presetClass="entr" presetSubtype="16"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par>
                                <p:cTn id="39" presetID="12" presetClass="entr" presetSubtype="8"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p:tgtEl>
                                          <p:spTgt spid="11"/>
                                        </p:tgtEl>
                                        <p:attrNameLst>
                                          <p:attrName>ppt_x</p:attrName>
                                        </p:attrNameLst>
                                      </p:cBhvr>
                                      <p:tavLst>
                                        <p:tav tm="0">
                                          <p:val>
                                            <p:strVal val="#ppt_x-#ppt_w*1.125000"/>
                                          </p:val>
                                        </p:tav>
                                        <p:tav tm="100000">
                                          <p:val>
                                            <p:strVal val="#ppt_x"/>
                                          </p:val>
                                        </p:tav>
                                      </p:tavLst>
                                    </p:anim>
                                    <p:animEffect transition="in" filter="wipe(right)">
                                      <p:cBhvr>
                                        <p:cTn id="42" dur="500"/>
                                        <p:tgtEl>
                                          <p:spTgt spid="11"/>
                                        </p:tgtEl>
                                      </p:cBhvr>
                                    </p:animEffect>
                                  </p:childTnLst>
                                </p:cTn>
                              </p:par>
                            </p:childTnLst>
                          </p:cTn>
                        </p:par>
                        <p:par>
                          <p:cTn id="43" fill="hold">
                            <p:stCondLst>
                              <p:cond delay="2295"/>
                            </p:stCondLst>
                            <p:childTnLst>
                              <p:par>
                                <p:cTn id="44" presetID="22" presetClass="entr" presetSubtype="1"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up)">
                                      <p:cBhvr>
                                        <p:cTn id="46" dur="500"/>
                                        <p:tgtEl>
                                          <p:spTgt spid="5"/>
                                        </p:tgtEl>
                                      </p:cBhvr>
                                    </p:animEffect>
                                  </p:childTnLst>
                                </p:cTn>
                              </p:par>
                              <p:par>
                                <p:cTn id="47" presetID="49" presetClass="entr" presetSubtype="0" decel="10000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anim calcmode="lin" valueType="num">
                                      <p:cBhvr>
                                        <p:cTn id="51" dur="500" fill="hold"/>
                                        <p:tgtEl>
                                          <p:spTgt spid="26"/>
                                        </p:tgtEl>
                                        <p:attrNameLst>
                                          <p:attrName>style.rotation</p:attrName>
                                        </p:attrNameLst>
                                      </p:cBhvr>
                                      <p:tavLst>
                                        <p:tav tm="0">
                                          <p:val>
                                            <p:fltVal val="360"/>
                                          </p:val>
                                        </p:tav>
                                        <p:tav tm="100000">
                                          <p:val>
                                            <p:fltVal val="0"/>
                                          </p:val>
                                        </p:tav>
                                      </p:tavLst>
                                    </p:anim>
                                    <p:animEffect transition="in" filter="fade">
                                      <p:cBhvr>
                                        <p:cTn id="52" dur="500"/>
                                        <p:tgtEl>
                                          <p:spTgt spid="26"/>
                                        </p:tgtEl>
                                      </p:cBhvr>
                                    </p:animEffect>
                                  </p:childTnLst>
                                </p:cTn>
                              </p:par>
                            </p:childTnLst>
                          </p:cTn>
                        </p:par>
                        <p:par>
                          <p:cTn id="53" fill="hold">
                            <p:stCondLst>
                              <p:cond delay="2795"/>
                            </p:stCondLst>
                            <p:childTnLst>
                              <p:par>
                                <p:cTn id="54" presetID="47"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fill="hold"/>
                                        <p:tgtEl>
                                          <p:spTgt spid="12"/>
                                        </p:tgtEl>
                                        <p:attrNameLst>
                                          <p:attrName>ppt_x</p:attrName>
                                        </p:attrNameLst>
                                      </p:cBhvr>
                                      <p:tavLst>
                                        <p:tav tm="0">
                                          <p:val>
                                            <p:strVal val="#ppt_x"/>
                                          </p:val>
                                        </p:tav>
                                        <p:tav tm="100000">
                                          <p:val>
                                            <p:strVal val="#ppt_x"/>
                                          </p:val>
                                        </p:tav>
                                      </p:tavLst>
                                    </p:anim>
                                    <p:anim calcmode="lin" valueType="num">
                                      <p:cBhvr>
                                        <p:cTn id="58" dur="500" fill="hold"/>
                                        <p:tgtEl>
                                          <p:spTgt spid="12"/>
                                        </p:tgtEl>
                                        <p:attrNameLst>
                                          <p:attrName>ppt_y</p:attrName>
                                        </p:attrNameLst>
                                      </p:cBhvr>
                                      <p:tavLst>
                                        <p:tav tm="0">
                                          <p:val>
                                            <p:strVal val="#ppt_y-.1"/>
                                          </p:val>
                                        </p:tav>
                                        <p:tav tm="100000">
                                          <p:val>
                                            <p:strVal val="#ppt_y"/>
                                          </p:val>
                                        </p:tav>
                                      </p:tavLst>
                                    </p:anim>
                                  </p:childTnLst>
                                </p:cTn>
                              </p:par>
                              <p:par>
                                <p:cTn id="59" presetID="53" presetClass="entr" presetSubtype="16" fill="hold" grpId="0" nodeType="withEffect">
                                  <p:stCondLst>
                                    <p:cond delay="0"/>
                                  </p:stCondLst>
                                  <p:iterate type="lt">
                                    <p:tmPct val="1000"/>
                                  </p:iterate>
                                  <p:childTnLst>
                                    <p:set>
                                      <p:cBhvr>
                                        <p:cTn id="60" dur="1" fill="hold">
                                          <p:stCondLst>
                                            <p:cond delay="0"/>
                                          </p:stCondLst>
                                        </p:cTn>
                                        <p:tgtEl>
                                          <p:spTgt spid="13"/>
                                        </p:tgtEl>
                                        <p:attrNameLst>
                                          <p:attrName>style.visibility</p:attrName>
                                        </p:attrNameLst>
                                      </p:cBhvr>
                                      <p:to>
                                        <p:strVal val="visible"/>
                                      </p:to>
                                    </p:set>
                                    <p:anim calcmode="lin" valueType="num">
                                      <p:cBhvr>
                                        <p:cTn id="61" dur="500" fill="hold"/>
                                        <p:tgtEl>
                                          <p:spTgt spid="13"/>
                                        </p:tgtEl>
                                        <p:attrNameLst>
                                          <p:attrName>ppt_w</p:attrName>
                                        </p:attrNameLst>
                                      </p:cBhvr>
                                      <p:tavLst>
                                        <p:tav tm="0">
                                          <p:val>
                                            <p:fltVal val="0"/>
                                          </p:val>
                                        </p:tav>
                                        <p:tav tm="100000">
                                          <p:val>
                                            <p:strVal val="#ppt_w"/>
                                          </p:val>
                                        </p:tav>
                                      </p:tavLst>
                                    </p:anim>
                                    <p:anim calcmode="lin" valueType="num">
                                      <p:cBhvr>
                                        <p:cTn id="62" dur="500" fill="hold"/>
                                        <p:tgtEl>
                                          <p:spTgt spid="13"/>
                                        </p:tgtEl>
                                        <p:attrNameLst>
                                          <p:attrName>ppt_h</p:attrName>
                                        </p:attrNameLst>
                                      </p:cBhvr>
                                      <p:tavLst>
                                        <p:tav tm="0">
                                          <p:val>
                                            <p:fltVal val="0"/>
                                          </p:val>
                                        </p:tav>
                                        <p:tav tm="100000">
                                          <p:val>
                                            <p:strVal val="#ppt_h"/>
                                          </p:val>
                                        </p:tav>
                                      </p:tavLst>
                                    </p:anim>
                                    <p:animEffect transition="in" filter="fade">
                                      <p:cBhvr>
                                        <p:cTn id="63" dur="500"/>
                                        <p:tgtEl>
                                          <p:spTgt spid="13"/>
                                        </p:tgtEl>
                                      </p:cBhvr>
                                    </p:animEffect>
                                  </p:childTnLst>
                                </p:cTn>
                              </p:par>
                              <p:par>
                                <p:cTn id="64" presetID="2" presetClass="entr" presetSubtype="4"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1+#ppt_h/2"/>
                                          </p:val>
                                        </p:tav>
                                        <p:tav tm="100000">
                                          <p:val>
                                            <p:strVal val="#ppt_y"/>
                                          </p:val>
                                        </p:tav>
                                      </p:tavLst>
                                    </p:anim>
                                  </p:childTnLst>
                                </p:cTn>
                              </p:par>
                            </p:childTnLst>
                          </p:cTn>
                        </p:par>
                        <p:par>
                          <p:cTn id="68" fill="hold">
                            <p:stCondLst>
                              <p:cond delay="3590"/>
                            </p:stCondLst>
                            <p:childTnLst>
                              <p:par>
                                <p:cTn id="69" presetID="22" presetClass="entr" presetSubtype="8"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left)">
                                      <p:cBhvr>
                                        <p:cTn id="71" dur="500"/>
                                        <p:tgtEl>
                                          <p:spTgt spid="14"/>
                                        </p:tgtEl>
                                      </p:cBhvr>
                                    </p:animEffect>
                                  </p:childTnLst>
                                </p:cTn>
                              </p:par>
                            </p:childTnLst>
                          </p:cTn>
                        </p:par>
                        <p:par>
                          <p:cTn id="72" fill="hold">
                            <p:stCondLst>
                              <p:cond delay="4090"/>
                            </p:stCondLst>
                            <p:childTnLst>
                              <p:par>
                                <p:cTn id="73" presetID="53" presetClass="entr" presetSubtype="16" fill="hold" grpId="0" nodeType="after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p:cTn id="75" dur="500" fill="hold"/>
                                        <p:tgtEl>
                                          <p:spTgt spid="20"/>
                                        </p:tgtEl>
                                        <p:attrNameLst>
                                          <p:attrName>ppt_w</p:attrName>
                                        </p:attrNameLst>
                                      </p:cBhvr>
                                      <p:tavLst>
                                        <p:tav tm="0">
                                          <p:val>
                                            <p:fltVal val="0"/>
                                          </p:val>
                                        </p:tav>
                                        <p:tav tm="100000">
                                          <p:val>
                                            <p:strVal val="#ppt_w"/>
                                          </p:val>
                                        </p:tav>
                                      </p:tavLst>
                                    </p:anim>
                                    <p:anim calcmode="lin" valueType="num">
                                      <p:cBhvr>
                                        <p:cTn id="76" dur="500" fill="hold"/>
                                        <p:tgtEl>
                                          <p:spTgt spid="20"/>
                                        </p:tgtEl>
                                        <p:attrNameLst>
                                          <p:attrName>ppt_h</p:attrName>
                                        </p:attrNameLst>
                                      </p:cBhvr>
                                      <p:tavLst>
                                        <p:tav tm="0">
                                          <p:val>
                                            <p:fltVal val="0"/>
                                          </p:val>
                                        </p:tav>
                                        <p:tav tm="100000">
                                          <p:val>
                                            <p:strVal val="#ppt_h"/>
                                          </p:val>
                                        </p:tav>
                                      </p:tavLst>
                                    </p:anim>
                                    <p:animEffect transition="in" filter="fade">
                                      <p:cBhvr>
                                        <p:cTn id="77" dur="500"/>
                                        <p:tgtEl>
                                          <p:spTgt spid="20"/>
                                        </p:tgtEl>
                                      </p:cBhvr>
                                    </p:animEffect>
                                  </p:childTnLst>
                                </p:cTn>
                              </p:par>
                              <p:par>
                                <p:cTn id="78" presetID="12" presetClass="entr" presetSubtype="8" fill="hold" grpId="0" nodeType="withEffect">
                                  <p:stCondLst>
                                    <p:cond delay="0"/>
                                  </p:stCondLst>
                                  <p:childTnLst>
                                    <p:set>
                                      <p:cBhvr>
                                        <p:cTn id="79" dur="1" fill="hold">
                                          <p:stCondLst>
                                            <p:cond delay="0"/>
                                          </p:stCondLst>
                                        </p:cTn>
                                        <p:tgtEl>
                                          <p:spTgt spid="15"/>
                                        </p:tgtEl>
                                        <p:attrNameLst>
                                          <p:attrName>style.visibility</p:attrName>
                                        </p:attrNameLst>
                                      </p:cBhvr>
                                      <p:to>
                                        <p:strVal val="visible"/>
                                      </p:to>
                                    </p:set>
                                    <p:anim calcmode="lin" valueType="num">
                                      <p:cBhvr additive="base">
                                        <p:cTn id="80" dur="500"/>
                                        <p:tgtEl>
                                          <p:spTgt spid="15"/>
                                        </p:tgtEl>
                                        <p:attrNameLst>
                                          <p:attrName>ppt_x</p:attrName>
                                        </p:attrNameLst>
                                      </p:cBhvr>
                                      <p:tavLst>
                                        <p:tav tm="0">
                                          <p:val>
                                            <p:strVal val="#ppt_x-#ppt_w*1.125000"/>
                                          </p:val>
                                        </p:tav>
                                        <p:tav tm="100000">
                                          <p:val>
                                            <p:strVal val="#ppt_x"/>
                                          </p:val>
                                        </p:tav>
                                      </p:tavLst>
                                    </p:anim>
                                    <p:animEffect transition="in" filter="wipe(right)">
                                      <p:cBhvr>
                                        <p:cTn id="81" dur="500"/>
                                        <p:tgtEl>
                                          <p:spTgt spid="15"/>
                                        </p:tgtEl>
                                      </p:cBhvr>
                                    </p:animEffect>
                                  </p:childTnLst>
                                </p:cTn>
                              </p:par>
                            </p:childTnLst>
                          </p:cTn>
                        </p:par>
                        <p:par>
                          <p:cTn id="82" fill="hold">
                            <p:stCondLst>
                              <p:cond delay="4590"/>
                            </p:stCondLst>
                            <p:childTnLst>
                              <p:par>
                                <p:cTn id="83" presetID="22" presetClass="entr" presetSubtype="1" fill="hold" grpId="0" nodeType="after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wipe(up)">
                                      <p:cBhvr>
                                        <p:cTn id="85" dur="500"/>
                                        <p:tgtEl>
                                          <p:spTgt spid="6"/>
                                        </p:tgtEl>
                                      </p:cBhvr>
                                    </p:animEffect>
                                  </p:childTnLst>
                                </p:cTn>
                              </p:par>
                              <p:par>
                                <p:cTn id="86" presetID="49" presetClass="entr" presetSubtype="0" decel="100000"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p:cTn id="88" dur="500" fill="hold"/>
                                        <p:tgtEl>
                                          <p:spTgt spid="27"/>
                                        </p:tgtEl>
                                        <p:attrNameLst>
                                          <p:attrName>ppt_w</p:attrName>
                                        </p:attrNameLst>
                                      </p:cBhvr>
                                      <p:tavLst>
                                        <p:tav tm="0">
                                          <p:val>
                                            <p:fltVal val="0"/>
                                          </p:val>
                                        </p:tav>
                                        <p:tav tm="100000">
                                          <p:val>
                                            <p:strVal val="#ppt_w"/>
                                          </p:val>
                                        </p:tav>
                                      </p:tavLst>
                                    </p:anim>
                                    <p:anim calcmode="lin" valueType="num">
                                      <p:cBhvr>
                                        <p:cTn id="89" dur="500" fill="hold"/>
                                        <p:tgtEl>
                                          <p:spTgt spid="27"/>
                                        </p:tgtEl>
                                        <p:attrNameLst>
                                          <p:attrName>ppt_h</p:attrName>
                                        </p:attrNameLst>
                                      </p:cBhvr>
                                      <p:tavLst>
                                        <p:tav tm="0">
                                          <p:val>
                                            <p:fltVal val="0"/>
                                          </p:val>
                                        </p:tav>
                                        <p:tav tm="100000">
                                          <p:val>
                                            <p:strVal val="#ppt_h"/>
                                          </p:val>
                                        </p:tav>
                                      </p:tavLst>
                                    </p:anim>
                                    <p:anim calcmode="lin" valueType="num">
                                      <p:cBhvr>
                                        <p:cTn id="90" dur="500" fill="hold"/>
                                        <p:tgtEl>
                                          <p:spTgt spid="27"/>
                                        </p:tgtEl>
                                        <p:attrNameLst>
                                          <p:attrName>style.rotation</p:attrName>
                                        </p:attrNameLst>
                                      </p:cBhvr>
                                      <p:tavLst>
                                        <p:tav tm="0">
                                          <p:val>
                                            <p:fltVal val="360"/>
                                          </p:val>
                                        </p:tav>
                                        <p:tav tm="100000">
                                          <p:val>
                                            <p:fltVal val="0"/>
                                          </p:val>
                                        </p:tav>
                                      </p:tavLst>
                                    </p:anim>
                                    <p:animEffect transition="in" filter="fade">
                                      <p:cBhvr>
                                        <p:cTn id="91" dur="500"/>
                                        <p:tgtEl>
                                          <p:spTgt spid="27"/>
                                        </p:tgtEl>
                                      </p:cBhvr>
                                    </p:animEffect>
                                  </p:childTnLst>
                                </p:cTn>
                              </p:par>
                            </p:childTnLst>
                          </p:cTn>
                        </p:par>
                        <p:par>
                          <p:cTn id="92" fill="hold">
                            <p:stCondLst>
                              <p:cond delay="5090"/>
                            </p:stCondLst>
                            <p:childTnLst>
                              <p:par>
                                <p:cTn id="93" presetID="47" presetClass="entr" presetSubtype="0" fill="hold" grpId="0" nodeType="afterEffect">
                                  <p:stCondLst>
                                    <p:cond delay="0"/>
                                  </p:stCondLst>
                                  <p:childTnLst>
                                    <p:set>
                                      <p:cBhvr>
                                        <p:cTn id="94" dur="1" fill="hold">
                                          <p:stCondLst>
                                            <p:cond delay="0"/>
                                          </p:stCondLst>
                                        </p:cTn>
                                        <p:tgtEl>
                                          <p:spTgt spid="16"/>
                                        </p:tgtEl>
                                        <p:attrNameLst>
                                          <p:attrName>style.visibility</p:attrName>
                                        </p:attrNameLst>
                                      </p:cBhvr>
                                      <p:to>
                                        <p:strVal val="visible"/>
                                      </p:to>
                                    </p:set>
                                    <p:animEffect transition="in" filter="fade">
                                      <p:cBhvr>
                                        <p:cTn id="95" dur="500"/>
                                        <p:tgtEl>
                                          <p:spTgt spid="16"/>
                                        </p:tgtEl>
                                      </p:cBhvr>
                                    </p:animEffect>
                                    <p:anim calcmode="lin" valueType="num">
                                      <p:cBhvr>
                                        <p:cTn id="96" dur="500" fill="hold"/>
                                        <p:tgtEl>
                                          <p:spTgt spid="16"/>
                                        </p:tgtEl>
                                        <p:attrNameLst>
                                          <p:attrName>ppt_x</p:attrName>
                                        </p:attrNameLst>
                                      </p:cBhvr>
                                      <p:tavLst>
                                        <p:tav tm="0">
                                          <p:val>
                                            <p:strVal val="#ppt_x"/>
                                          </p:val>
                                        </p:tav>
                                        <p:tav tm="100000">
                                          <p:val>
                                            <p:strVal val="#ppt_x"/>
                                          </p:val>
                                        </p:tav>
                                      </p:tavLst>
                                    </p:anim>
                                    <p:anim calcmode="lin" valueType="num">
                                      <p:cBhvr>
                                        <p:cTn id="97" dur="500" fill="hold"/>
                                        <p:tgtEl>
                                          <p:spTgt spid="16"/>
                                        </p:tgtEl>
                                        <p:attrNameLst>
                                          <p:attrName>ppt_y</p:attrName>
                                        </p:attrNameLst>
                                      </p:cBhvr>
                                      <p:tavLst>
                                        <p:tav tm="0">
                                          <p:val>
                                            <p:strVal val="#ppt_y-.1"/>
                                          </p:val>
                                        </p:tav>
                                        <p:tav tm="100000">
                                          <p:val>
                                            <p:strVal val="#ppt_y"/>
                                          </p:val>
                                        </p:tav>
                                      </p:tavLst>
                                    </p:anim>
                                  </p:childTnLst>
                                </p:cTn>
                              </p:par>
                              <p:par>
                                <p:cTn id="98" presetID="53" presetClass="entr" presetSubtype="16" fill="hold" grpId="0" nodeType="withEffect">
                                  <p:stCondLst>
                                    <p:cond delay="0"/>
                                  </p:stCondLst>
                                  <p:iterate type="lt">
                                    <p:tmPct val="1000"/>
                                  </p:iterate>
                                  <p:childTnLst>
                                    <p:set>
                                      <p:cBhvr>
                                        <p:cTn id="99" dur="1" fill="hold">
                                          <p:stCondLst>
                                            <p:cond delay="0"/>
                                          </p:stCondLst>
                                        </p:cTn>
                                        <p:tgtEl>
                                          <p:spTgt spid="17"/>
                                        </p:tgtEl>
                                        <p:attrNameLst>
                                          <p:attrName>style.visibility</p:attrName>
                                        </p:attrNameLst>
                                      </p:cBhvr>
                                      <p:to>
                                        <p:strVal val="visible"/>
                                      </p:to>
                                    </p:set>
                                    <p:anim calcmode="lin" valueType="num">
                                      <p:cBhvr>
                                        <p:cTn id="100" dur="500" fill="hold"/>
                                        <p:tgtEl>
                                          <p:spTgt spid="17"/>
                                        </p:tgtEl>
                                        <p:attrNameLst>
                                          <p:attrName>ppt_w</p:attrName>
                                        </p:attrNameLst>
                                      </p:cBhvr>
                                      <p:tavLst>
                                        <p:tav tm="0">
                                          <p:val>
                                            <p:fltVal val="0"/>
                                          </p:val>
                                        </p:tav>
                                        <p:tav tm="100000">
                                          <p:val>
                                            <p:strVal val="#ppt_w"/>
                                          </p:val>
                                        </p:tav>
                                      </p:tavLst>
                                    </p:anim>
                                    <p:anim calcmode="lin" valueType="num">
                                      <p:cBhvr>
                                        <p:cTn id="101" dur="500" fill="hold"/>
                                        <p:tgtEl>
                                          <p:spTgt spid="17"/>
                                        </p:tgtEl>
                                        <p:attrNameLst>
                                          <p:attrName>ppt_h</p:attrName>
                                        </p:attrNameLst>
                                      </p:cBhvr>
                                      <p:tavLst>
                                        <p:tav tm="0">
                                          <p:val>
                                            <p:fltVal val="0"/>
                                          </p:val>
                                        </p:tav>
                                        <p:tav tm="100000">
                                          <p:val>
                                            <p:strVal val="#ppt_h"/>
                                          </p:val>
                                        </p:tav>
                                      </p:tavLst>
                                    </p:anim>
                                    <p:animEffect transition="in" filter="fade">
                                      <p:cBhvr>
                                        <p:cTn id="102" dur="500"/>
                                        <p:tgtEl>
                                          <p:spTgt spid="17"/>
                                        </p:tgtEl>
                                      </p:cBhvr>
                                    </p:animEffect>
                                  </p:childTnLst>
                                </p:cTn>
                              </p:par>
                              <p:par>
                                <p:cTn id="103" presetID="2" presetClass="entr" presetSubtype="4"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 calcmode="lin" valueType="num">
                                      <p:cBhvr additive="base">
                                        <p:cTn id="105" dur="500" fill="hold"/>
                                        <p:tgtEl>
                                          <p:spTgt spid="24"/>
                                        </p:tgtEl>
                                        <p:attrNameLst>
                                          <p:attrName>ppt_x</p:attrName>
                                        </p:attrNameLst>
                                      </p:cBhvr>
                                      <p:tavLst>
                                        <p:tav tm="0">
                                          <p:val>
                                            <p:strVal val="#ppt_x"/>
                                          </p:val>
                                        </p:tav>
                                        <p:tav tm="100000">
                                          <p:val>
                                            <p:strVal val="#ppt_x"/>
                                          </p:val>
                                        </p:tav>
                                      </p:tavLst>
                                    </p:anim>
                                    <p:anim calcmode="lin" valueType="num">
                                      <p:cBhvr additive="base">
                                        <p:cTn id="106" dur="500" fill="hold"/>
                                        <p:tgtEl>
                                          <p:spTgt spid="24"/>
                                        </p:tgtEl>
                                        <p:attrNameLst>
                                          <p:attrName>ppt_y</p:attrName>
                                        </p:attrNameLst>
                                      </p:cBhvr>
                                      <p:tavLst>
                                        <p:tav tm="0">
                                          <p:val>
                                            <p:strVal val="1+#ppt_h/2"/>
                                          </p:val>
                                        </p:tav>
                                        <p:tav tm="100000">
                                          <p:val>
                                            <p:strVal val="#ppt_y"/>
                                          </p:val>
                                        </p:tav>
                                      </p:tavLst>
                                    </p:anim>
                                  </p:childTnLst>
                                </p:cTn>
                              </p:par>
                            </p:childTnLst>
                          </p:cTn>
                        </p:par>
                        <p:par>
                          <p:cTn id="107" fill="hold">
                            <p:stCondLst>
                              <p:cond delay="5885"/>
                            </p:stCondLst>
                            <p:childTnLst>
                              <p:par>
                                <p:cTn id="108" presetID="22" presetClass="entr" presetSubtype="8" fill="hold" nodeType="afterEffect">
                                  <p:stCondLst>
                                    <p:cond delay="0"/>
                                  </p:stCondLst>
                                  <p:childTnLst>
                                    <p:set>
                                      <p:cBhvr>
                                        <p:cTn id="109" dur="1" fill="hold">
                                          <p:stCondLst>
                                            <p:cond delay="0"/>
                                          </p:stCondLst>
                                        </p:cTn>
                                        <p:tgtEl>
                                          <p:spTgt spid="18"/>
                                        </p:tgtEl>
                                        <p:attrNameLst>
                                          <p:attrName>style.visibility</p:attrName>
                                        </p:attrNameLst>
                                      </p:cBhvr>
                                      <p:to>
                                        <p:strVal val="visible"/>
                                      </p:to>
                                    </p:set>
                                    <p:animEffect transition="in" filter="wipe(left)">
                                      <p:cBhvr>
                                        <p:cTn id="110" dur="500"/>
                                        <p:tgtEl>
                                          <p:spTgt spid="18"/>
                                        </p:tgtEl>
                                      </p:cBhvr>
                                    </p:animEffect>
                                  </p:childTnLst>
                                </p:cTn>
                              </p:par>
                            </p:childTnLst>
                          </p:cTn>
                        </p:par>
                        <p:par>
                          <p:cTn id="111" fill="hold">
                            <p:stCondLst>
                              <p:cond delay="6385"/>
                            </p:stCondLst>
                            <p:childTnLst>
                              <p:par>
                                <p:cTn id="112" presetID="53" presetClass="entr" presetSubtype="16" fill="hold" grpId="0" nodeType="afterEffect">
                                  <p:stCondLst>
                                    <p:cond delay="0"/>
                                  </p:stCondLst>
                                  <p:childTnLst>
                                    <p:set>
                                      <p:cBhvr>
                                        <p:cTn id="113" dur="1" fill="hold">
                                          <p:stCondLst>
                                            <p:cond delay="0"/>
                                          </p:stCondLst>
                                        </p:cTn>
                                        <p:tgtEl>
                                          <p:spTgt spid="21"/>
                                        </p:tgtEl>
                                        <p:attrNameLst>
                                          <p:attrName>style.visibility</p:attrName>
                                        </p:attrNameLst>
                                      </p:cBhvr>
                                      <p:to>
                                        <p:strVal val="visible"/>
                                      </p:to>
                                    </p:set>
                                    <p:anim calcmode="lin" valueType="num">
                                      <p:cBhvr>
                                        <p:cTn id="114" dur="500" fill="hold"/>
                                        <p:tgtEl>
                                          <p:spTgt spid="21"/>
                                        </p:tgtEl>
                                        <p:attrNameLst>
                                          <p:attrName>ppt_w</p:attrName>
                                        </p:attrNameLst>
                                      </p:cBhvr>
                                      <p:tavLst>
                                        <p:tav tm="0">
                                          <p:val>
                                            <p:fltVal val="0"/>
                                          </p:val>
                                        </p:tav>
                                        <p:tav tm="100000">
                                          <p:val>
                                            <p:strVal val="#ppt_w"/>
                                          </p:val>
                                        </p:tav>
                                      </p:tavLst>
                                    </p:anim>
                                    <p:anim calcmode="lin" valueType="num">
                                      <p:cBhvr>
                                        <p:cTn id="115" dur="500" fill="hold"/>
                                        <p:tgtEl>
                                          <p:spTgt spid="21"/>
                                        </p:tgtEl>
                                        <p:attrNameLst>
                                          <p:attrName>ppt_h</p:attrName>
                                        </p:attrNameLst>
                                      </p:cBhvr>
                                      <p:tavLst>
                                        <p:tav tm="0">
                                          <p:val>
                                            <p:fltVal val="0"/>
                                          </p:val>
                                        </p:tav>
                                        <p:tav tm="100000">
                                          <p:val>
                                            <p:strVal val="#ppt_h"/>
                                          </p:val>
                                        </p:tav>
                                      </p:tavLst>
                                    </p:anim>
                                    <p:animEffect transition="in" filter="fade">
                                      <p:cBhvr>
                                        <p:cTn id="116" dur="500"/>
                                        <p:tgtEl>
                                          <p:spTgt spid="21"/>
                                        </p:tgtEl>
                                      </p:cBhvr>
                                    </p:animEffect>
                                  </p:childTnLst>
                                </p:cTn>
                              </p:par>
                              <p:par>
                                <p:cTn id="117" presetID="12" presetClass="entr" presetSubtype="8" fill="hold" grpId="0" nodeType="withEffect">
                                  <p:stCondLst>
                                    <p:cond delay="0"/>
                                  </p:stCondLst>
                                  <p:childTnLst>
                                    <p:set>
                                      <p:cBhvr>
                                        <p:cTn id="118" dur="1" fill="hold">
                                          <p:stCondLst>
                                            <p:cond delay="0"/>
                                          </p:stCondLst>
                                        </p:cTn>
                                        <p:tgtEl>
                                          <p:spTgt spid="19"/>
                                        </p:tgtEl>
                                        <p:attrNameLst>
                                          <p:attrName>style.visibility</p:attrName>
                                        </p:attrNameLst>
                                      </p:cBhvr>
                                      <p:to>
                                        <p:strVal val="visible"/>
                                      </p:to>
                                    </p:set>
                                    <p:anim calcmode="lin" valueType="num">
                                      <p:cBhvr additive="base">
                                        <p:cTn id="119" dur="500"/>
                                        <p:tgtEl>
                                          <p:spTgt spid="19"/>
                                        </p:tgtEl>
                                        <p:attrNameLst>
                                          <p:attrName>ppt_x</p:attrName>
                                        </p:attrNameLst>
                                      </p:cBhvr>
                                      <p:tavLst>
                                        <p:tav tm="0">
                                          <p:val>
                                            <p:strVal val="#ppt_x-#ppt_w*1.125000"/>
                                          </p:val>
                                        </p:tav>
                                        <p:tav tm="100000">
                                          <p:val>
                                            <p:strVal val="#ppt_x"/>
                                          </p:val>
                                        </p:tav>
                                      </p:tavLst>
                                    </p:anim>
                                    <p:animEffect transition="in" filter="wipe(right)">
                                      <p:cBhvr>
                                        <p:cTn id="1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10" grpId="0" animBg="1"/>
      <p:bldP spid="11" grpId="0"/>
      <p:bldP spid="12" grpId="0" animBg="1"/>
      <p:bldP spid="13" grpId="0"/>
      <p:bldP spid="15" grpId="0"/>
      <p:bldP spid="16" grpId="0" animBg="1"/>
      <p:bldP spid="17" grpId="0"/>
      <p:bldP spid="19" grpId="0"/>
      <p:bldP spid="20" grpId="0" animBg="1"/>
      <p:bldP spid="21" grpId="0" animBg="1"/>
      <p:bldP spid="22" grpId="0"/>
      <p:bldP spid="23" grpId="0"/>
      <p:bldP spid="24" grpId="0"/>
      <p:bldP spid="25"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三个五年</a:t>
            </a:r>
            <a:r>
              <a:rPr lang="zh-CN" altLang="en-US" dirty="0"/>
              <a:t>规划</a:t>
            </a:r>
          </a:p>
        </p:txBody>
      </p:sp>
      <p:sp>
        <p:nvSpPr>
          <p:cNvPr id="3" name="文本占位符 2"/>
          <p:cNvSpPr>
            <a:spLocks noGrp="1"/>
          </p:cNvSpPr>
          <p:nvPr>
            <p:ph type="body" sz="quarter" idx="10"/>
          </p:nvPr>
        </p:nvSpPr>
        <p:spPr/>
        <p:txBody>
          <a:bodyPr/>
          <a:lstStyle/>
          <a:p>
            <a:r>
              <a:rPr lang="en-US" altLang="zh-CN" dirty="0" smtClean="0"/>
              <a:t>THREE FIVE-YEAR PLAN</a:t>
            </a:r>
            <a:endParaRPr lang="zh-CN" altLang="en-US" dirty="0"/>
          </a:p>
        </p:txBody>
      </p:sp>
      <p:sp>
        <p:nvSpPr>
          <p:cNvPr id="4" name="椭圆 3"/>
          <p:cNvSpPr/>
          <p:nvPr/>
        </p:nvSpPr>
        <p:spPr>
          <a:xfrm>
            <a:off x="3077776" y="1517311"/>
            <a:ext cx="575788" cy="5757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Oval 27"/>
          <p:cNvSpPr/>
          <p:nvPr/>
        </p:nvSpPr>
        <p:spPr>
          <a:xfrm>
            <a:off x="3221723" y="1661258"/>
            <a:ext cx="287894" cy="287894"/>
          </a:xfrm>
          <a:custGeom>
            <a:avLst/>
            <a:gdLst>
              <a:gd name="T0" fmla="*/ 2037 w 9132"/>
              <a:gd name="T1" fmla="*/ 0 h 9132"/>
              <a:gd name="T2" fmla="*/ 0 w 9132"/>
              <a:gd name="T3" fmla="*/ 2035 h 9132"/>
              <a:gd name="T4" fmla="*/ 2037 w 9132"/>
              <a:gd name="T5" fmla="*/ 4071 h 9132"/>
              <a:gd name="T6" fmla="*/ 4074 w 9132"/>
              <a:gd name="T7" fmla="*/ 4071 h 9132"/>
              <a:gd name="T8" fmla="*/ 4074 w 9132"/>
              <a:gd name="T9" fmla="*/ 2035 h 9132"/>
              <a:gd name="T10" fmla="*/ 2037 w 9132"/>
              <a:gd name="T11" fmla="*/ 0 h 9132"/>
              <a:gd name="T12" fmla="*/ 2037 w 9132"/>
              <a:gd name="T13" fmla="*/ 0 h 9132"/>
              <a:gd name="T14" fmla="*/ 7095 w 9132"/>
              <a:gd name="T15" fmla="*/ 369 h 9132"/>
              <a:gd name="T16" fmla="*/ 8275 w 9132"/>
              <a:gd name="T17" fmla="*/ 857 h 9132"/>
              <a:gd name="T18" fmla="*/ 8763 w 9132"/>
              <a:gd name="T19" fmla="*/ 2036 h 9132"/>
              <a:gd name="T20" fmla="*/ 8275 w 9132"/>
              <a:gd name="T21" fmla="*/ 3214 h 9132"/>
              <a:gd name="T22" fmla="*/ 7095 w 9132"/>
              <a:gd name="T23" fmla="*/ 3702 h 9132"/>
              <a:gd name="T24" fmla="*/ 5426 w 9132"/>
              <a:gd name="T25" fmla="*/ 3702 h 9132"/>
              <a:gd name="T26" fmla="*/ 5426 w 9132"/>
              <a:gd name="T27" fmla="*/ 2036 h 9132"/>
              <a:gd name="T28" fmla="*/ 5915 w 9132"/>
              <a:gd name="T29" fmla="*/ 857 h 9132"/>
              <a:gd name="T30" fmla="*/ 7095 w 9132"/>
              <a:gd name="T31" fmla="*/ 369 h 9132"/>
              <a:gd name="T32" fmla="*/ 7095 w 9132"/>
              <a:gd name="T33" fmla="*/ 0 h 9132"/>
              <a:gd name="T34" fmla="*/ 5058 w 9132"/>
              <a:gd name="T35" fmla="*/ 2035 h 9132"/>
              <a:gd name="T36" fmla="*/ 5058 w 9132"/>
              <a:gd name="T37" fmla="*/ 4071 h 9132"/>
              <a:gd name="T38" fmla="*/ 7095 w 9132"/>
              <a:gd name="T39" fmla="*/ 4071 h 9132"/>
              <a:gd name="T40" fmla="*/ 9132 w 9132"/>
              <a:gd name="T41" fmla="*/ 2035 h 9132"/>
              <a:gd name="T42" fmla="*/ 7095 w 9132"/>
              <a:gd name="T43" fmla="*/ 0 h 9132"/>
              <a:gd name="T44" fmla="*/ 7095 w 9132"/>
              <a:gd name="T45" fmla="*/ 0 h 9132"/>
              <a:gd name="T46" fmla="*/ 7095 w 9132"/>
              <a:gd name="T47" fmla="*/ 9132 h 9132"/>
              <a:gd name="T48" fmla="*/ 9132 w 9132"/>
              <a:gd name="T49" fmla="*/ 7097 h 9132"/>
              <a:gd name="T50" fmla="*/ 7095 w 9132"/>
              <a:gd name="T51" fmla="*/ 5061 h 9132"/>
              <a:gd name="T52" fmla="*/ 5058 w 9132"/>
              <a:gd name="T53" fmla="*/ 5061 h 9132"/>
              <a:gd name="T54" fmla="*/ 5058 w 9132"/>
              <a:gd name="T55" fmla="*/ 7097 h 9132"/>
              <a:gd name="T56" fmla="*/ 7095 w 9132"/>
              <a:gd name="T57" fmla="*/ 9132 h 9132"/>
              <a:gd name="T58" fmla="*/ 7095 w 9132"/>
              <a:gd name="T59" fmla="*/ 9132 h 9132"/>
              <a:gd name="T60" fmla="*/ 2037 w 9132"/>
              <a:gd name="T61" fmla="*/ 9132 h 9132"/>
              <a:gd name="T62" fmla="*/ 0 w 9132"/>
              <a:gd name="T63" fmla="*/ 7097 h 9132"/>
              <a:gd name="T64" fmla="*/ 2037 w 9132"/>
              <a:gd name="T65" fmla="*/ 5061 h 9132"/>
              <a:gd name="T66" fmla="*/ 4074 w 9132"/>
              <a:gd name="T67" fmla="*/ 5061 h 9132"/>
              <a:gd name="T68" fmla="*/ 4074 w 9132"/>
              <a:gd name="T69" fmla="*/ 7097 h 9132"/>
              <a:gd name="T70" fmla="*/ 2037 w 9132"/>
              <a:gd name="T71" fmla="*/ 9132 h 9132"/>
              <a:gd name="T72" fmla="*/ 2037 w 9132"/>
              <a:gd name="T73" fmla="*/ 9132 h 9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132" h="9132">
                <a:moveTo>
                  <a:pt x="2037" y="0"/>
                </a:moveTo>
                <a:cubicBezTo>
                  <a:pt x="912" y="0"/>
                  <a:pt x="0" y="912"/>
                  <a:pt x="0" y="2035"/>
                </a:cubicBezTo>
                <a:cubicBezTo>
                  <a:pt x="0" y="3159"/>
                  <a:pt x="912" y="4071"/>
                  <a:pt x="2037" y="4071"/>
                </a:cubicBezTo>
                <a:lnTo>
                  <a:pt x="4074" y="4071"/>
                </a:lnTo>
                <a:lnTo>
                  <a:pt x="4074" y="2035"/>
                </a:lnTo>
                <a:cubicBezTo>
                  <a:pt x="4074" y="912"/>
                  <a:pt x="3162" y="0"/>
                  <a:pt x="2037" y="0"/>
                </a:cubicBezTo>
                <a:close/>
                <a:moveTo>
                  <a:pt x="2037" y="0"/>
                </a:moveTo>
                <a:close/>
                <a:moveTo>
                  <a:pt x="7095" y="369"/>
                </a:moveTo>
                <a:cubicBezTo>
                  <a:pt x="7541" y="369"/>
                  <a:pt x="7960" y="542"/>
                  <a:pt x="8275" y="857"/>
                </a:cubicBezTo>
                <a:cubicBezTo>
                  <a:pt x="8590" y="1172"/>
                  <a:pt x="8763" y="1590"/>
                  <a:pt x="8763" y="2036"/>
                </a:cubicBezTo>
                <a:cubicBezTo>
                  <a:pt x="8763" y="2481"/>
                  <a:pt x="8590" y="2899"/>
                  <a:pt x="8275" y="3214"/>
                </a:cubicBezTo>
                <a:cubicBezTo>
                  <a:pt x="7960" y="3529"/>
                  <a:pt x="7541" y="3702"/>
                  <a:pt x="7095" y="3702"/>
                </a:cubicBezTo>
                <a:lnTo>
                  <a:pt x="5426" y="3702"/>
                </a:lnTo>
                <a:lnTo>
                  <a:pt x="5426" y="2036"/>
                </a:lnTo>
                <a:cubicBezTo>
                  <a:pt x="5426" y="1590"/>
                  <a:pt x="5600" y="1172"/>
                  <a:pt x="5915" y="857"/>
                </a:cubicBezTo>
                <a:cubicBezTo>
                  <a:pt x="6230" y="542"/>
                  <a:pt x="6649" y="369"/>
                  <a:pt x="7095" y="369"/>
                </a:cubicBezTo>
                <a:close/>
                <a:moveTo>
                  <a:pt x="7095" y="0"/>
                </a:moveTo>
                <a:cubicBezTo>
                  <a:pt x="5970" y="0"/>
                  <a:pt x="5058" y="912"/>
                  <a:pt x="5058" y="2035"/>
                </a:cubicBezTo>
                <a:lnTo>
                  <a:pt x="5058" y="4071"/>
                </a:lnTo>
                <a:lnTo>
                  <a:pt x="7095" y="4071"/>
                </a:lnTo>
                <a:cubicBezTo>
                  <a:pt x="8220" y="4071"/>
                  <a:pt x="9132" y="3159"/>
                  <a:pt x="9132" y="2035"/>
                </a:cubicBezTo>
                <a:cubicBezTo>
                  <a:pt x="9132" y="912"/>
                  <a:pt x="8220" y="0"/>
                  <a:pt x="7095" y="0"/>
                </a:cubicBezTo>
                <a:close/>
                <a:moveTo>
                  <a:pt x="7095" y="0"/>
                </a:moveTo>
                <a:close/>
                <a:moveTo>
                  <a:pt x="7095" y="9132"/>
                </a:moveTo>
                <a:cubicBezTo>
                  <a:pt x="8220" y="9132"/>
                  <a:pt x="9132" y="8220"/>
                  <a:pt x="9132" y="7097"/>
                </a:cubicBezTo>
                <a:cubicBezTo>
                  <a:pt x="9132" y="5973"/>
                  <a:pt x="8220" y="5061"/>
                  <a:pt x="7095" y="5061"/>
                </a:cubicBezTo>
                <a:lnTo>
                  <a:pt x="5058" y="5061"/>
                </a:lnTo>
                <a:lnTo>
                  <a:pt x="5058" y="7097"/>
                </a:lnTo>
                <a:cubicBezTo>
                  <a:pt x="5058" y="8220"/>
                  <a:pt x="5970" y="9132"/>
                  <a:pt x="7095" y="9132"/>
                </a:cubicBezTo>
                <a:close/>
                <a:moveTo>
                  <a:pt x="7095" y="9132"/>
                </a:moveTo>
                <a:close/>
                <a:moveTo>
                  <a:pt x="2037" y="9132"/>
                </a:moveTo>
                <a:cubicBezTo>
                  <a:pt x="912" y="9132"/>
                  <a:pt x="0" y="8220"/>
                  <a:pt x="0" y="7097"/>
                </a:cubicBezTo>
                <a:cubicBezTo>
                  <a:pt x="0" y="5973"/>
                  <a:pt x="912" y="5061"/>
                  <a:pt x="2037" y="5061"/>
                </a:cubicBezTo>
                <a:lnTo>
                  <a:pt x="4074" y="5061"/>
                </a:lnTo>
                <a:lnTo>
                  <a:pt x="4074" y="7097"/>
                </a:lnTo>
                <a:cubicBezTo>
                  <a:pt x="4074" y="8220"/>
                  <a:pt x="3162" y="9132"/>
                  <a:pt x="2037" y="9132"/>
                </a:cubicBezTo>
                <a:close/>
                <a:moveTo>
                  <a:pt x="2037" y="9132"/>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椭圆 5"/>
          <p:cNvSpPr/>
          <p:nvPr/>
        </p:nvSpPr>
        <p:spPr>
          <a:xfrm>
            <a:off x="8538436" y="1517311"/>
            <a:ext cx="575788" cy="57578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Oval 29"/>
          <p:cNvSpPr/>
          <p:nvPr/>
        </p:nvSpPr>
        <p:spPr>
          <a:xfrm>
            <a:off x="8689337" y="1661258"/>
            <a:ext cx="273987" cy="287894"/>
          </a:xfrm>
          <a:custGeom>
            <a:avLst/>
            <a:gdLst>
              <a:gd name="connsiteX0" fmla="*/ 347294 w 447294"/>
              <a:gd name="connsiteY0" fmla="*/ 273829 h 469997"/>
              <a:gd name="connsiteX1" fmla="*/ 337482 w 447294"/>
              <a:gd name="connsiteY1" fmla="*/ 283637 h 469997"/>
              <a:gd name="connsiteX2" fmla="*/ 337482 w 447294"/>
              <a:gd name="connsiteY2" fmla="*/ 330724 h 469997"/>
              <a:gd name="connsiteX3" fmla="*/ 347294 w 447294"/>
              <a:gd name="connsiteY3" fmla="*/ 340531 h 469997"/>
              <a:gd name="connsiteX4" fmla="*/ 357105 w 447294"/>
              <a:gd name="connsiteY4" fmla="*/ 330724 h 469997"/>
              <a:gd name="connsiteX5" fmla="*/ 357105 w 447294"/>
              <a:gd name="connsiteY5" fmla="*/ 283637 h 469997"/>
              <a:gd name="connsiteX6" fmla="*/ 347294 w 447294"/>
              <a:gd name="connsiteY6" fmla="*/ 273829 h 469997"/>
              <a:gd name="connsiteX7" fmla="*/ 347294 w 447294"/>
              <a:gd name="connsiteY7" fmla="*/ 250309 h 469997"/>
              <a:gd name="connsiteX8" fmla="*/ 380632 w 447294"/>
              <a:gd name="connsiteY8" fmla="*/ 283637 h 469997"/>
              <a:gd name="connsiteX9" fmla="*/ 380632 w 447294"/>
              <a:gd name="connsiteY9" fmla="*/ 330724 h 469997"/>
              <a:gd name="connsiteX10" fmla="*/ 347294 w 447294"/>
              <a:gd name="connsiteY10" fmla="*/ 364051 h 469997"/>
              <a:gd name="connsiteX11" fmla="*/ 313907 w 447294"/>
              <a:gd name="connsiteY11" fmla="*/ 330724 h 469997"/>
              <a:gd name="connsiteX12" fmla="*/ 313907 w 447294"/>
              <a:gd name="connsiteY12" fmla="*/ 283637 h 469997"/>
              <a:gd name="connsiteX13" fmla="*/ 347294 w 447294"/>
              <a:gd name="connsiteY13" fmla="*/ 250309 h 469997"/>
              <a:gd name="connsiteX14" fmla="*/ 23569 w 447294"/>
              <a:gd name="connsiteY14" fmla="*/ 163976 h 469997"/>
              <a:gd name="connsiteX15" fmla="*/ 23569 w 447294"/>
              <a:gd name="connsiteY15" fmla="*/ 438619 h 469997"/>
              <a:gd name="connsiteX16" fmla="*/ 31426 w 447294"/>
              <a:gd name="connsiteY16" fmla="*/ 446475 h 469997"/>
              <a:gd name="connsiteX17" fmla="*/ 415868 w 447294"/>
              <a:gd name="connsiteY17" fmla="*/ 446475 h 469997"/>
              <a:gd name="connsiteX18" fmla="*/ 423725 w 447294"/>
              <a:gd name="connsiteY18" fmla="*/ 438619 h 469997"/>
              <a:gd name="connsiteX19" fmla="*/ 423725 w 447294"/>
              <a:gd name="connsiteY19" fmla="*/ 171832 h 469997"/>
              <a:gd name="connsiteX20" fmla="*/ 415868 w 447294"/>
              <a:gd name="connsiteY20" fmla="*/ 163976 h 469997"/>
              <a:gd name="connsiteX21" fmla="*/ 42667 w 447294"/>
              <a:gd name="connsiteY21" fmla="*/ 140454 h 469997"/>
              <a:gd name="connsiteX22" fmla="*/ 129085 w 447294"/>
              <a:gd name="connsiteY22" fmla="*/ 140454 h 469997"/>
              <a:gd name="connsiteX23" fmla="*/ 125687 w 447294"/>
              <a:gd name="connsiteY23" fmla="*/ 141900 h 469997"/>
              <a:gd name="connsiteX24" fmla="*/ 134927 w 447294"/>
              <a:gd name="connsiteY24" fmla="*/ 163562 h 469997"/>
              <a:gd name="connsiteX25" fmla="*/ 189212 w 447294"/>
              <a:gd name="connsiteY25" fmla="*/ 140454 h 469997"/>
              <a:gd name="connsiteX26" fmla="*/ 403909 w 447294"/>
              <a:gd name="connsiteY26" fmla="*/ 140454 h 469997"/>
              <a:gd name="connsiteX27" fmla="*/ 414360 w 447294"/>
              <a:gd name="connsiteY27" fmla="*/ 163964 h 469997"/>
              <a:gd name="connsiteX28" fmla="*/ 403911 w 447294"/>
              <a:gd name="connsiteY28" fmla="*/ 140454 h 469997"/>
              <a:gd name="connsiteX29" fmla="*/ 415868 w 447294"/>
              <a:gd name="connsiteY29" fmla="*/ 140454 h 469997"/>
              <a:gd name="connsiteX30" fmla="*/ 447294 w 447294"/>
              <a:gd name="connsiteY30" fmla="*/ 171832 h 469997"/>
              <a:gd name="connsiteX31" fmla="*/ 447294 w 447294"/>
              <a:gd name="connsiteY31" fmla="*/ 438619 h 469997"/>
              <a:gd name="connsiteX32" fmla="*/ 415868 w 447294"/>
              <a:gd name="connsiteY32" fmla="*/ 469997 h 469997"/>
              <a:gd name="connsiteX33" fmla="*/ 31426 w 447294"/>
              <a:gd name="connsiteY33" fmla="*/ 469997 h 469997"/>
              <a:gd name="connsiteX34" fmla="*/ 0 w 447294"/>
              <a:gd name="connsiteY34" fmla="*/ 438619 h 469997"/>
              <a:gd name="connsiteX35" fmla="*/ 0 w 447294"/>
              <a:gd name="connsiteY35" fmla="*/ 163964 h 469997"/>
              <a:gd name="connsiteX36" fmla="*/ 43868 w 447294"/>
              <a:gd name="connsiteY36" fmla="*/ 163964 h 469997"/>
              <a:gd name="connsiteX37" fmla="*/ 41535 w 447294"/>
              <a:gd name="connsiteY37" fmla="*/ 155346 h 469997"/>
              <a:gd name="connsiteX38" fmla="*/ 0 w 447294"/>
              <a:gd name="connsiteY38" fmla="*/ 140454 h 469997"/>
              <a:gd name="connsiteX39" fmla="*/ 786 w 447294"/>
              <a:gd name="connsiteY39" fmla="*/ 140454 h 469997"/>
              <a:gd name="connsiteX40" fmla="*/ 0 w 447294"/>
              <a:gd name="connsiteY40" fmla="*/ 144348 h 469997"/>
              <a:gd name="connsiteX41" fmla="*/ 66711 w 447294"/>
              <a:gd name="connsiteY41" fmla="*/ 77642 h 469997"/>
              <a:gd name="connsiteX42" fmla="*/ 132887 w 447294"/>
              <a:gd name="connsiteY42" fmla="*/ 77642 h 469997"/>
              <a:gd name="connsiteX43" fmla="*/ 79829 w 447294"/>
              <a:gd name="connsiteY43" fmla="*/ 101211 h 469997"/>
              <a:gd name="connsiteX44" fmla="*/ 66711 w 447294"/>
              <a:gd name="connsiteY44" fmla="*/ 101211 h 469997"/>
              <a:gd name="connsiteX45" fmla="*/ 23570 w 447294"/>
              <a:gd name="connsiteY45" fmla="*/ 140443 h 469997"/>
              <a:gd name="connsiteX46" fmla="*/ 42668 w 447294"/>
              <a:gd name="connsiteY46" fmla="*/ 140443 h 469997"/>
              <a:gd name="connsiteX47" fmla="*/ 42667 w 447294"/>
              <a:gd name="connsiteY47" fmla="*/ 140454 h 469997"/>
              <a:gd name="connsiteX48" fmla="*/ 786 w 447294"/>
              <a:gd name="connsiteY48" fmla="*/ 140454 h 469997"/>
              <a:gd name="connsiteX49" fmla="*/ 5241 w 447294"/>
              <a:gd name="connsiteY49" fmla="*/ 118378 h 469997"/>
              <a:gd name="connsiteX50" fmla="*/ 66711 w 447294"/>
              <a:gd name="connsiteY50" fmla="*/ 77642 h 469997"/>
              <a:gd name="connsiteX51" fmla="*/ 347997 w 447294"/>
              <a:gd name="connsiteY51" fmla="*/ 72864 h 469997"/>
              <a:gd name="connsiteX52" fmla="*/ 377838 w 447294"/>
              <a:gd name="connsiteY52" fmla="*/ 140443 h 469997"/>
              <a:gd name="connsiteX53" fmla="*/ 377830 w 447294"/>
              <a:gd name="connsiteY53" fmla="*/ 140443 h 469997"/>
              <a:gd name="connsiteX54" fmla="*/ 347984 w 447294"/>
              <a:gd name="connsiteY54" fmla="*/ 72869 h 469997"/>
              <a:gd name="connsiteX55" fmla="*/ 338475 w 447294"/>
              <a:gd name="connsiteY55" fmla="*/ 51340 h 469997"/>
              <a:gd name="connsiteX56" fmla="*/ 347984 w 447294"/>
              <a:gd name="connsiteY56" fmla="*/ 72869 h 469997"/>
              <a:gd name="connsiteX57" fmla="*/ 189238 w 447294"/>
              <a:gd name="connsiteY57" fmla="*/ 140443 h 469997"/>
              <a:gd name="connsiteX58" fmla="*/ 189212 w 447294"/>
              <a:gd name="connsiteY58" fmla="*/ 140454 h 469997"/>
              <a:gd name="connsiteX59" fmla="*/ 129085 w 447294"/>
              <a:gd name="connsiteY59" fmla="*/ 140454 h 469997"/>
              <a:gd name="connsiteX60" fmla="*/ 129111 w 447294"/>
              <a:gd name="connsiteY60" fmla="*/ 140443 h 469997"/>
              <a:gd name="connsiteX61" fmla="*/ 345627 w 447294"/>
              <a:gd name="connsiteY61" fmla="*/ 48297 h 469997"/>
              <a:gd name="connsiteX62" fmla="*/ 354819 w 447294"/>
              <a:gd name="connsiteY62" fmla="*/ 69960 h 469997"/>
              <a:gd name="connsiteX63" fmla="*/ 347997 w 447294"/>
              <a:gd name="connsiteY63" fmla="*/ 72864 h 469997"/>
              <a:gd name="connsiteX64" fmla="*/ 338490 w 447294"/>
              <a:gd name="connsiteY64" fmla="*/ 51334 h 469997"/>
              <a:gd name="connsiteX65" fmla="*/ 261019 w 447294"/>
              <a:gd name="connsiteY65" fmla="*/ 46650 h 469997"/>
              <a:gd name="connsiteX66" fmla="*/ 72921 w 447294"/>
              <a:gd name="connsiteY66" fmla="*/ 130207 h 469997"/>
              <a:gd name="connsiteX67" fmla="*/ 63872 w 447294"/>
              <a:gd name="connsiteY67" fmla="*/ 140443 h 469997"/>
              <a:gd name="connsiteX68" fmla="*/ 42668 w 447294"/>
              <a:gd name="connsiteY68" fmla="*/ 140443 h 469997"/>
              <a:gd name="connsiteX69" fmla="*/ 43624 w 447294"/>
              <a:gd name="connsiteY69" fmla="*/ 127868 h 469997"/>
              <a:gd name="connsiteX70" fmla="*/ 63110 w 447294"/>
              <a:gd name="connsiteY70" fmla="*/ 108638 h 469997"/>
              <a:gd name="connsiteX71" fmla="*/ 79829 w 447294"/>
              <a:gd name="connsiteY71" fmla="*/ 101211 h 469997"/>
              <a:gd name="connsiteX72" fmla="*/ 138136 w 447294"/>
              <a:gd name="connsiteY72" fmla="*/ 101211 h 469997"/>
              <a:gd name="connsiteX73" fmla="*/ 321746 w 447294"/>
              <a:gd name="connsiteY73" fmla="*/ 24697 h 469997"/>
              <a:gd name="connsiteX74" fmla="*/ 330364 w 447294"/>
              <a:gd name="connsiteY74" fmla="*/ 32934 h 469997"/>
              <a:gd name="connsiteX75" fmla="*/ 338490 w 447294"/>
              <a:gd name="connsiteY75" fmla="*/ 51334 h 469997"/>
              <a:gd name="connsiteX76" fmla="*/ 338475 w 447294"/>
              <a:gd name="connsiteY76" fmla="*/ 51340 h 469997"/>
              <a:gd name="connsiteX77" fmla="*/ 330346 w 447294"/>
              <a:gd name="connsiteY77" fmla="*/ 32934 h 469997"/>
              <a:gd name="connsiteX78" fmla="*/ 321726 w 447294"/>
              <a:gd name="connsiteY78" fmla="*/ 24698 h 469997"/>
              <a:gd name="connsiteX79" fmla="*/ 321725 w 447294"/>
              <a:gd name="connsiteY79" fmla="*/ 24697 h 469997"/>
              <a:gd name="connsiteX80" fmla="*/ 321726 w 447294"/>
              <a:gd name="connsiteY80" fmla="*/ 24698 h 469997"/>
              <a:gd name="connsiteX81" fmla="*/ 309604 w 447294"/>
              <a:gd name="connsiteY81" fmla="*/ 25078 h 469997"/>
              <a:gd name="connsiteX82" fmla="*/ 261019 w 447294"/>
              <a:gd name="connsiteY82" fmla="*/ 46650 h 469997"/>
              <a:gd name="connsiteX83" fmla="*/ 309580 w 447294"/>
              <a:gd name="connsiteY83" fmla="*/ 25078 h 469997"/>
              <a:gd name="connsiteX84" fmla="*/ 321725 w 447294"/>
              <a:gd name="connsiteY84" fmla="*/ 24697 h 469997"/>
              <a:gd name="connsiteX85" fmla="*/ 329983 w 447294"/>
              <a:gd name="connsiteY85" fmla="*/ 2700 h 469997"/>
              <a:gd name="connsiteX86" fmla="*/ 351935 w 447294"/>
              <a:gd name="connsiteY86" fmla="*/ 23507 h 469997"/>
              <a:gd name="connsiteX87" fmla="*/ 403911 w 447294"/>
              <a:gd name="connsiteY87" fmla="*/ 140454 h 469997"/>
              <a:gd name="connsiteX88" fmla="*/ 403909 w 447294"/>
              <a:gd name="connsiteY88" fmla="*/ 140454 h 469997"/>
              <a:gd name="connsiteX89" fmla="*/ 351921 w 447294"/>
              <a:gd name="connsiteY89" fmla="*/ 23507 h 469997"/>
              <a:gd name="connsiteX90" fmla="*/ 329965 w 447294"/>
              <a:gd name="connsiteY90" fmla="*/ 2700 h 469997"/>
              <a:gd name="connsiteX91" fmla="*/ 329965 w 447294"/>
              <a:gd name="connsiteY91" fmla="*/ 2700 h 469997"/>
              <a:gd name="connsiteX92" fmla="*/ 329965 w 447294"/>
              <a:gd name="connsiteY92" fmla="*/ 2700 h 469997"/>
              <a:gd name="connsiteX93" fmla="*/ 299795 w 447294"/>
              <a:gd name="connsiteY93" fmla="*/ 3510 h 469997"/>
              <a:gd name="connsiteX94" fmla="*/ 133041 w 447294"/>
              <a:gd name="connsiteY94" fmla="*/ 77642 h 469997"/>
              <a:gd name="connsiteX95" fmla="*/ 132887 w 447294"/>
              <a:gd name="connsiteY95" fmla="*/ 77642 h 469997"/>
              <a:gd name="connsiteX96" fmla="*/ 299769 w 447294"/>
              <a:gd name="connsiteY96" fmla="*/ 3510 h 469997"/>
              <a:gd name="connsiteX97" fmla="*/ 329965 w 447294"/>
              <a:gd name="connsiteY97" fmla="*/ 2700 h 46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447294" h="469997">
                <a:moveTo>
                  <a:pt x="347294" y="273829"/>
                </a:moveTo>
                <a:cubicBezTo>
                  <a:pt x="341769" y="273829"/>
                  <a:pt x="337482" y="278161"/>
                  <a:pt x="337482" y="283637"/>
                </a:cubicBezTo>
                <a:lnTo>
                  <a:pt x="337482" y="330724"/>
                </a:lnTo>
                <a:cubicBezTo>
                  <a:pt x="337482" y="336199"/>
                  <a:pt x="341769" y="340531"/>
                  <a:pt x="347294" y="340531"/>
                </a:cubicBezTo>
                <a:cubicBezTo>
                  <a:pt x="352771" y="340531"/>
                  <a:pt x="357105" y="336199"/>
                  <a:pt x="357105" y="330724"/>
                </a:cubicBezTo>
                <a:lnTo>
                  <a:pt x="357105" y="283637"/>
                </a:lnTo>
                <a:cubicBezTo>
                  <a:pt x="357105" y="278161"/>
                  <a:pt x="352771" y="273829"/>
                  <a:pt x="347294" y="273829"/>
                </a:cubicBezTo>
                <a:close/>
                <a:moveTo>
                  <a:pt x="347294" y="250309"/>
                </a:moveTo>
                <a:cubicBezTo>
                  <a:pt x="365725" y="250309"/>
                  <a:pt x="380632" y="265211"/>
                  <a:pt x="380632" y="283637"/>
                </a:cubicBezTo>
                <a:lnTo>
                  <a:pt x="380632" y="330724"/>
                </a:lnTo>
                <a:cubicBezTo>
                  <a:pt x="380632" y="349149"/>
                  <a:pt x="365725" y="364051"/>
                  <a:pt x="347294" y="364051"/>
                </a:cubicBezTo>
                <a:cubicBezTo>
                  <a:pt x="328814" y="364051"/>
                  <a:pt x="313907" y="349149"/>
                  <a:pt x="313907" y="330724"/>
                </a:cubicBezTo>
                <a:lnTo>
                  <a:pt x="313907" y="283637"/>
                </a:lnTo>
                <a:cubicBezTo>
                  <a:pt x="313907" y="265211"/>
                  <a:pt x="328814" y="250309"/>
                  <a:pt x="347294" y="250309"/>
                </a:cubicBezTo>
                <a:close/>
                <a:moveTo>
                  <a:pt x="23569" y="163976"/>
                </a:moveTo>
                <a:lnTo>
                  <a:pt x="23569" y="438619"/>
                </a:lnTo>
                <a:cubicBezTo>
                  <a:pt x="23569" y="442904"/>
                  <a:pt x="27093" y="446475"/>
                  <a:pt x="31426" y="446475"/>
                </a:cubicBezTo>
                <a:lnTo>
                  <a:pt x="415868" y="446475"/>
                </a:lnTo>
                <a:cubicBezTo>
                  <a:pt x="420201" y="446475"/>
                  <a:pt x="423725" y="442904"/>
                  <a:pt x="423725" y="438619"/>
                </a:cubicBezTo>
                <a:lnTo>
                  <a:pt x="423725" y="171832"/>
                </a:lnTo>
                <a:cubicBezTo>
                  <a:pt x="423725" y="167499"/>
                  <a:pt x="420201" y="163976"/>
                  <a:pt x="415868" y="163976"/>
                </a:cubicBezTo>
                <a:close/>
                <a:moveTo>
                  <a:pt x="42667" y="140454"/>
                </a:moveTo>
                <a:lnTo>
                  <a:pt x="129085" y="140454"/>
                </a:lnTo>
                <a:lnTo>
                  <a:pt x="125687" y="141900"/>
                </a:lnTo>
                <a:lnTo>
                  <a:pt x="134927" y="163562"/>
                </a:lnTo>
                <a:lnTo>
                  <a:pt x="189212" y="140454"/>
                </a:lnTo>
                <a:lnTo>
                  <a:pt x="403909" y="140454"/>
                </a:lnTo>
                <a:lnTo>
                  <a:pt x="414360" y="163964"/>
                </a:lnTo>
                <a:lnTo>
                  <a:pt x="403911" y="140454"/>
                </a:lnTo>
                <a:lnTo>
                  <a:pt x="415868" y="140454"/>
                </a:lnTo>
                <a:cubicBezTo>
                  <a:pt x="433153" y="140454"/>
                  <a:pt x="447294" y="154548"/>
                  <a:pt x="447294" y="171832"/>
                </a:cubicBezTo>
                <a:lnTo>
                  <a:pt x="447294" y="438619"/>
                </a:lnTo>
                <a:cubicBezTo>
                  <a:pt x="447294" y="455855"/>
                  <a:pt x="433153" y="469997"/>
                  <a:pt x="415868" y="469997"/>
                </a:cubicBezTo>
                <a:lnTo>
                  <a:pt x="31426" y="469997"/>
                </a:lnTo>
                <a:cubicBezTo>
                  <a:pt x="14141" y="469997"/>
                  <a:pt x="0" y="455855"/>
                  <a:pt x="0" y="438619"/>
                </a:cubicBezTo>
                <a:lnTo>
                  <a:pt x="0" y="163964"/>
                </a:lnTo>
                <a:lnTo>
                  <a:pt x="43868" y="163964"/>
                </a:lnTo>
                <a:lnTo>
                  <a:pt x="41535" y="155346"/>
                </a:lnTo>
                <a:close/>
                <a:moveTo>
                  <a:pt x="0" y="140454"/>
                </a:moveTo>
                <a:lnTo>
                  <a:pt x="786" y="140454"/>
                </a:lnTo>
                <a:lnTo>
                  <a:pt x="0" y="144348"/>
                </a:lnTo>
                <a:close/>
                <a:moveTo>
                  <a:pt x="66711" y="77642"/>
                </a:moveTo>
                <a:lnTo>
                  <a:pt x="132887" y="77642"/>
                </a:lnTo>
                <a:lnTo>
                  <a:pt x="79829" y="101211"/>
                </a:lnTo>
                <a:lnTo>
                  <a:pt x="66711" y="101211"/>
                </a:lnTo>
                <a:cubicBezTo>
                  <a:pt x="44331" y="101211"/>
                  <a:pt x="25903" y="118446"/>
                  <a:pt x="23570" y="140443"/>
                </a:cubicBezTo>
                <a:lnTo>
                  <a:pt x="42668" y="140443"/>
                </a:lnTo>
                <a:lnTo>
                  <a:pt x="42667" y="140454"/>
                </a:lnTo>
                <a:lnTo>
                  <a:pt x="786" y="140454"/>
                </a:lnTo>
                <a:lnTo>
                  <a:pt x="5241" y="118378"/>
                </a:lnTo>
                <a:cubicBezTo>
                  <a:pt x="15365" y="94434"/>
                  <a:pt x="39069" y="77642"/>
                  <a:pt x="66711" y="77642"/>
                </a:cubicBezTo>
                <a:close/>
                <a:moveTo>
                  <a:pt x="347997" y="72864"/>
                </a:moveTo>
                <a:lnTo>
                  <a:pt x="377838" y="140443"/>
                </a:lnTo>
                <a:lnTo>
                  <a:pt x="377830" y="140443"/>
                </a:lnTo>
                <a:lnTo>
                  <a:pt x="347984" y="72869"/>
                </a:lnTo>
                <a:close/>
                <a:moveTo>
                  <a:pt x="338475" y="51340"/>
                </a:moveTo>
                <a:lnTo>
                  <a:pt x="347984" y="72869"/>
                </a:lnTo>
                <a:lnTo>
                  <a:pt x="189238" y="140443"/>
                </a:lnTo>
                <a:lnTo>
                  <a:pt x="189212" y="140454"/>
                </a:lnTo>
                <a:lnTo>
                  <a:pt x="129085" y="140454"/>
                </a:lnTo>
                <a:lnTo>
                  <a:pt x="129111" y="140443"/>
                </a:lnTo>
                <a:close/>
                <a:moveTo>
                  <a:pt x="345627" y="48297"/>
                </a:moveTo>
                <a:lnTo>
                  <a:pt x="354819" y="69960"/>
                </a:lnTo>
                <a:lnTo>
                  <a:pt x="347997" y="72864"/>
                </a:lnTo>
                <a:lnTo>
                  <a:pt x="338490" y="51334"/>
                </a:lnTo>
                <a:close/>
                <a:moveTo>
                  <a:pt x="261019" y="46650"/>
                </a:moveTo>
                <a:lnTo>
                  <a:pt x="72921" y="130207"/>
                </a:lnTo>
                <a:cubicBezTo>
                  <a:pt x="68206" y="132206"/>
                  <a:pt x="65443" y="136111"/>
                  <a:pt x="63872" y="140443"/>
                </a:cubicBezTo>
                <a:lnTo>
                  <a:pt x="42668" y="140443"/>
                </a:lnTo>
                <a:lnTo>
                  <a:pt x="43624" y="127868"/>
                </a:lnTo>
                <a:cubicBezTo>
                  <a:pt x="47500" y="119530"/>
                  <a:pt x="54275" y="112566"/>
                  <a:pt x="63110" y="108638"/>
                </a:cubicBezTo>
                <a:lnTo>
                  <a:pt x="79829" y="101211"/>
                </a:lnTo>
                <a:lnTo>
                  <a:pt x="138136" y="101211"/>
                </a:lnTo>
                <a:close/>
                <a:moveTo>
                  <a:pt x="321746" y="24697"/>
                </a:moveTo>
                <a:cubicBezTo>
                  <a:pt x="325650" y="26268"/>
                  <a:pt x="328793" y="29030"/>
                  <a:pt x="330364" y="32934"/>
                </a:cubicBezTo>
                <a:lnTo>
                  <a:pt x="338490" y="51334"/>
                </a:lnTo>
                <a:lnTo>
                  <a:pt x="338475" y="51340"/>
                </a:lnTo>
                <a:lnTo>
                  <a:pt x="330346" y="32934"/>
                </a:lnTo>
                <a:lnTo>
                  <a:pt x="321726" y="24698"/>
                </a:lnTo>
                <a:close/>
                <a:moveTo>
                  <a:pt x="321725" y="24697"/>
                </a:moveTo>
                <a:lnTo>
                  <a:pt x="321726" y="24698"/>
                </a:lnTo>
                <a:lnTo>
                  <a:pt x="309604" y="25078"/>
                </a:lnTo>
                <a:lnTo>
                  <a:pt x="261019" y="46650"/>
                </a:lnTo>
                <a:lnTo>
                  <a:pt x="309580" y="25078"/>
                </a:lnTo>
                <a:cubicBezTo>
                  <a:pt x="313486" y="23126"/>
                  <a:pt x="317820" y="23126"/>
                  <a:pt x="321725" y="24697"/>
                </a:cubicBezTo>
                <a:close/>
                <a:moveTo>
                  <a:pt x="329983" y="2700"/>
                </a:moveTo>
                <a:cubicBezTo>
                  <a:pt x="339792" y="6652"/>
                  <a:pt x="347649" y="13699"/>
                  <a:pt x="351935" y="23507"/>
                </a:cubicBezTo>
                <a:lnTo>
                  <a:pt x="403911" y="140454"/>
                </a:lnTo>
                <a:lnTo>
                  <a:pt x="403909" y="140454"/>
                </a:lnTo>
                <a:lnTo>
                  <a:pt x="351921" y="23507"/>
                </a:lnTo>
                <a:lnTo>
                  <a:pt x="329965" y="2700"/>
                </a:lnTo>
                <a:close/>
                <a:moveTo>
                  <a:pt x="329965" y="2700"/>
                </a:moveTo>
                <a:lnTo>
                  <a:pt x="329965" y="2700"/>
                </a:lnTo>
                <a:lnTo>
                  <a:pt x="299795" y="3510"/>
                </a:lnTo>
                <a:lnTo>
                  <a:pt x="133041" y="77642"/>
                </a:lnTo>
                <a:lnTo>
                  <a:pt x="132887" y="77642"/>
                </a:lnTo>
                <a:lnTo>
                  <a:pt x="299769" y="3510"/>
                </a:lnTo>
                <a:cubicBezTo>
                  <a:pt x="309152" y="-823"/>
                  <a:pt x="320154" y="-1204"/>
                  <a:pt x="329965" y="27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8" name="直接箭头连接符 7"/>
          <p:cNvCxnSpPr/>
          <p:nvPr/>
        </p:nvCxnSpPr>
        <p:spPr>
          <a:xfrm>
            <a:off x="3971268" y="1805205"/>
            <a:ext cx="4249465" cy="0"/>
          </a:xfrm>
          <a:prstGeom prst="straightConnector1">
            <a:avLst/>
          </a:prstGeom>
          <a:ln w="12700">
            <a:solidFill>
              <a:schemeClr val="bg1">
                <a:lumMod val="65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9361714" y="1805205"/>
            <a:ext cx="1880680" cy="0"/>
          </a:xfrm>
          <a:prstGeom prst="straightConnector1">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9361714" y="4897392"/>
            <a:ext cx="1880680" cy="0"/>
          </a:xfrm>
          <a:prstGeom prst="straightConnector1">
            <a:avLst/>
          </a:prstGeom>
          <a:ln w="12700">
            <a:solidFill>
              <a:schemeClr val="bg1">
                <a:lumMod val="65000"/>
              </a:schemeClr>
            </a:solidFill>
            <a:prstDash val="dash"/>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3077776" y="4609498"/>
            <a:ext cx="575788" cy="57578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 name="Oval 43"/>
          <p:cNvSpPr/>
          <p:nvPr/>
        </p:nvSpPr>
        <p:spPr>
          <a:xfrm>
            <a:off x="3221723" y="4757517"/>
            <a:ext cx="287894" cy="279751"/>
          </a:xfrm>
          <a:custGeom>
            <a:avLst/>
            <a:gdLst>
              <a:gd name="T0" fmla="*/ 5310 w 10460"/>
              <a:gd name="T1" fmla="*/ 1827 h 10162"/>
              <a:gd name="T2" fmla="*/ 5117 w 10460"/>
              <a:gd name="T3" fmla="*/ 2675 h 10162"/>
              <a:gd name="T4" fmla="*/ 5946 w 10460"/>
              <a:gd name="T5" fmla="*/ 2868 h 10162"/>
              <a:gd name="T6" fmla="*/ 6140 w 10460"/>
              <a:gd name="T7" fmla="*/ 2020 h 10162"/>
              <a:gd name="T8" fmla="*/ 5946 w 10460"/>
              <a:gd name="T9" fmla="*/ 3912 h 10162"/>
              <a:gd name="T10" fmla="*/ 5117 w 10460"/>
              <a:gd name="T11" fmla="*/ 4107 h 10162"/>
              <a:gd name="T12" fmla="*/ 5310 w 10460"/>
              <a:gd name="T13" fmla="*/ 4951 h 10162"/>
              <a:gd name="T14" fmla="*/ 6140 w 10460"/>
              <a:gd name="T15" fmla="*/ 4756 h 10162"/>
              <a:gd name="T16" fmla="*/ 5946 w 10460"/>
              <a:gd name="T17" fmla="*/ 3912 h 10162"/>
              <a:gd name="T18" fmla="*/ 9465 w 10460"/>
              <a:gd name="T19" fmla="*/ 9638 h 10162"/>
              <a:gd name="T20" fmla="*/ 8467 w 10460"/>
              <a:gd name="T21" fmla="*/ 5729 h 10162"/>
              <a:gd name="T22" fmla="*/ 7930 w 10460"/>
              <a:gd name="T23" fmla="*/ 888 h 10162"/>
              <a:gd name="T24" fmla="*/ 1911 w 10460"/>
              <a:gd name="T25" fmla="*/ 0 h 10162"/>
              <a:gd name="T26" fmla="*/ 1027 w 10460"/>
              <a:gd name="T27" fmla="*/ 9638 h 10162"/>
              <a:gd name="T28" fmla="*/ 0 w 10460"/>
              <a:gd name="T29" fmla="*/ 9910 h 10162"/>
              <a:gd name="T30" fmla="*/ 368 w 10460"/>
              <a:gd name="T31" fmla="*/ 10162 h 10162"/>
              <a:gd name="T32" fmla="*/ 10460 w 10460"/>
              <a:gd name="T33" fmla="*/ 9873 h 10162"/>
              <a:gd name="T34" fmla="*/ 10092 w 10460"/>
              <a:gd name="T35" fmla="*/ 9638 h 10162"/>
              <a:gd name="T36" fmla="*/ 7008 w 10460"/>
              <a:gd name="T37" fmla="*/ 9647 h 10162"/>
              <a:gd name="T38" fmla="*/ 5884 w 10460"/>
              <a:gd name="T39" fmla="*/ 9499 h 10162"/>
              <a:gd name="T40" fmla="*/ 6031 w 10460"/>
              <a:gd name="T41" fmla="*/ 8073 h 10162"/>
              <a:gd name="T42" fmla="*/ 7155 w 10460"/>
              <a:gd name="T43" fmla="*/ 8221 h 10162"/>
              <a:gd name="T44" fmla="*/ 7155 w 10460"/>
              <a:gd name="T45" fmla="*/ 7408 h 10162"/>
              <a:gd name="T46" fmla="*/ 6031 w 10460"/>
              <a:gd name="T47" fmla="*/ 7556 h 10162"/>
              <a:gd name="T48" fmla="*/ 5884 w 10460"/>
              <a:gd name="T49" fmla="*/ 6410 h 10162"/>
              <a:gd name="T50" fmla="*/ 7008 w 10460"/>
              <a:gd name="T51" fmla="*/ 6254 h 10162"/>
              <a:gd name="T52" fmla="*/ 7155 w 10460"/>
              <a:gd name="T53" fmla="*/ 7408 h 10162"/>
              <a:gd name="T54" fmla="*/ 6303 w 10460"/>
              <a:gd name="T55" fmla="*/ 5729 h 10162"/>
              <a:gd name="T56" fmla="*/ 5377 w 10460"/>
              <a:gd name="T57" fmla="*/ 9638 h 10162"/>
              <a:gd name="T58" fmla="*/ 1537 w 10460"/>
              <a:gd name="T59" fmla="*/ 1113 h 10162"/>
              <a:gd name="T60" fmla="*/ 6828 w 10460"/>
              <a:gd name="T61" fmla="*/ 521 h 10162"/>
              <a:gd name="T62" fmla="*/ 7418 w 10460"/>
              <a:gd name="T63" fmla="*/ 5729 h 10162"/>
              <a:gd name="T64" fmla="*/ 8806 w 10460"/>
              <a:gd name="T65" fmla="*/ 9647 h 10162"/>
              <a:gd name="T66" fmla="*/ 7673 w 10460"/>
              <a:gd name="T67" fmla="*/ 9499 h 10162"/>
              <a:gd name="T68" fmla="*/ 7821 w 10460"/>
              <a:gd name="T69" fmla="*/ 8073 h 10162"/>
              <a:gd name="T70" fmla="*/ 8953 w 10460"/>
              <a:gd name="T71" fmla="*/ 8221 h 10162"/>
              <a:gd name="T72" fmla="*/ 8953 w 10460"/>
              <a:gd name="T73" fmla="*/ 7408 h 10162"/>
              <a:gd name="T74" fmla="*/ 7821 w 10460"/>
              <a:gd name="T75" fmla="*/ 7556 h 10162"/>
              <a:gd name="T76" fmla="*/ 7673 w 10460"/>
              <a:gd name="T77" fmla="*/ 6402 h 10162"/>
              <a:gd name="T78" fmla="*/ 8806 w 10460"/>
              <a:gd name="T79" fmla="*/ 6254 h 10162"/>
              <a:gd name="T80" fmla="*/ 8953 w 10460"/>
              <a:gd name="T81" fmla="*/ 7408 h 10162"/>
              <a:gd name="T82" fmla="*/ 3004 w 10460"/>
              <a:gd name="T83" fmla="*/ 3912 h 10162"/>
              <a:gd name="T84" fmla="*/ 2812 w 10460"/>
              <a:gd name="T85" fmla="*/ 4756 h 10162"/>
              <a:gd name="T86" fmla="*/ 3646 w 10460"/>
              <a:gd name="T87" fmla="*/ 4951 h 10162"/>
              <a:gd name="T88" fmla="*/ 3838 w 10460"/>
              <a:gd name="T89" fmla="*/ 4107 h 10162"/>
              <a:gd name="T90" fmla="*/ 3646 w 10460"/>
              <a:gd name="T91" fmla="*/ 1827 h 10162"/>
              <a:gd name="T92" fmla="*/ 2812 w 10460"/>
              <a:gd name="T93" fmla="*/ 2020 h 10162"/>
              <a:gd name="T94" fmla="*/ 3004 w 10460"/>
              <a:gd name="T95" fmla="*/ 2868 h 10162"/>
              <a:gd name="T96" fmla="*/ 3838 w 10460"/>
              <a:gd name="T97" fmla="*/ 2675 h 10162"/>
              <a:gd name="T98" fmla="*/ 3646 w 10460"/>
              <a:gd name="T99" fmla="*/ 1827 h 10162"/>
              <a:gd name="T100" fmla="*/ 3004 w 10460"/>
              <a:gd name="T101" fmla="*/ 5997 h 10162"/>
              <a:gd name="T102" fmla="*/ 2812 w 10460"/>
              <a:gd name="T103" fmla="*/ 6846 h 10162"/>
              <a:gd name="T104" fmla="*/ 3646 w 10460"/>
              <a:gd name="T105" fmla="*/ 7039 h 10162"/>
              <a:gd name="T106" fmla="*/ 3838 w 10460"/>
              <a:gd name="T107" fmla="*/ 6190 h 10162"/>
              <a:gd name="T108" fmla="*/ 3646 w 10460"/>
              <a:gd name="T109" fmla="*/ 5997 h 10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460" h="10162">
                <a:moveTo>
                  <a:pt x="5946" y="1827"/>
                </a:moveTo>
                <a:lnTo>
                  <a:pt x="5310" y="1827"/>
                </a:lnTo>
                <a:cubicBezTo>
                  <a:pt x="5203" y="1827"/>
                  <a:pt x="5117" y="1913"/>
                  <a:pt x="5117" y="2020"/>
                </a:cubicBezTo>
                <a:lnTo>
                  <a:pt x="5117" y="2675"/>
                </a:lnTo>
                <a:cubicBezTo>
                  <a:pt x="5117" y="2781"/>
                  <a:pt x="5203" y="2868"/>
                  <a:pt x="5310" y="2868"/>
                </a:cubicBezTo>
                <a:lnTo>
                  <a:pt x="5946" y="2868"/>
                </a:lnTo>
                <a:cubicBezTo>
                  <a:pt x="6053" y="2868"/>
                  <a:pt x="6140" y="2781"/>
                  <a:pt x="6140" y="2675"/>
                </a:cubicBezTo>
                <a:lnTo>
                  <a:pt x="6140" y="2020"/>
                </a:lnTo>
                <a:cubicBezTo>
                  <a:pt x="6140" y="1913"/>
                  <a:pt x="6053" y="1827"/>
                  <a:pt x="5946" y="1827"/>
                </a:cubicBezTo>
                <a:close/>
                <a:moveTo>
                  <a:pt x="5946" y="3912"/>
                </a:moveTo>
                <a:lnTo>
                  <a:pt x="5310" y="3912"/>
                </a:lnTo>
                <a:cubicBezTo>
                  <a:pt x="5203" y="3912"/>
                  <a:pt x="5117" y="3999"/>
                  <a:pt x="5117" y="4107"/>
                </a:cubicBezTo>
                <a:lnTo>
                  <a:pt x="5117" y="4756"/>
                </a:lnTo>
                <a:cubicBezTo>
                  <a:pt x="5117" y="4864"/>
                  <a:pt x="5203" y="4951"/>
                  <a:pt x="5310" y="4951"/>
                </a:cubicBezTo>
                <a:lnTo>
                  <a:pt x="5946" y="4951"/>
                </a:lnTo>
                <a:cubicBezTo>
                  <a:pt x="6053" y="4951"/>
                  <a:pt x="6140" y="4864"/>
                  <a:pt x="6140" y="4756"/>
                </a:cubicBezTo>
                <a:lnTo>
                  <a:pt x="6140" y="4107"/>
                </a:lnTo>
                <a:cubicBezTo>
                  <a:pt x="6140" y="3999"/>
                  <a:pt x="6053" y="3912"/>
                  <a:pt x="5946" y="3912"/>
                </a:cubicBezTo>
                <a:close/>
                <a:moveTo>
                  <a:pt x="10092" y="9638"/>
                </a:moveTo>
                <a:lnTo>
                  <a:pt x="9465" y="9638"/>
                </a:lnTo>
                <a:lnTo>
                  <a:pt x="9465" y="6690"/>
                </a:lnTo>
                <a:cubicBezTo>
                  <a:pt x="9465" y="6159"/>
                  <a:pt x="8996" y="5729"/>
                  <a:pt x="8467" y="5729"/>
                </a:cubicBezTo>
                <a:lnTo>
                  <a:pt x="7930" y="5729"/>
                </a:lnTo>
                <a:lnTo>
                  <a:pt x="7930" y="888"/>
                </a:lnTo>
                <a:cubicBezTo>
                  <a:pt x="7930" y="398"/>
                  <a:pt x="7534" y="0"/>
                  <a:pt x="7046" y="0"/>
                </a:cubicBezTo>
                <a:lnTo>
                  <a:pt x="1911" y="0"/>
                </a:lnTo>
                <a:cubicBezTo>
                  <a:pt x="1422" y="0"/>
                  <a:pt x="1027" y="398"/>
                  <a:pt x="1027" y="888"/>
                </a:cubicBezTo>
                <a:lnTo>
                  <a:pt x="1027" y="9638"/>
                </a:lnTo>
                <a:lnTo>
                  <a:pt x="368" y="9638"/>
                </a:lnTo>
                <a:cubicBezTo>
                  <a:pt x="165" y="9638"/>
                  <a:pt x="0" y="9706"/>
                  <a:pt x="0" y="9910"/>
                </a:cubicBezTo>
                <a:lnTo>
                  <a:pt x="0" y="9906"/>
                </a:lnTo>
                <a:cubicBezTo>
                  <a:pt x="0" y="10110"/>
                  <a:pt x="165" y="10162"/>
                  <a:pt x="368" y="10162"/>
                </a:cubicBezTo>
                <a:lnTo>
                  <a:pt x="10092" y="10162"/>
                </a:lnTo>
                <a:cubicBezTo>
                  <a:pt x="10295" y="10162"/>
                  <a:pt x="10460" y="10078"/>
                  <a:pt x="10460" y="9873"/>
                </a:cubicBezTo>
                <a:lnTo>
                  <a:pt x="10460" y="9894"/>
                </a:lnTo>
                <a:cubicBezTo>
                  <a:pt x="10460" y="9689"/>
                  <a:pt x="10295" y="9638"/>
                  <a:pt x="10092" y="9638"/>
                </a:cubicBezTo>
                <a:close/>
                <a:moveTo>
                  <a:pt x="7155" y="9499"/>
                </a:moveTo>
                <a:cubicBezTo>
                  <a:pt x="7155" y="9581"/>
                  <a:pt x="7089" y="9647"/>
                  <a:pt x="7008" y="9647"/>
                </a:cubicBezTo>
                <a:lnTo>
                  <a:pt x="6031" y="9647"/>
                </a:lnTo>
                <a:cubicBezTo>
                  <a:pt x="5949" y="9647"/>
                  <a:pt x="5884" y="9581"/>
                  <a:pt x="5884" y="9499"/>
                </a:cubicBezTo>
                <a:lnTo>
                  <a:pt x="5884" y="8221"/>
                </a:lnTo>
                <a:cubicBezTo>
                  <a:pt x="5884" y="8139"/>
                  <a:pt x="5949" y="8073"/>
                  <a:pt x="6031" y="8073"/>
                </a:cubicBezTo>
                <a:lnTo>
                  <a:pt x="7008" y="8073"/>
                </a:lnTo>
                <a:cubicBezTo>
                  <a:pt x="7089" y="8073"/>
                  <a:pt x="7155" y="8139"/>
                  <a:pt x="7155" y="8221"/>
                </a:cubicBezTo>
                <a:lnTo>
                  <a:pt x="7155" y="9499"/>
                </a:lnTo>
                <a:close/>
                <a:moveTo>
                  <a:pt x="7155" y="7408"/>
                </a:moveTo>
                <a:cubicBezTo>
                  <a:pt x="7155" y="7490"/>
                  <a:pt x="7089" y="7556"/>
                  <a:pt x="7008" y="7556"/>
                </a:cubicBezTo>
                <a:lnTo>
                  <a:pt x="6031" y="7556"/>
                </a:lnTo>
                <a:cubicBezTo>
                  <a:pt x="5949" y="7556"/>
                  <a:pt x="5884" y="7490"/>
                  <a:pt x="5884" y="7408"/>
                </a:cubicBezTo>
                <a:lnTo>
                  <a:pt x="5884" y="6410"/>
                </a:lnTo>
                <a:cubicBezTo>
                  <a:pt x="5884" y="6328"/>
                  <a:pt x="5949" y="6254"/>
                  <a:pt x="6031" y="6254"/>
                </a:cubicBezTo>
                <a:lnTo>
                  <a:pt x="7008" y="6254"/>
                </a:lnTo>
                <a:cubicBezTo>
                  <a:pt x="7089" y="6254"/>
                  <a:pt x="7155" y="6320"/>
                  <a:pt x="7155" y="6402"/>
                </a:cubicBezTo>
                <a:lnTo>
                  <a:pt x="7155" y="7408"/>
                </a:lnTo>
                <a:close/>
                <a:moveTo>
                  <a:pt x="7418" y="5729"/>
                </a:moveTo>
                <a:lnTo>
                  <a:pt x="6303" y="5729"/>
                </a:lnTo>
                <a:cubicBezTo>
                  <a:pt x="5774" y="5729"/>
                  <a:pt x="5377" y="6159"/>
                  <a:pt x="5377" y="6690"/>
                </a:cubicBezTo>
                <a:lnTo>
                  <a:pt x="5377" y="9638"/>
                </a:lnTo>
                <a:lnTo>
                  <a:pt x="1537" y="9638"/>
                </a:lnTo>
                <a:lnTo>
                  <a:pt x="1537" y="1113"/>
                </a:lnTo>
                <a:cubicBezTo>
                  <a:pt x="1537" y="786"/>
                  <a:pt x="1801" y="521"/>
                  <a:pt x="2126" y="521"/>
                </a:cubicBezTo>
                <a:lnTo>
                  <a:pt x="6828" y="521"/>
                </a:lnTo>
                <a:cubicBezTo>
                  <a:pt x="7154" y="521"/>
                  <a:pt x="7418" y="786"/>
                  <a:pt x="7418" y="1113"/>
                </a:cubicBezTo>
                <a:lnTo>
                  <a:pt x="7418" y="5729"/>
                </a:lnTo>
                <a:close/>
                <a:moveTo>
                  <a:pt x="8953" y="9499"/>
                </a:moveTo>
                <a:cubicBezTo>
                  <a:pt x="8953" y="9581"/>
                  <a:pt x="8887" y="9647"/>
                  <a:pt x="8806" y="9647"/>
                </a:cubicBezTo>
                <a:lnTo>
                  <a:pt x="7821" y="9647"/>
                </a:lnTo>
                <a:cubicBezTo>
                  <a:pt x="7739" y="9647"/>
                  <a:pt x="7673" y="9581"/>
                  <a:pt x="7673" y="9499"/>
                </a:cubicBezTo>
                <a:lnTo>
                  <a:pt x="7673" y="8221"/>
                </a:lnTo>
                <a:cubicBezTo>
                  <a:pt x="7673" y="8139"/>
                  <a:pt x="7739" y="8073"/>
                  <a:pt x="7821" y="8073"/>
                </a:cubicBezTo>
                <a:lnTo>
                  <a:pt x="8806" y="8073"/>
                </a:lnTo>
                <a:cubicBezTo>
                  <a:pt x="8887" y="8073"/>
                  <a:pt x="8953" y="8139"/>
                  <a:pt x="8953" y="8221"/>
                </a:cubicBezTo>
                <a:lnTo>
                  <a:pt x="8953" y="9499"/>
                </a:lnTo>
                <a:close/>
                <a:moveTo>
                  <a:pt x="8953" y="7408"/>
                </a:moveTo>
                <a:cubicBezTo>
                  <a:pt x="8953" y="7490"/>
                  <a:pt x="8887" y="7556"/>
                  <a:pt x="8806" y="7556"/>
                </a:cubicBezTo>
                <a:lnTo>
                  <a:pt x="7821" y="7556"/>
                </a:lnTo>
                <a:cubicBezTo>
                  <a:pt x="7739" y="7556"/>
                  <a:pt x="7673" y="7490"/>
                  <a:pt x="7673" y="7408"/>
                </a:cubicBezTo>
                <a:lnTo>
                  <a:pt x="7673" y="6402"/>
                </a:lnTo>
                <a:cubicBezTo>
                  <a:pt x="7673" y="6320"/>
                  <a:pt x="7739" y="6254"/>
                  <a:pt x="7821" y="6254"/>
                </a:cubicBezTo>
                <a:lnTo>
                  <a:pt x="8806" y="6254"/>
                </a:lnTo>
                <a:cubicBezTo>
                  <a:pt x="8887" y="6254"/>
                  <a:pt x="8953" y="6320"/>
                  <a:pt x="8953" y="6402"/>
                </a:cubicBezTo>
                <a:lnTo>
                  <a:pt x="8953" y="7408"/>
                </a:lnTo>
                <a:close/>
                <a:moveTo>
                  <a:pt x="3646" y="3912"/>
                </a:moveTo>
                <a:lnTo>
                  <a:pt x="3004" y="3912"/>
                </a:lnTo>
                <a:cubicBezTo>
                  <a:pt x="2898" y="3912"/>
                  <a:pt x="2812" y="3999"/>
                  <a:pt x="2812" y="4107"/>
                </a:cubicBezTo>
                <a:lnTo>
                  <a:pt x="2812" y="4756"/>
                </a:lnTo>
                <a:cubicBezTo>
                  <a:pt x="2812" y="4864"/>
                  <a:pt x="2898" y="4951"/>
                  <a:pt x="3004" y="4951"/>
                </a:cubicBezTo>
                <a:lnTo>
                  <a:pt x="3646" y="4951"/>
                </a:lnTo>
                <a:cubicBezTo>
                  <a:pt x="3752" y="4951"/>
                  <a:pt x="3838" y="4864"/>
                  <a:pt x="3838" y="4756"/>
                </a:cubicBezTo>
                <a:lnTo>
                  <a:pt x="3838" y="4107"/>
                </a:lnTo>
                <a:cubicBezTo>
                  <a:pt x="3838" y="3999"/>
                  <a:pt x="3752" y="3912"/>
                  <a:pt x="3646" y="3912"/>
                </a:cubicBezTo>
                <a:close/>
                <a:moveTo>
                  <a:pt x="3646" y="1827"/>
                </a:moveTo>
                <a:lnTo>
                  <a:pt x="3004" y="1827"/>
                </a:lnTo>
                <a:cubicBezTo>
                  <a:pt x="2898" y="1827"/>
                  <a:pt x="2812" y="1913"/>
                  <a:pt x="2812" y="2020"/>
                </a:cubicBezTo>
                <a:lnTo>
                  <a:pt x="2812" y="2675"/>
                </a:lnTo>
                <a:cubicBezTo>
                  <a:pt x="2812" y="2781"/>
                  <a:pt x="2898" y="2868"/>
                  <a:pt x="3004" y="2868"/>
                </a:cubicBezTo>
                <a:lnTo>
                  <a:pt x="3646" y="2868"/>
                </a:lnTo>
                <a:cubicBezTo>
                  <a:pt x="3752" y="2868"/>
                  <a:pt x="3838" y="2781"/>
                  <a:pt x="3838" y="2675"/>
                </a:cubicBezTo>
                <a:lnTo>
                  <a:pt x="3838" y="2020"/>
                </a:lnTo>
                <a:cubicBezTo>
                  <a:pt x="3838" y="1913"/>
                  <a:pt x="3752" y="1827"/>
                  <a:pt x="3646" y="1827"/>
                </a:cubicBezTo>
                <a:close/>
                <a:moveTo>
                  <a:pt x="3646" y="5997"/>
                </a:moveTo>
                <a:lnTo>
                  <a:pt x="3004" y="5997"/>
                </a:lnTo>
                <a:cubicBezTo>
                  <a:pt x="2898" y="5997"/>
                  <a:pt x="2812" y="6084"/>
                  <a:pt x="2812" y="6190"/>
                </a:cubicBezTo>
                <a:lnTo>
                  <a:pt x="2812" y="6846"/>
                </a:lnTo>
                <a:cubicBezTo>
                  <a:pt x="2812" y="6952"/>
                  <a:pt x="2898" y="7039"/>
                  <a:pt x="3004" y="7039"/>
                </a:cubicBezTo>
                <a:lnTo>
                  <a:pt x="3646" y="7039"/>
                </a:lnTo>
                <a:cubicBezTo>
                  <a:pt x="3752" y="7039"/>
                  <a:pt x="3838" y="6952"/>
                  <a:pt x="3838" y="6846"/>
                </a:cubicBezTo>
                <a:lnTo>
                  <a:pt x="3838" y="6190"/>
                </a:lnTo>
                <a:cubicBezTo>
                  <a:pt x="3838" y="6084"/>
                  <a:pt x="3752" y="5997"/>
                  <a:pt x="3646" y="5997"/>
                </a:cubicBezTo>
                <a:close/>
                <a:moveTo>
                  <a:pt x="3646" y="5997"/>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13" name="椭圆 12"/>
          <p:cNvSpPr/>
          <p:nvPr/>
        </p:nvSpPr>
        <p:spPr>
          <a:xfrm>
            <a:off x="8538436" y="4609498"/>
            <a:ext cx="575788" cy="5757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4" name="Oval 45"/>
          <p:cNvSpPr/>
          <p:nvPr/>
        </p:nvSpPr>
        <p:spPr>
          <a:xfrm>
            <a:off x="8682383" y="4753445"/>
            <a:ext cx="287894" cy="287894"/>
          </a:xfrm>
          <a:custGeom>
            <a:avLst/>
            <a:gdLst>
              <a:gd name="T0" fmla="*/ 0 w 9498"/>
              <a:gd name="T1" fmla="*/ 4559 h 9498"/>
              <a:gd name="T2" fmla="*/ 3146 w 9498"/>
              <a:gd name="T3" fmla="*/ 5945 h 9498"/>
              <a:gd name="T4" fmla="*/ 9498 w 9498"/>
              <a:gd name="T5" fmla="*/ 0 h 9498"/>
              <a:gd name="T6" fmla="*/ 0 w 9498"/>
              <a:gd name="T7" fmla="*/ 4559 h 9498"/>
              <a:gd name="T8" fmla="*/ 9498 w 9498"/>
              <a:gd name="T9" fmla="*/ 0 h 9498"/>
              <a:gd name="T10" fmla="*/ 3618 w 9498"/>
              <a:gd name="T11" fmla="*/ 6402 h 9498"/>
              <a:gd name="T12" fmla="*/ 5159 w 9498"/>
              <a:gd name="T13" fmla="*/ 9498 h 9498"/>
              <a:gd name="T14" fmla="*/ 9498 w 9498"/>
              <a:gd name="T15" fmla="*/ 0 h 9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98" h="9498">
                <a:moveTo>
                  <a:pt x="0" y="4559"/>
                </a:moveTo>
                <a:lnTo>
                  <a:pt x="3146" y="5945"/>
                </a:lnTo>
                <a:lnTo>
                  <a:pt x="9498" y="0"/>
                </a:lnTo>
                <a:lnTo>
                  <a:pt x="0" y="4559"/>
                </a:lnTo>
                <a:close/>
                <a:moveTo>
                  <a:pt x="9498" y="0"/>
                </a:moveTo>
                <a:lnTo>
                  <a:pt x="3618" y="6402"/>
                </a:lnTo>
                <a:lnTo>
                  <a:pt x="5159" y="9498"/>
                </a:lnTo>
                <a:lnTo>
                  <a:pt x="9498"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cxnSp>
        <p:nvCxnSpPr>
          <p:cNvPr id="15" name="直接箭头连接符 14"/>
          <p:cNvCxnSpPr/>
          <p:nvPr/>
        </p:nvCxnSpPr>
        <p:spPr>
          <a:xfrm flipH="1">
            <a:off x="3971268" y="4897392"/>
            <a:ext cx="4249465" cy="0"/>
          </a:xfrm>
          <a:prstGeom prst="straightConnector1">
            <a:avLst/>
          </a:prstGeom>
          <a:ln w="12700">
            <a:solidFill>
              <a:schemeClr val="bg1">
                <a:lumMod val="65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flipV="1">
            <a:off x="949606" y="4897392"/>
            <a:ext cx="1880680" cy="0"/>
          </a:xfrm>
          <a:prstGeom prst="straightConnector1">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10988788" y="1805205"/>
            <a:ext cx="507212" cy="3092187"/>
            <a:chOff x="10988788" y="1805205"/>
            <a:chExt cx="507212" cy="3092187"/>
          </a:xfrm>
        </p:grpSpPr>
        <p:sp>
          <p:nvSpPr>
            <p:cNvPr id="18" name="弧形 17"/>
            <p:cNvSpPr/>
            <p:nvPr/>
          </p:nvSpPr>
          <p:spPr>
            <a:xfrm>
              <a:off x="10988788" y="1805205"/>
              <a:ext cx="507212" cy="507212"/>
            </a:xfrm>
            <a:prstGeom prst="arc">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弧形 18"/>
            <p:cNvSpPr/>
            <p:nvPr/>
          </p:nvSpPr>
          <p:spPr>
            <a:xfrm flipV="1">
              <a:off x="10988788" y="4390180"/>
              <a:ext cx="507212" cy="507212"/>
            </a:xfrm>
            <a:prstGeom prst="arc">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cxnSp>
          <p:nvCxnSpPr>
            <p:cNvPr id="20" name="直接箭头连接符 19"/>
            <p:cNvCxnSpPr/>
            <p:nvPr/>
          </p:nvCxnSpPr>
          <p:spPr>
            <a:xfrm>
              <a:off x="11496000" y="2096677"/>
              <a:ext cx="0" cy="2581396"/>
            </a:xfrm>
            <a:prstGeom prst="straightConnector1">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696000" y="1805205"/>
            <a:ext cx="507212" cy="3092187"/>
            <a:chOff x="696000" y="1805205"/>
            <a:chExt cx="507212" cy="3092187"/>
          </a:xfrm>
        </p:grpSpPr>
        <p:sp>
          <p:nvSpPr>
            <p:cNvPr id="22" name="弧形 21"/>
            <p:cNvSpPr/>
            <p:nvPr/>
          </p:nvSpPr>
          <p:spPr>
            <a:xfrm flipH="1" flipV="1">
              <a:off x="696000" y="4390180"/>
              <a:ext cx="507212" cy="507212"/>
            </a:xfrm>
            <a:prstGeom prst="arc">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cxnSp>
          <p:nvCxnSpPr>
            <p:cNvPr id="23" name="直接箭头连接符 22"/>
            <p:cNvCxnSpPr/>
            <p:nvPr/>
          </p:nvCxnSpPr>
          <p:spPr>
            <a:xfrm flipH="1" flipV="1">
              <a:off x="696000" y="2058810"/>
              <a:ext cx="0" cy="2581396"/>
            </a:xfrm>
            <a:prstGeom prst="straightConnector1">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弧形 23"/>
            <p:cNvSpPr/>
            <p:nvPr/>
          </p:nvSpPr>
          <p:spPr>
            <a:xfrm flipH="1">
              <a:off x="696000" y="1805205"/>
              <a:ext cx="507212" cy="507212"/>
            </a:xfrm>
            <a:prstGeom prst="arc">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cxnSp>
        <p:nvCxnSpPr>
          <p:cNvPr id="25" name="直接箭头连接符 24"/>
          <p:cNvCxnSpPr/>
          <p:nvPr/>
        </p:nvCxnSpPr>
        <p:spPr>
          <a:xfrm flipH="1">
            <a:off x="949606" y="1805205"/>
            <a:ext cx="1880680" cy="0"/>
          </a:xfrm>
          <a:prstGeom prst="straightConnector1">
            <a:avLst/>
          </a:prstGeom>
          <a:ln w="12700">
            <a:solidFill>
              <a:schemeClr val="bg1">
                <a:lumMod val="65000"/>
              </a:schemeClr>
            </a:solidFill>
            <a:prstDash val="dash"/>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336891" y="2211197"/>
            <a:ext cx="4040652" cy="461665"/>
          </a:xfrm>
          <a:prstGeom prst="rect">
            <a:avLst/>
          </a:prstGeom>
          <a:noFill/>
        </p:spPr>
        <p:txBody>
          <a:bodyPr wrap="square" lIns="0" rIns="0" rtlCol="0">
            <a:spAutoFit/>
          </a:bodyPr>
          <a:lstStyle/>
          <a:p>
            <a:pPr algn="ctr"/>
            <a:r>
              <a:rPr lang="en-US" altLang="zh-CN" sz="2400" b="1" dirty="0" smtClean="0">
                <a:solidFill>
                  <a:schemeClr val="tx1">
                    <a:lumMod val="75000"/>
                    <a:lumOff val="25000"/>
                  </a:schemeClr>
                </a:solidFill>
              </a:rPr>
              <a:t>01</a:t>
            </a:r>
            <a:endParaRPr lang="zh-CN" altLang="en-US" sz="2400" b="1" dirty="0">
              <a:solidFill>
                <a:schemeClr val="tx1">
                  <a:lumMod val="75000"/>
                  <a:lumOff val="25000"/>
                </a:schemeClr>
              </a:solidFill>
            </a:endParaRPr>
          </a:p>
        </p:txBody>
      </p:sp>
      <p:sp>
        <p:nvSpPr>
          <p:cNvPr id="27" name="文本框 26"/>
          <p:cNvSpPr txBox="1"/>
          <p:nvPr/>
        </p:nvSpPr>
        <p:spPr>
          <a:xfrm>
            <a:off x="1336891" y="2570972"/>
            <a:ext cx="4040652" cy="606320"/>
          </a:xfrm>
          <a:prstGeom prst="rect">
            <a:avLst/>
          </a:prstGeom>
          <a:noFill/>
        </p:spPr>
        <p:txBody>
          <a:bodyPr wrap="square" lIns="0" rIns="0" rtlCol="0">
            <a:spAutoFit/>
          </a:bodyPr>
          <a:lstStyle/>
          <a:p>
            <a:pPr algn="ctr">
              <a:lnSpc>
                <a:spcPct val="125000"/>
              </a:lnSpc>
            </a:pPr>
            <a:r>
              <a:rPr lang="zh-CN" altLang="en-US" sz="1400" dirty="0">
                <a:solidFill>
                  <a:schemeClr val="tx1">
                    <a:lumMod val="75000"/>
                    <a:lumOff val="25000"/>
                  </a:schemeClr>
                </a:solidFill>
              </a:rPr>
              <a:t>点击此处输入与此小标题或者与此图形相关的内容</a:t>
            </a:r>
            <a:r>
              <a:rPr lang="zh-CN" altLang="en-US" sz="1400" dirty="0" smtClean="0">
                <a:solidFill>
                  <a:schemeClr val="tx1">
                    <a:lumMod val="75000"/>
                    <a:lumOff val="25000"/>
                  </a:schemeClr>
                </a:solidFill>
              </a:rPr>
              <a:t>介绍、</a:t>
            </a:r>
            <a:r>
              <a:rPr lang="zh-CN" altLang="en-US" sz="1400" dirty="0">
                <a:solidFill>
                  <a:schemeClr val="tx1">
                    <a:lumMod val="75000"/>
                    <a:lumOff val="25000"/>
                  </a:schemeClr>
                </a:solidFill>
              </a:rPr>
              <a:t>总结概述等文字描述</a:t>
            </a:r>
            <a:r>
              <a:rPr lang="zh-CN" altLang="en-US" sz="1400" dirty="0" smtClean="0">
                <a:solidFill>
                  <a:schemeClr val="tx1">
                    <a:lumMod val="75000"/>
                    <a:lumOff val="25000"/>
                  </a:schemeClr>
                </a:solidFill>
              </a:rPr>
              <a:t>内容</a:t>
            </a:r>
            <a:endParaRPr lang="zh-CN" altLang="en-US" sz="1400" dirty="0">
              <a:solidFill>
                <a:schemeClr val="tx1">
                  <a:lumMod val="75000"/>
                  <a:lumOff val="25000"/>
                </a:schemeClr>
              </a:solidFill>
            </a:endParaRPr>
          </a:p>
        </p:txBody>
      </p:sp>
      <p:sp>
        <p:nvSpPr>
          <p:cNvPr id="28" name="文本框 27"/>
          <p:cNvSpPr txBox="1"/>
          <p:nvPr/>
        </p:nvSpPr>
        <p:spPr>
          <a:xfrm>
            <a:off x="6781800" y="2211197"/>
            <a:ext cx="4040652" cy="461665"/>
          </a:xfrm>
          <a:prstGeom prst="rect">
            <a:avLst/>
          </a:prstGeom>
          <a:noFill/>
        </p:spPr>
        <p:txBody>
          <a:bodyPr wrap="square" lIns="0" rIns="0" rtlCol="0">
            <a:spAutoFit/>
          </a:bodyPr>
          <a:lstStyle/>
          <a:p>
            <a:pPr algn="ctr"/>
            <a:r>
              <a:rPr lang="en-US" altLang="zh-CN" sz="2400" b="1" dirty="0" smtClean="0">
                <a:solidFill>
                  <a:schemeClr val="tx1">
                    <a:lumMod val="75000"/>
                    <a:lumOff val="25000"/>
                  </a:schemeClr>
                </a:solidFill>
              </a:rPr>
              <a:t>02</a:t>
            </a:r>
            <a:endParaRPr lang="zh-CN" altLang="en-US" sz="2400" b="1" dirty="0">
              <a:solidFill>
                <a:schemeClr val="tx1">
                  <a:lumMod val="75000"/>
                  <a:lumOff val="25000"/>
                </a:schemeClr>
              </a:solidFill>
            </a:endParaRPr>
          </a:p>
        </p:txBody>
      </p:sp>
      <p:sp>
        <p:nvSpPr>
          <p:cNvPr id="29" name="文本框 28"/>
          <p:cNvSpPr txBox="1"/>
          <p:nvPr/>
        </p:nvSpPr>
        <p:spPr>
          <a:xfrm>
            <a:off x="6781800" y="2570972"/>
            <a:ext cx="4040652" cy="606320"/>
          </a:xfrm>
          <a:prstGeom prst="rect">
            <a:avLst/>
          </a:prstGeom>
          <a:noFill/>
        </p:spPr>
        <p:txBody>
          <a:bodyPr wrap="square" lIns="0" rIns="0" rtlCol="0">
            <a:spAutoFit/>
          </a:bodyPr>
          <a:lstStyle/>
          <a:p>
            <a:pPr algn="ctr">
              <a:lnSpc>
                <a:spcPct val="125000"/>
              </a:lnSpc>
            </a:pPr>
            <a:r>
              <a:rPr lang="zh-CN" altLang="en-US" sz="1400" dirty="0">
                <a:solidFill>
                  <a:schemeClr val="tx1">
                    <a:lumMod val="75000"/>
                    <a:lumOff val="25000"/>
                  </a:schemeClr>
                </a:solidFill>
              </a:rPr>
              <a:t>点击此处输入与此小标题或者与此图形相关的内容</a:t>
            </a:r>
            <a:r>
              <a:rPr lang="zh-CN" altLang="en-US" sz="1400" dirty="0" smtClean="0">
                <a:solidFill>
                  <a:schemeClr val="tx1">
                    <a:lumMod val="75000"/>
                    <a:lumOff val="25000"/>
                  </a:schemeClr>
                </a:solidFill>
              </a:rPr>
              <a:t>介绍、</a:t>
            </a:r>
            <a:r>
              <a:rPr lang="zh-CN" altLang="en-US" sz="1400" dirty="0">
                <a:solidFill>
                  <a:schemeClr val="tx1">
                    <a:lumMod val="75000"/>
                    <a:lumOff val="25000"/>
                  </a:schemeClr>
                </a:solidFill>
              </a:rPr>
              <a:t>总结概述等文字描述</a:t>
            </a:r>
            <a:r>
              <a:rPr lang="zh-CN" altLang="en-US" sz="1400" dirty="0" smtClean="0">
                <a:solidFill>
                  <a:schemeClr val="tx1">
                    <a:lumMod val="75000"/>
                    <a:lumOff val="25000"/>
                  </a:schemeClr>
                </a:solidFill>
              </a:rPr>
              <a:t>内容</a:t>
            </a:r>
            <a:endParaRPr lang="zh-CN" altLang="en-US" sz="1400" dirty="0">
              <a:solidFill>
                <a:schemeClr val="tx1">
                  <a:lumMod val="75000"/>
                  <a:lumOff val="25000"/>
                </a:schemeClr>
              </a:solidFill>
            </a:endParaRPr>
          </a:p>
        </p:txBody>
      </p:sp>
      <p:sp>
        <p:nvSpPr>
          <p:cNvPr id="30" name="文本框 29"/>
          <p:cNvSpPr txBox="1"/>
          <p:nvPr/>
        </p:nvSpPr>
        <p:spPr>
          <a:xfrm>
            <a:off x="1336891" y="5303383"/>
            <a:ext cx="4040652" cy="400110"/>
          </a:xfrm>
          <a:prstGeom prst="rect">
            <a:avLst/>
          </a:prstGeom>
          <a:noFill/>
        </p:spPr>
        <p:txBody>
          <a:bodyPr wrap="square" lIns="0" rIns="0" rtlCol="0">
            <a:spAutoFit/>
          </a:bodyPr>
          <a:lstStyle/>
          <a:p>
            <a:pPr algn="ctr"/>
            <a:r>
              <a:rPr lang="en-US" altLang="zh-CN" sz="2000" b="1" dirty="0" smtClean="0">
                <a:solidFill>
                  <a:schemeClr val="tx1">
                    <a:lumMod val="75000"/>
                    <a:lumOff val="25000"/>
                  </a:schemeClr>
                </a:solidFill>
              </a:rPr>
              <a:t>04</a:t>
            </a:r>
            <a:endParaRPr lang="zh-CN" altLang="en-US" sz="2000" b="1" dirty="0">
              <a:solidFill>
                <a:schemeClr val="tx1">
                  <a:lumMod val="75000"/>
                  <a:lumOff val="25000"/>
                </a:schemeClr>
              </a:solidFill>
            </a:endParaRPr>
          </a:p>
        </p:txBody>
      </p:sp>
      <p:sp>
        <p:nvSpPr>
          <p:cNvPr id="31" name="文本框 30"/>
          <p:cNvSpPr txBox="1"/>
          <p:nvPr/>
        </p:nvSpPr>
        <p:spPr>
          <a:xfrm>
            <a:off x="1336891" y="5663158"/>
            <a:ext cx="4040652" cy="606320"/>
          </a:xfrm>
          <a:prstGeom prst="rect">
            <a:avLst/>
          </a:prstGeom>
          <a:noFill/>
        </p:spPr>
        <p:txBody>
          <a:bodyPr wrap="square" lIns="0" rIns="0" rtlCol="0">
            <a:spAutoFit/>
          </a:bodyPr>
          <a:lstStyle/>
          <a:p>
            <a:pPr algn="ctr">
              <a:lnSpc>
                <a:spcPct val="125000"/>
              </a:lnSpc>
            </a:pPr>
            <a:r>
              <a:rPr lang="zh-CN" altLang="en-US" sz="1400" dirty="0">
                <a:solidFill>
                  <a:schemeClr val="tx1">
                    <a:lumMod val="75000"/>
                    <a:lumOff val="25000"/>
                  </a:schemeClr>
                </a:solidFill>
              </a:rPr>
              <a:t>点击此处输入与此小标题或者与此图形相关的内容</a:t>
            </a:r>
            <a:r>
              <a:rPr lang="zh-CN" altLang="en-US" sz="1400" dirty="0" smtClean="0">
                <a:solidFill>
                  <a:schemeClr val="tx1">
                    <a:lumMod val="75000"/>
                    <a:lumOff val="25000"/>
                  </a:schemeClr>
                </a:solidFill>
              </a:rPr>
              <a:t>介绍、</a:t>
            </a:r>
            <a:r>
              <a:rPr lang="zh-CN" altLang="en-US" sz="1400" dirty="0">
                <a:solidFill>
                  <a:schemeClr val="tx1">
                    <a:lumMod val="75000"/>
                    <a:lumOff val="25000"/>
                  </a:schemeClr>
                </a:solidFill>
              </a:rPr>
              <a:t>总结概述等文字描述</a:t>
            </a:r>
            <a:r>
              <a:rPr lang="zh-CN" altLang="en-US" sz="1400" dirty="0" smtClean="0">
                <a:solidFill>
                  <a:schemeClr val="tx1">
                    <a:lumMod val="75000"/>
                    <a:lumOff val="25000"/>
                  </a:schemeClr>
                </a:solidFill>
              </a:rPr>
              <a:t>内容</a:t>
            </a:r>
            <a:endParaRPr lang="zh-CN" altLang="en-US" sz="1400" dirty="0">
              <a:solidFill>
                <a:schemeClr val="tx1">
                  <a:lumMod val="75000"/>
                  <a:lumOff val="25000"/>
                </a:schemeClr>
              </a:solidFill>
            </a:endParaRPr>
          </a:p>
        </p:txBody>
      </p:sp>
      <p:sp>
        <p:nvSpPr>
          <p:cNvPr id="32" name="文本框 31"/>
          <p:cNvSpPr txBox="1"/>
          <p:nvPr/>
        </p:nvSpPr>
        <p:spPr>
          <a:xfrm>
            <a:off x="6781800" y="5303383"/>
            <a:ext cx="4040652" cy="400110"/>
          </a:xfrm>
          <a:prstGeom prst="rect">
            <a:avLst/>
          </a:prstGeom>
          <a:noFill/>
        </p:spPr>
        <p:txBody>
          <a:bodyPr wrap="square" lIns="0" rIns="0" rtlCol="0">
            <a:spAutoFit/>
          </a:bodyPr>
          <a:lstStyle/>
          <a:p>
            <a:pPr algn="ctr"/>
            <a:r>
              <a:rPr lang="en-US" altLang="zh-CN" sz="2000" b="1" dirty="0" smtClean="0">
                <a:solidFill>
                  <a:schemeClr val="tx1">
                    <a:lumMod val="75000"/>
                    <a:lumOff val="25000"/>
                  </a:schemeClr>
                </a:solidFill>
              </a:rPr>
              <a:t>03</a:t>
            </a:r>
            <a:endParaRPr lang="zh-CN" altLang="en-US" sz="2000" b="1" dirty="0">
              <a:solidFill>
                <a:schemeClr val="tx1">
                  <a:lumMod val="75000"/>
                  <a:lumOff val="25000"/>
                </a:schemeClr>
              </a:solidFill>
            </a:endParaRPr>
          </a:p>
        </p:txBody>
      </p:sp>
      <p:sp>
        <p:nvSpPr>
          <p:cNvPr id="33" name="文本框 32"/>
          <p:cNvSpPr txBox="1"/>
          <p:nvPr/>
        </p:nvSpPr>
        <p:spPr>
          <a:xfrm>
            <a:off x="6781800" y="5663158"/>
            <a:ext cx="4040652" cy="606320"/>
          </a:xfrm>
          <a:prstGeom prst="rect">
            <a:avLst/>
          </a:prstGeom>
          <a:noFill/>
        </p:spPr>
        <p:txBody>
          <a:bodyPr wrap="square" lIns="0" rIns="0" rtlCol="0">
            <a:spAutoFit/>
          </a:bodyPr>
          <a:lstStyle/>
          <a:p>
            <a:pPr algn="ctr">
              <a:lnSpc>
                <a:spcPct val="125000"/>
              </a:lnSpc>
            </a:pPr>
            <a:r>
              <a:rPr lang="zh-CN" altLang="en-US" sz="1400" dirty="0">
                <a:solidFill>
                  <a:schemeClr val="tx1">
                    <a:lumMod val="75000"/>
                    <a:lumOff val="25000"/>
                  </a:schemeClr>
                </a:solidFill>
              </a:rPr>
              <a:t>点击此处输入与此小标题或者与此图形相关的内容</a:t>
            </a:r>
            <a:r>
              <a:rPr lang="zh-CN" altLang="en-US" sz="1400" dirty="0" smtClean="0">
                <a:solidFill>
                  <a:schemeClr val="tx1">
                    <a:lumMod val="75000"/>
                    <a:lumOff val="25000"/>
                  </a:schemeClr>
                </a:solidFill>
              </a:rPr>
              <a:t>介绍、</a:t>
            </a:r>
            <a:r>
              <a:rPr lang="zh-CN" altLang="en-US" sz="1400" dirty="0">
                <a:solidFill>
                  <a:schemeClr val="tx1">
                    <a:lumMod val="75000"/>
                    <a:lumOff val="25000"/>
                  </a:schemeClr>
                </a:solidFill>
              </a:rPr>
              <a:t>总结概述等文字描述</a:t>
            </a:r>
            <a:r>
              <a:rPr lang="zh-CN" altLang="en-US" sz="1400" dirty="0" smtClean="0">
                <a:solidFill>
                  <a:schemeClr val="tx1">
                    <a:lumMod val="75000"/>
                    <a:lumOff val="25000"/>
                  </a:schemeClr>
                </a:solidFill>
              </a:rPr>
              <a:t>内容</a:t>
            </a:r>
            <a:endParaRPr lang="zh-CN" altLang="en-US" sz="1400" dirty="0">
              <a:solidFill>
                <a:schemeClr val="tx1">
                  <a:lumMod val="75000"/>
                  <a:lumOff val="25000"/>
                </a:schemeClr>
              </a:solidFill>
            </a:endParaRPr>
          </a:p>
        </p:txBody>
      </p:sp>
      <p:sp>
        <p:nvSpPr>
          <p:cNvPr id="34" name="文本框 33"/>
          <p:cNvSpPr txBox="1"/>
          <p:nvPr/>
        </p:nvSpPr>
        <p:spPr>
          <a:xfrm>
            <a:off x="2318657" y="3528941"/>
            <a:ext cx="7554686" cy="630942"/>
          </a:xfrm>
          <a:prstGeom prst="rect">
            <a:avLst/>
          </a:prstGeom>
          <a:noFill/>
        </p:spPr>
        <p:txBody>
          <a:bodyPr wrap="square" lIns="0" rIns="0" rtlCol="0">
            <a:spAutoFit/>
          </a:bodyPr>
          <a:lstStyle/>
          <a:p>
            <a:pPr algn="ctr">
              <a:lnSpc>
                <a:spcPct val="125000"/>
              </a:lnSpc>
            </a:pPr>
            <a:r>
              <a:rPr lang="en-US" altLang="zh-CN" sz="2800" b="1" dirty="0" smtClean="0">
                <a:solidFill>
                  <a:schemeClr val="accent1"/>
                </a:solidFill>
              </a:rPr>
              <a:t>KEY WORDS HERE</a:t>
            </a:r>
            <a:endParaRPr lang="zh-CN" altLang="en-US" sz="2800" b="1" dirty="0">
              <a:solidFill>
                <a:schemeClr val="accent1"/>
              </a:solidFill>
            </a:endParaRPr>
          </a:p>
        </p:txBody>
      </p:sp>
    </p:spTree>
    <p:extLst>
      <p:ext uri="{BB962C8B-B14F-4D97-AF65-F5344CB8AC3E}">
        <p14:creationId xmlns:p14="http://schemas.microsoft.com/office/powerpoint/2010/main" val="22115591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anim calcmode="lin" valueType="num">
                                      <p:cBhvr>
                                        <p:cTn id="8" dur="500" fill="hold"/>
                                        <p:tgtEl>
                                          <p:spTgt spid="34"/>
                                        </p:tgtEl>
                                        <p:attrNameLst>
                                          <p:attrName>ppt_x</p:attrName>
                                        </p:attrNameLst>
                                      </p:cBhvr>
                                      <p:tavLst>
                                        <p:tav tm="0">
                                          <p:val>
                                            <p:strVal val="#ppt_x"/>
                                          </p:val>
                                        </p:tav>
                                        <p:tav tm="100000">
                                          <p:val>
                                            <p:strVal val="#ppt_x"/>
                                          </p:val>
                                        </p:tav>
                                      </p:tavLst>
                                    </p:anim>
                                    <p:anim calcmode="lin" valueType="num">
                                      <p:cBhvr>
                                        <p:cTn id="9" dur="500" fill="hold"/>
                                        <p:tgtEl>
                                          <p:spTgt spid="3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p:stCondLst>
                              <p:cond delay="1500"/>
                            </p:stCondLst>
                            <p:childTnLst>
                              <p:par>
                                <p:cTn id="32" presetID="53" presetClass="entr" presetSubtype="16"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500" fill="hold"/>
                                        <p:tgtEl>
                                          <p:spTgt spid="6"/>
                                        </p:tgtEl>
                                        <p:attrNameLst>
                                          <p:attrName>ppt_w</p:attrName>
                                        </p:attrNameLst>
                                      </p:cBhvr>
                                      <p:tavLst>
                                        <p:tav tm="0">
                                          <p:val>
                                            <p:fltVal val="0"/>
                                          </p:val>
                                        </p:tav>
                                        <p:tav tm="100000">
                                          <p:val>
                                            <p:strVal val="#ppt_w"/>
                                          </p:val>
                                        </p:tav>
                                      </p:tavLst>
                                    </p:anim>
                                    <p:anim calcmode="lin" valueType="num">
                                      <p:cBhvr>
                                        <p:cTn id="35" dur="500" fill="hold"/>
                                        <p:tgtEl>
                                          <p:spTgt spid="6"/>
                                        </p:tgtEl>
                                        <p:attrNameLst>
                                          <p:attrName>ppt_h</p:attrName>
                                        </p:attrNameLst>
                                      </p:cBhvr>
                                      <p:tavLst>
                                        <p:tav tm="0">
                                          <p:val>
                                            <p:fltVal val="0"/>
                                          </p:val>
                                        </p:tav>
                                        <p:tav tm="100000">
                                          <p:val>
                                            <p:strVal val="#ppt_h"/>
                                          </p:val>
                                        </p:tav>
                                      </p:tavLst>
                                    </p:anim>
                                    <p:animEffect transition="in" filter="fade">
                                      <p:cBhvr>
                                        <p:cTn id="36" dur="500"/>
                                        <p:tgtEl>
                                          <p:spTgt spid="6"/>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fltVal val="0"/>
                                          </p:val>
                                        </p:tav>
                                        <p:tav tm="100000">
                                          <p:val>
                                            <p:strVal val="#ppt_w"/>
                                          </p:val>
                                        </p:tav>
                                      </p:tavLst>
                                    </p:anim>
                                    <p:anim calcmode="lin" valueType="num">
                                      <p:cBhvr>
                                        <p:cTn id="40" dur="500" fill="hold"/>
                                        <p:tgtEl>
                                          <p:spTgt spid="7"/>
                                        </p:tgtEl>
                                        <p:attrNameLst>
                                          <p:attrName>ppt_h</p:attrName>
                                        </p:attrNameLst>
                                      </p:cBhvr>
                                      <p:tavLst>
                                        <p:tav tm="0">
                                          <p:val>
                                            <p:fltVal val="0"/>
                                          </p:val>
                                        </p:tav>
                                        <p:tav tm="100000">
                                          <p:val>
                                            <p:strVal val="#ppt_h"/>
                                          </p:val>
                                        </p:tav>
                                      </p:tavLst>
                                    </p:anim>
                                    <p:animEffect transition="in" filter="fade">
                                      <p:cBhvr>
                                        <p:cTn id="41" dur="500"/>
                                        <p:tgtEl>
                                          <p:spTgt spid="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childTnLst>
                          </p:cTn>
                        </p:par>
                        <p:par>
                          <p:cTn id="48" fill="hold">
                            <p:stCondLst>
                              <p:cond delay="2000"/>
                            </p:stCondLst>
                            <p:childTnLst>
                              <p:par>
                                <p:cTn id="49" presetID="22" presetClass="entr" presetSubtype="8" fill="hold"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left)">
                                      <p:cBhvr>
                                        <p:cTn id="51" dur="500"/>
                                        <p:tgtEl>
                                          <p:spTgt spid="9"/>
                                        </p:tgtEl>
                                      </p:cBhvr>
                                    </p:animEffect>
                                  </p:childTnLst>
                                </p:cTn>
                              </p:par>
                            </p:childTnLst>
                          </p:cTn>
                        </p:par>
                        <p:par>
                          <p:cTn id="52" fill="hold">
                            <p:stCondLst>
                              <p:cond delay="2500"/>
                            </p:stCondLst>
                            <p:childTnLst>
                              <p:par>
                                <p:cTn id="53" presetID="22" presetClass="entr" presetSubtype="1" fill="hold"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up)">
                                      <p:cBhvr>
                                        <p:cTn id="55" dur="500"/>
                                        <p:tgtEl>
                                          <p:spTgt spid="17"/>
                                        </p:tgtEl>
                                      </p:cBhvr>
                                    </p:animEffect>
                                  </p:childTnLst>
                                </p:cTn>
                              </p:par>
                            </p:childTnLst>
                          </p:cTn>
                        </p:par>
                        <p:par>
                          <p:cTn id="56" fill="hold">
                            <p:stCondLst>
                              <p:cond delay="3000"/>
                            </p:stCondLst>
                            <p:childTnLst>
                              <p:par>
                                <p:cTn id="57" presetID="22" presetClass="entr" presetSubtype="2" fill="hold" nodeType="after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right)">
                                      <p:cBhvr>
                                        <p:cTn id="59" dur="500"/>
                                        <p:tgtEl>
                                          <p:spTgt spid="10"/>
                                        </p:tgtEl>
                                      </p:cBhvr>
                                    </p:animEffect>
                                  </p:childTnLst>
                                </p:cTn>
                              </p:par>
                            </p:childTnLst>
                          </p:cTn>
                        </p:par>
                        <p:par>
                          <p:cTn id="60" fill="hold">
                            <p:stCondLst>
                              <p:cond delay="3500"/>
                            </p:stCondLst>
                            <p:childTnLst>
                              <p:par>
                                <p:cTn id="61" presetID="53" presetClass="entr" presetSubtype="16" fill="hold" grpId="0" nodeType="after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p:cTn id="63" dur="500" fill="hold"/>
                                        <p:tgtEl>
                                          <p:spTgt spid="13"/>
                                        </p:tgtEl>
                                        <p:attrNameLst>
                                          <p:attrName>ppt_w</p:attrName>
                                        </p:attrNameLst>
                                      </p:cBhvr>
                                      <p:tavLst>
                                        <p:tav tm="0">
                                          <p:val>
                                            <p:fltVal val="0"/>
                                          </p:val>
                                        </p:tav>
                                        <p:tav tm="100000">
                                          <p:val>
                                            <p:strVal val="#ppt_w"/>
                                          </p:val>
                                        </p:tav>
                                      </p:tavLst>
                                    </p:anim>
                                    <p:anim calcmode="lin" valueType="num">
                                      <p:cBhvr>
                                        <p:cTn id="64" dur="500" fill="hold"/>
                                        <p:tgtEl>
                                          <p:spTgt spid="13"/>
                                        </p:tgtEl>
                                        <p:attrNameLst>
                                          <p:attrName>ppt_h</p:attrName>
                                        </p:attrNameLst>
                                      </p:cBhvr>
                                      <p:tavLst>
                                        <p:tav tm="0">
                                          <p:val>
                                            <p:fltVal val="0"/>
                                          </p:val>
                                        </p:tav>
                                        <p:tav tm="100000">
                                          <p:val>
                                            <p:strVal val="#ppt_h"/>
                                          </p:val>
                                        </p:tav>
                                      </p:tavLst>
                                    </p:anim>
                                    <p:animEffect transition="in" filter="fade">
                                      <p:cBhvr>
                                        <p:cTn id="65" dur="500"/>
                                        <p:tgtEl>
                                          <p:spTgt spid="13"/>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p:cTn id="68" dur="500" fill="hold"/>
                                        <p:tgtEl>
                                          <p:spTgt spid="14"/>
                                        </p:tgtEl>
                                        <p:attrNameLst>
                                          <p:attrName>ppt_w</p:attrName>
                                        </p:attrNameLst>
                                      </p:cBhvr>
                                      <p:tavLst>
                                        <p:tav tm="0">
                                          <p:val>
                                            <p:fltVal val="0"/>
                                          </p:val>
                                        </p:tav>
                                        <p:tav tm="100000">
                                          <p:val>
                                            <p:strVal val="#ppt_w"/>
                                          </p:val>
                                        </p:tav>
                                      </p:tavLst>
                                    </p:anim>
                                    <p:anim calcmode="lin" valueType="num">
                                      <p:cBhvr>
                                        <p:cTn id="69" dur="500" fill="hold"/>
                                        <p:tgtEl>
                                          <p:spTgt spid="14"/>
                                        </p:tgtEl>
                                        <p:attrNameLst>
                                          <p:attrName>ppt_h</p:attrName>
                                        </p:attrNameLst>
                                      </p:cBhvr>
                                      <p:tavLst>
                                        <p:tav tm="0">
                                          <p:val>
                                            <p:fltVal val="0"/>
                                          </p:val>
                                        </p:tav>
                                        <p:tav tm="100000">
                                          <p:val>
                                            <p:strVal val="#ppt_h"/>
                                          </p:val>
                                        </p:tav>
                                      </p:tavLst>
                                    </p:anim>
                                    <p:animEffect transition="in" filter="fade">
                                      <p:cBhvr>
                                        <p:cTn id="70" dur="500"/>
                                        <p:tgtEl>
                                          <p:spTgt spid="1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5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500"/>
                                        <p:tgtEl>
                                          <p:spTgt spid="33"/>
                                        </p:tgtEl>
                                      </p:cBhvr>
                                    </p:animEffect>
                                  </p:childTnLst>
                                </p:cTn>
                              </p:par>
                            </p:childTnLst>
                          </p:cTn>
                        </p:par>
                        <p:par>
                          <p:cTn id="77" fill="hold">
                            <p:stCondLst>
                              <p:cond delay="4000"/>
                            </p:stCondLst>
                            <p:childTnLst>
                              <p:par>
                                <p:cTn id="78" presetID="22" presetClass="entr" presetSubtype="2" fill="hold" nodeType="afterEffect">
                                  <p:stCondLst>
                                    <p:cond delay="0"/>
                                  </p:stCondLst>
                                  <p:childTnLst>
                                    <p:set>
                                      <p:cBhvr>
                                        <p:cTn id="79" dur="1" fill="hold">
                                          <p:stCondLst>
                                            <p:cond delay="0"/>
                                          </p:stCondLst>
                                        </p:cTn>
                                        <p:tgtEl>
                                          <p:spTgt spid="15"/>
                                        </p:tgtEl>
                                        <p:attrNameLst>
                                          <p:attrName>style.visibility</p:attrName>
                                        </p:attrNameLst>
                                      </p:cBhvr>
                                      <p:to>
                                        <p:strVal val="visible"/>
                                      </p:to>
                                    </p:set>
                                    <p:animEffect transition="in" filter="wipe(right)">
                                      <p:cBhvr>
                                        <p:cTn id="80" dur="500"/>
                                        <p:tgtEl>
                                          <p:spTgt spid="15"/>
                                        </p:tgtEl>
                                      </p:cBhvr>
                                    </p:animEffect>
                                  </p:childTnLst>
                                </p:cTn>
                              </p:par>
                            </p:childTnLst>
                          </p:cTn>
                        </p:par>
                        <p:par>
                          <p:cTn id="81" fill="hold">
                            <p:stCondLst>
                              <p:cond delay="4500"/>
                            </p:stCondLst>
                            <p:childTnLst>
                              <p:par>
                                <p:cTn id="82" presetID="53" presetClass="entr" presetSubtype="16" fill="hold" grpId="0" nodeType="afterEffect">
                                  <p:stCondLst>
                                    <p:cond delay="0"/>
                                  </p:stCondLst>
                                  <p:childTnLst>
                                    <p:set>
                                      <p:cBhvr>
                                        <p:cTn id="83" dur="1" fill="hold">
                                          <p:stCondLst>
                                            <p:cond delay="0"/>
                                          </p:stCondLst>
                                        </p:cTn>
                                        <p:tgtEl>
                                          <p:spTgt spid="11"/>
                                        </p:tgtEl>
                                        <p:attrNameLst>
                                          <p:attrName>style.visibility</p:attrName>
                                        </p:attrNameLst>
                                      </p:cBhvr>
                                      <p:to>
                                        <p:strVal val="visible"/>
                                      </p:to>
                                    </p:set>
                                    <p:anim calcmode="lin" valueType="num">
                                      <p:cBhvr>
                                        <p:cTn id="84" dur="500" fill="hold"/>
                                        <p:tgtEl>
                                          <p:spTgt spid="11"/>
                                        </p:tgtEl>
                                        <p:attrNameLst>
                                          <p:attrName>ppt_w</p:attrName>
                                        </p:attrNameLst>
                                      </p:cBhvr>
                                      <p:tavLst>
                                        <p:tav tm="0">
                                          <p:val>
                                            <p:fltVal val="0"/>
                                          </p:val>
                                        </p:tav>
                                        <p:tav tm="100000">
                                          <p:val>
                                            <p:strVal val="#ppt_w"/>
                                          </p:val>
                                        </p:tav>
                                      </p:tavLst>
                                    </p:anim>
                                    <p:anim calcmode="lin" valueType="num">
                                      <p:cBhvr>
                                        <p:cTn id="85" dur="500" fill="hold"/>
                                        <p:tgtEl>
                                          <p:spTgt spid="11"/>
                                        </p:tgtEl>
                                        <p:attrNameLst>
                                          <p:attrName>ppt_h</p:attrName>
                                        </p:attrNameLst>
                                      </p:cBhvr>
                                      <p:tavLst>
                                        <p:tav tm="0">
                                          <p:val>
                                            <p:fltVal val="0"/>
                                          </p:val>
                                        </p:tav>
                                        <p:tav tm="100000">
                                          <p:val>
                                            <p:strVal val="#ppt_h"/>
                                          </p:val>
                                        </p:tav>
                                      </p:tavLst>
                                    </p:anim>
                                    <p:animEffect transition="in" filter="fade">
                                      <p:cBhvr>
                                        <p:cTn id="86" dur="500"/>
                                        <p:tgtEl>
                                          <p:spTgt spid="11"/>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12"/>
                                        </p:tgtEl>
                                        <p:attrNameLst>
                                          <p:attrName>style.visibility</p:attrName>
                                        </p:attrNameLst>
                                      </p:cBhvr>
                                      <p:to>
                                        <p:strVal val="visible"/>
                                      </p:to>
                                    </p:set>
                                    <p:anim calcmode="lin" valueType="num">
                                      <p:cBhvr>
                                        <p:cTn id="89" dur="500" fill="hold"/>
                                        <p:tgtEl>
                                          <p:spTgt spid="12"/>
                                        </p:tgtEl>
                                        <p:attrNameLst>
                                          <p:attrName>ppt_w</p:attrName>
                                        </p:attrNameLst>
                                      </p:cBhvr>
                                      <p:tavLst>
                                        <p:tav tm="0">
                                          <p:val>
                                            <p:fltVal val="0"/>
                                          </p:val>
                                        </p:tav>
                                        <p:tav tm="100000">
                                          <p:val>
                                            <p:strVal val="#ppt_w"/>
                                          </p:val>
                                        </p:tav>
                                      </p:tavLst>
                                    </p:anim>
                                    <p:anim calcmode="lin" valueType="num">
                                      <p:cBhvr>
                                        <p:cTn id="90" dur="500" fill="hold"/>
                                        <p:tgtEl>
                                          <p:spTgt spid="12"/>
                                        </p:tgtEl>
                                        <p:attrNameLst>
                                          <p:attrName>ppt_h</p:attrName>
                                        </p:attrNameLst>
                                      </p:cBhvr>
                                      <p:tavLst>
                                        <p:tav tm="0">
                                          <p:val>
                                            <p:fltVal val="0"/>
                                          </p:val>
                                        </p:tav>
                                        <p:tav tm="100000">
                                          <p:val>
                                            <p:strVal val="#ppt_h"/>
                                          </p:val>
                                        </p:tav>
                                      </p:tavLst>
                                    </p:anim>
                                    <p:animEffect transition="in" filter="fade">
                                      <p:cBhvr>
                                        <p:cTn id="91" dur="500"/>
                                        <p:tgtEl>
                                          <p:spTgt spid="1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500"/>
                                        <p:tgtEl>
                                          <p:spTgt spid="31"/>
                                        </p:tgtEl>
                                      </p:cBhvr>
                                    </p:animEffect>
                                  </p:childTnLst>
                                </p:cTn>
                              </p:par>
                            </p:childTnLst>
                          </p:cTn>
                        </p:par>
                        <p:par>
                          <p:cTn id="98" fill="hold">
                            <p:stCondLst>
                              <p:cond delay="5000"/>
                            </p:stCondLst>
                            <p:childTnLst>
                              <p:par>
                                <p:cTn id="99" presetID="22" presetClass="entr" presetSubtype="2" fill="hold" nodeType="afterEffect">
                                  <p:stCondLst>
                                    <p:cond delay="0"/>
                                  </p:stCondLst>
                                  <p:childTnLst>
                                    <p:set>
                                      <p:cBhvr>
                                        <p:cTn id="100" dur="1" fill="hold">
                                          <p:stCondLst>
                                            <p:cond delay="0"/>
                                          </p:stCondLst>
                                        </p:cTn>
                                        <p:tgtEl>
                                          <p:spTgt spid="16"/>
                                        </p:tgtEl>
                                        <p:attrNameLst>
                                          <p:attrName>style.visibility</p:attrName>
                                        </p:attrNameLst>
                                      </p:cBhvr>
                                      <p:to>
                                        <p:strVal val="visible"/>
                                      </p:to>
                                    </p:set>
                                    <p:animEffect transition="in" filter="wipe(right)">
                                      <p:cBhvr>
                                        <p:cTn id="101" dur="500"/>
                                        <p:tgtEl>
                                          <p:spTgt spid="16"/>
                                        </p:tgtEl>
                                      </p:cBhvr>
                                    </p:animEffect>
                                  </p:childTnLst>
                                </p:cTn>
                              </p:par>
                            </p:childTnLst>
                          </p:cTn>
                        </p:par>
                        <p:par>
                          <p:cTn id="102" fill="hold">
                            <p:stCondLst>
                              <p:cond delay="5500"/>
                            </p:stCondLst>
                            <p:childTnLst>
                              <p:par>
                                <p:cTn id="103" presetID="22" presetClass="entr" presetSubtype="4" fill="hold" nodeType="afterEffect">
                                  <p:stCondLst>
                                    <p:cond delay="0"/>
                                  </p:stCondLst>
                                  <p:childTnLst>
                                    <p:set>
                                      <p:cBhvr>
                                        <p:cTn id="104" dur="1" fill="hold">
                                          <p:stCondLst>
                                            <p:cond delay="0"/>
                                          </p:stCondLst>
                                        </p:cTn>
                                        <p:tgtEl>
                                          <p:spTgt spid="21"/>
                                        </p:tgtEl>
                                        <p:attrNameLst>
                                          <p:attrName>style.visibility</p:attrName>
                                        </p:attrNameLst>
                                      </p:cBhvr>
                                      <p:to>
                                        <p:strVal val="visible"/>
                                      </p:to>
                                    </p:set>
                                    <p:animEffect transition="in" filter="wipe(down)">
                                      <p:cBhvr>
                                        <p:cTn id="105" dur="500"/>
                                        <p:tgtEl>
                                          <p:spTgt spid="21"/>
                                        </p:tgtEl>
                                      </p:cBhvr>
                                    </p:animEffect>
                                  </p:childTnLst>
                                </p:cTn>
                              </p:par>
                            </p:childTnLst>
                          </p:cTn>
                        </p:par>
                        <p:par>
                          <p:cTn id="106" fill="hold">
                            <p:stCondLst>
                              <p:cond delay="6000"/>
                            </p:stCondLst>
                            <p:childTnLst>
                              <p:par>
                                <p:cTn id="107" presetID="22" presetClass="entr" presetSubtype="8" fill="hold" nodeType="afterEffect">
                                  <p:stCondLst>
                                    <p:cond delay="0"/>
                                  </p:stCondLst>
                                  <p:childTnLst>
                                    <p:set>
                                      <p:cBhvr>
                                        <p:cTn id="108" dur="1" fill="hold">
                                          <p:stCondLst>
                                            <p:cond delay="0"/>
                                          </p:stCondLst>
                                        </p:cTn>
                                        <p:tgtEl>
                                          <p:spTgt spid="25"/>
                                        </p:tgtEl>
                                        <p:attrNameLst>
                                          <p:attrName>style.visibility</p:attrName>
                                        </p:attrNameLst>
                                      </p:cBhvr>
                                      <p:to>
                                        <p:strVal val="visible"/>
                                      </p:to>
                                    </p:set>
                                    <p:animEffect transition="in" filter="wipe(left)">
                                      <p:cBhvr>
                                        <p:cTn id="10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2" grpId="0" animBg="1"/>
      <p:bldP spid="13" grpId="0" animBg="1"/>
      <p:bldP spid="14" grpId="0" animBg="1"/>
      <p:bldP spid="26" grpId="0"/>
      <p:bldP spid="27" grpId="0"/>
      <p:bldP spid="28" grpId="0"/>
      <p:bldP spid="29" grpId="0"/>
      <p:bldP spid="30" grpId="0"/>
      <p:bldP spid="31" grpId="0"/>
      <p:bldP spid="32" grpId="0"/>
      <p:bldP spid="33" grpId="0"/>
      <p:bldP spid="3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企业发展前景</a:t>
            </a:r>
            <a:endParaRPr lang="zh-CN" altLang="en-US" dirty="0"/>
          </a:p>
        </p:txBody>
      </p:sp>
      <p:sp>
        <p:nvSpPr>
          <p:cNvPr id="3" name="文本占位符 2"/>
          <p:cNvSpPr>
            <a:spLocks noGrp="1"/>
          </p:cNvSpPr>
          <p:nvPr>
            <p:ph type="body" sz="quarter" idx="10"/>
          </p:nvPr>
        </p:nvSpPr>
        <p:spPr/>
        <p:txBody>
          <a:bodyPr/>
          <a:lstStyle/>
          <a:p>
            <a:r>
              <a:rPr lang="en-US" altLang="zh-CN" dirty="0" smtClean="0"/>
              <a:t>COMPANY DEVELOPMENT</a:t>
            </a:r>
            <a:endParaRPr lang="zh-CN" altLang="en-US" dirty="0"/>
          </a:p>
        </p:txBody>
      </p:sp>
      <p:sp>
        <p:nvSpPr>
          <p:cNvPr id="4" name="矩形 3"/>
          <p:cNvSpPr/>
          <p:nvPr/>
        </p:nvSpPr>
        <p:spPr>
          <a:xfrm>
            <a:off x="686196" y="1705722"/>
            <a:ext cx="1800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b" anchorCtr="0">
            <a:spAutoFit/>
          </a:bodyPr>
          <a:lstStyle/>
          <a:p>
            <a:pPr algn="ctr">
              <a:lnSpc>
                <a:spcPct val="150000"/>
              </a:lnSpc>
            </a:pPr>
            <a:r>
              <a:rPr lang="zh-CN" altLang="en-US" sz="1200" dirty="0">
                <a:solidFill>
                  <a:schemeClr val="accent1"/>
                </a:solidFill>
                <a:cs typeface="+mn-ea"/>
                <a:sym typeface="+mn-lt"/>
              </a:rPr>
              <a:t>点击此处输入与此小标题相关的文字描述内容</a:t>
            </a:r>
          </a:p>
        </p:txBody>
      </p:sp>
      <p:cxnSp>
        <p:nvCxnSpPr>
          <p:cNvPr id="5" name="直接连接符 4"/>
          <p:cNvCxnSpPr/>
          <p:nvPr/>
        </p:nvCxnSpPr>
        <p:spPr>
          <a:xfrm>
            <a:off x="696000" y="2885021"/>
            <a:ext cx="10800000" cy="0"/>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燕尾形 5"/>
          <p:cNvSpPr/>
          <p:nvPr/>
        </p:nvSpPr>
        <p:spPr>
          <a:xfrm rot="5400000">
            <a:off x="1533505" y="2573914"/>
            <a:ext cx="105383" cy="168948"/>
          </a:xfrm>
          <a:prstGeom prst="chevron">
            <a:avLst>
              <a:gd name="adj" fmla="val 633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7" name="等腰三角形 6"/>
          <p:cNvSpPr/>
          <p:nvPr/>
        </p:nvSpPr>
        <p:spPr>
          <a:xfrm>
            <a:off x="1501721" y="3090476"/>
            <a:ext cx="168950" cy="8533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8" name="文本框 7"/>
          <p:cNvSpPr txBox="1"/>
          <p:nvPr/>
        </p:nvSpPr>
        <p:spPr>
          <a:xfrm>
            <a:off x="686196" y="3396003"/>
            <a:ext cx="1800000" cy="624595"/>
          </a:xfrm>
          <a:prstGeom prst="rect">
            <a:avLst/>
          </a:prstGeom>
          <a:noFill/>
        </p:spPr>
        <p:txBody>
          <a:bodyPr wrap="square" rtlCol="0">
            <a:spAutoFit/>
          </a:bodyPr>
          <a:lstStyle/>
          <a:p>
            <a:pPr algn="ctr">
              <a:lnSpc>
                <a:spcPct val="150000"/>
              </a:lnSpc>
            </a:pPr>
            <a:r>
              <a:rPr lang="zh-CN" altLang="en-US" sz="1600" dirty="0">
                <a:solidFill>
                  <a:schemeClr val="accent1"/>
                </a:solidFill>
                <a:cs typeface="+mn-ea"/>
                <a:sym typeface="+mn-lt"/>
              </a:rPr>
              <a:t>文字描述</a:t>
            </a:r>
            <a:r>
              <a:rPr lang="zh-CN" altLang="en-US" sz="1600" dirty="0" smtClean="0">
                <a:solidFill>
                  <a:schemeClr val="accent1"/>
                </a:solidFill>
                <a:cs typeface="+mn-ea"/>
                <a:sym typeface="+mn-lt"/>
              </a:rPr>
              <a:t>内容</a:t>
            </a:r>
            <a:endParaRPr lang="en-US" altLang="zh-CN" sz="1600" dirty="0" smtClean="0">
              <a:solidFill>
                <a:schemeClr val="accent1"/>
              </a:solidFill>
              <a:cs typeface="+mn-ea"/>
              <a:sym typeface="+mn-lt"/>
            </a:endParaRPr>
          </a:p>
          <a:p>
            <a:pPr algn="ctr">
              <a:lnSpc>
                <a:spcPct val="150000"/>
              </a:lnSpc>
            </a:pPr>
            <a:r>
              <a:rPr lang="en-US" altLang="zh-CN" sz="800" dirty="0">
                <a:solidFill>
                  <a:schemeClr val="accent1"/>
                </a:solidFill>
                <a:cs typeface="+mn-ea"/>
                <a:sym typeface="+mn-lt"/>
              </a:rPr>
              <a:t>TEXT DESCRIPTION HERE</a:t>
            </a:r>
            <a:endParaRPr lang="zh-CN" altLang="en-US" sz="800" dirty="0">
              <a:solidFill>
                <a:schemeClr val="accent1"/>
              </a:solidFill>
              <a:cs typeface="+mn-ea"/>
              <a:sym typeface="+mn-lt"/>
            </a:endParaRPr>
          </a:p>
        </p:txBody>
      </p:sp>
      <p:sp>
        <p:nvSpPr>
          <p:cNvPr id="9" name="矩形 8"/>
          <p:cNvSpPr/>
          <p:nvPr/>
        </p:nvSpPr>
        <p:spPr>
          <a:xfrm>
            <a:off x="2938647" y="3396003"/>
            <a:ext cx="1800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spAutoFit/>
          </a:bodyPr>
          <a:lstStyle/>
          <a:p>
            <a:pPr algn="ctr">
              <a:lnSpc>
                <a:spcPct val="150000"/>
              </a:lnSpc>
            </a:pPr>
            <a:r>
              <a:rPr lang="zh-CN" altLang="en-US" sz="1200" dirty="0">
                <a:solidFill>
                  <a:schemeClr val="accent2"/>
                </a:solidFill>
                <a:cs typeface="+mn-ea"/>
                <a:sym typeface="+mn-lt"/>
              </a:rPr>
              <a:t>点击此处输入与此小标题相关的文字描述内容</a:t>
            </a:r>
          </a:p>
        </p:txBody>
      </p:sp>
      <p:sp>
        <p:nvSpPr>
          <p:cNvPr id="10" name="燕尾形 9"/>
          <p:cNvSpPr/>
          <p:nvPr/>
        </p:nvSpPr>
        <p:spPr>
          <a:xfrm rot="16200000" flipV="1">
            <a:off x="3785959" y="3101983"/>
            <a:ext cx="105376" cy="168948"/>
          </a:xfrm>
          <a:prstGeom prst="chevron">
            <a:avLst>
              <a:gd name="adj" fmla="val 6333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1" name="等腰三角形 10"/>
          <p:cNvSpPr/>
          <p:nvPr/>
        </p:nvSpPr>
        <p:spPr>
          <a:xfrm flipV="1">
            <a:off x="3754173" y="2659725"/>
            <a:ext cx="168950" cy="8533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2" name="文本框 11"/>
          <p:cNvSpPr txBox="1"/>
          <p:nvPr/>
        </p:nvSpPr>
        <p:spPr>
          <a:xfrm>
            <a:off x="2938647" y="1705722"/>
            <a:ext cx="1800000" cy="646331"/>
          </a:xfrm>
          <a:prstGeom prst="rect">
            <a:avLst/>
          </a:prstGeom>
          <a:noFill/>
        </p:spPr>
        <p:txBody>
          <a:bodyPr wrap="square" rtlCol="0" anchor="b" anchorCtr="0">
            <a:spAutoFit/>
          </a:bodyPr>
          <a:lstStyle/>
          <a:p>
            <a:pPr algn="ctr">
              <a:lnSpc>
                <a:spcPct val="150000"/>
              </a:lnSpc>
            </a:pPr>
            <a:r>
              <a:rPr lang="en-US" altLang="zh-CN" sz="800" dirty="0">
                <a:solidFill>
                  <a:schemeClr val="accent2"/>
                </a:solidFill>
                <a:cs typeface="+mn-ea"/>
                <a:sym typeface="+mn-lt"/>
              </a:rPr>
              <a:t>TEXT DESCRIPTION </a:t>
            </a:r>
            <a:r>
              <a:rPr lang="en-US" altLang="zh-CN" sz="800" dirty="0" smtClean="0">
                <a:solidFill>
                  <a:schemeClr val="accent2"/>
                </a:solidFill>
                <a:cs typeface="+mn-ea"/>
                <a:sym typeface="+mn-lt"/>
              </a:rPr>
              <a:t>HERE</a:t>
            </a:r>
          </a:p>
          <a:p>
            <a:pPr algn="ctr">
              <a:lnSpc>
                <a:spcPct val="150000"/>
              </a:lnSpc>
            </a:pPr>
            <a:r>
              <a:rPr lang="zh-CN" altLang="en-US" sz="1600" dirty="0" smtClean="0">
                <a:solidFill>
                  <a:schemeClr val="accent2"/>
                </a:solidFill>
                <a:cs typeface="+mn-ea"/>
                <a:sym typeface="+mn-lt"/>
              </a:rPr>
              <a:t>文字</a:t>
            </a:r>
            <a:r>
              <a:rPr lang="zh-CN" altLang="en-US" sz="1600" dirty="0">
                <a:solidFill>
                  <a:schemeClr val="accent2"/>
                </a:solidFill>
                <a:cs typeface="+mn-ea"/>
                <a:sym typeface="+mn-lt"/>
              </a:rPr>
              <a:t>描述</a:t>
            </a:r>
            <a:r>
              <a:rPr lang="zh-CN" altLang="en-US" sz="1600" dirty="0" smtClean="0">
                <a:solidFill>
                  <a:schemeClr val="accent2"/>
                </a:solidFill>
                <a:cs typeface="+mn-ea"/>
                <a:sym typeface="+mn-lt"/>
              </a:rPr>
              <a:t>内容</a:t>
            </a:r>
            <a:endParaRPr lang="zh-CN" altLang="en-US" sz="1600" dirty="0">
              <a:solidFill>
                <a:schemeClr val="accent2"/>
              </a:solidFill>
              <a:cs typeface="+mn-ea"/>
              <a:sym typeface="+mn-lt"/>
            </a:endParaRPr>
          </a:p>
        </p:txBody>
      </p:sp>
      <p:sp>
        <p:nvSpPr>
          <p:cNvPr id="13" name="矩形 12"/>
          <p:cNvSpPr/>
          <p:nvPr/>
        </p:nvSpPr>
        <p:spPr>
          <a:xfrm>
            <a:off x="5191098" y="1705722"/>
            <a:ext cx="1800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b" anchorCtr="0">
            <a:spAutoFit/>
          </a:bodyPr>
          <a:lstStyle/>
          <a:p>
            <a:pPr algn="ctr">
              <a:lnSpc>
                <a:spcPct val="150000"/>
              </a:lnSpc>
            </a:pPr>
            <a:r>
              <a:rPr lang="zh-CN" altLang="en-US" sz="1200" dirty="0">
                <a:solidFill>
                  <a:schemeClr val="accent1"/>
                </a:solidFill>
                <a:cs typeface="+mn-ea"/>
                <a:sym typeface="+mn-lt"/>
              </a:rPr>
              <a:t>点击此处输入与此小标题相关的文字描述内容</a:t>
            </a:r>
          </a:p>
        </p:txBody>
      </p:sp>
      <p:sp>
        <p:nvSpPr>
          <p:cNvPr id="14" name="燕尾形 13"/>
          <p:cNvSpPr/>
          <p:nvPr/>
        </p:nvSpPr>
        <p:spPr>
          <a:xfrm rot="5400000">
            <a:off x="6038407" y="2573914"/>
            <a:ext cx="105383" cy="168948"/>
          </a:xfrm>
          <a:prstGeom prst="chevron">
            <a:avLst>
              <a:gd name="adj" fmla="val 633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5" name="等腰三角形 14"/>
          <p:cNvSpPr/>
          <p:nvPr/>
        </p:nvSpPr>
        <p:spPr>
          <a:xfrm>
            <a:off x="6006623" y="3090476"/>
            <a:ext cx="168950" cy="8533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6" name="文本框 15"/>
          <p:cNvSpPr txBox="1"/>
          <p:nvPr/>
        </p:nvSpPr>
        <p:spPr>
          <a:xfrm>
            <a:off x="5191098" y="3396003"/>
            <a:ext cx="1800000" cy="624595"/>
          </a:xfrm>
          <a:prstGeom prst="rect">
            <a:avLst/>
          </a:prstGeom>
          <a:noFill/>
        </p:spPr>
        <p:txBody>
          <a:bodyPr wrap="square" rtlCol="0">
            <a:spAutoFit/>
          </a:bodyPr>
          <a:lstStyle/>
          <a:p>
            <a:pPr algn="ctr">
              <a:lnSpc>
                <a:spcPct val="150000"/>
              </a:lnSpc>
            </a:pPr>
            <a:r>
              <a:rPr lang="zh-CN" altLang="en-US" sz="1600" dirty="0">
                <a:solidFill>
                  <a:schemeClr val="accent1"/>
                </a:solidFill>
                <a:cs typeface="+mn-ea"/>
                <a:sym typeface="+mn-lt"/>
              </a:rPr>
              <a:t>文字描述</a:t>
            </a:r>
            <a:r>
              <a:rPr lang="zh-CN" altLang="en-US" sz="1600" dirty="0" smtClean="0">
                <a:solidFill>
                  <a:schemeClr val="accent1"/>
                </a:solidFill>
                <a:cs typeface="+mn-ea"/>
                <a:sym typeface="+mn-lt"/>
              </a:rPr>
              <a:t>内容</a:t>
            </a:r>
            <a:endParaRPr lang="en-US" altLang="zh-CN" sz="1600" dirty="0" smtClean="0">
              <a:solidFill>
                <a:schemeClr val="accent1"/>
              </a:solidFill>
              <a:cs typeface="+mn-ea"/>
              <a:sym typeface="+mn-lt"/>
            </a:endParaRPr>
          </a:p>
          <a:p>
            <a:pPr algn="ctr">
              <a:lnSpc>
                <a:spcPct val="150000"/>
              </a:lnSpc>
            </a:pPr>
            <a:r>
              <a:rPr lang="en-US" altLang="zh-CN" sz="800" dirty="0">
                <a:solidFill>
                  <a:schemeClr val="accent1"/>
                </a:solidFill>
                <a:cs typeface="+mn-ea"/>
                <a:sym typeface="+mn-lt"/>
              </a:rPr>
              <a:t>TEXT DESCRIPTION HERE</a:t>
            </a:r>
            <a:endParaRPr lang="zh-CN" altLang="en-US" sz="800" dirty="0">
              <a:solidFill>
                <a:schemeClr val="accent1"/>
              </a:solidFill>
              <a:cs typeface="+mn-ea"/>
              <a:sym typeface="+mn-lt"/>
            </a:endParaRPr>
          </a:p>
        </p:txBody>
      </p:sp>
      <p:sp>
        <p:nvSpPr>
          <p:cNvPr id="17" name="矩形 16"/>
          <p:cNvSpPr/>
          <p:nvPr/>
        </p:nvSpPr>
        <p:spPr>
          <a:xfrm>
            <a:off x="7443549" y="3396003"/>
            <a:ext cx="1800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spAutoFit/>
          </a:bodyPr>
          <a:lstStyle/>
          <a:p>
            <a:pPr algn="ctr">
              <a:lnSpc>
                <a:spcPct val="150000"/>
              </a:lnSpc>
            </a:pPr>
            <a:r>
              <a:rPr lang="zh-CN" altLang="en-US" sz="1200" dirty="0">
                <a:solidFill>
                  <a:schemeClr val="accent2"/>
                </a:solidFill>
                <a:cs typeface="+mn-ea"/>
                <a:sym typeface="+mn-lt"/>
              </a:rPr>
              <a:t>点击此处输入与此小标题相关的文字描述内容</a:t>
            </a:r>
          </a:p>
        </p:txBody>
      </p:sp>
      <p:sp>
        <p:nvSpPr>
          <p:cNvPr id="18" name="燕尾形 17"/>
          <p:cNvSpPr/>
          <p:nvPr/>
        </p:nvSpPr>
        <p:spPr>
          <a:xfrm rot="16200000" flipV="1">
            <a:off x="8290861" y="3101983"/>
            <a:ext cx="105376" cy="168948"/>
          </a:xfrm>
          <a:prstGeom prst="chevron">
            <a:avLst>
              <a:gd name="adj" fmla="val 6333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9" name="等腰三角形 18"/>
          <p:cNvSpPr/>
          <p:nvPr/>
        </p:nvSpPr>
        <p:spPr>
          <a:xfrm flipV="1">
            <a:off x="8259075" y="2659725"/>
            <a:ext cx="168950" cy="8533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0" name="文本框 19"/>
          <p:cNvSpPr txBox="1"/>
          <p:nvPr/>
        </p:nvSpPr>
        <p:spPr>
          <a:xfrm>
            <a:off x="7443549" y="1705722"/>
            <a:ext cx="1800000" cy="646331"/>
          </a:xfrm>
          <a:prstGeom prst="rect">
            <a:avLst/>
          </a:prstGeom>
          <a:noFill/>
        </p:spPr>
        <p:txBody>
          <a:bodyPr wrap="square" rtlCol="0" anchor="b" anchorCtr="0">
            <a:spAutoFit/>
          </a:bodyPr>
          <a:lstStyle/>
          <a:p>
            <a:pPr algn="ctr">
              <a:lnSpc>
                <a:spcPct val="150000"/>
              </a:lnSpc>
            </a:pPr>
            <a:r>
              <a:rPr lang="en-US" altLang="zh-CN" sz="800" dirty="0">
                <a:solidFill>
                  <a:schemeClr val="accent2"/>
                </a:solidFill>
                <a:cs typeface="+mn-ea"/>
                <a:sym typeface="+mn-lt"/>
              </a:rPr>
              <a:t>TEXT DESCRIPTION </a:t>
            </a:r>
            <a:r>
              <a:rPr lang="en-US" altLang="zh-CN" sz="800" dirty="0" smtClean="0">
                <a:solidFill>
                  <a:schemeClr val="accent2"/>
                </a:solidFill>
                <a:cs typeface="+mn-ea"/>
                <a:sym typeface="+mn-lt"/>
              </a:rPr>
              <a:t>HERE</a:t>
            </a:r>
          </a:p>
          <a:p>
            <a:pPr algn="ctr">
              <a:lnSpc>
                <a:spcPct val="150000"/>
              </a:lnSpc>
            </a:pPr>
            <a:r>
              <a:rPr lang="zh-CN" altLang="en-US" sz="1600" dirty="0" smtClean="0">
                <a:solidFill>
                  <a:schemeClr val="accent2"/>
                </a:solidFill>
                <a:cs typeface="+mn-ea"/>
                <a:sym typeface="+mn-lt"/>
              </a:rPr>
              <a:t>文字</a:t>
            </a:r>
            <a:r>
              <a:rPr lang="zh-CN" altLang="en-US" sz="1600" dirty="0">
                <a:solidFill>
                  <a:schemeClr val="accent2"/>
                </a:solidFill>
                <a:cs typeface="+mn-ea"/>
                <a:sym typeface="+mn-lt"/>
              </a:rPr>
              <a:t>描述内容</a:t>
            </a:r>
          </a:p>
        </p:txBody>
      </p:sp>
      <p:sp>
        <p:nvSpPr>
          <p:cNvPr id="21" name="矩形 20"/>
          <p:cNvSpPr/>
          <p:nvPr/>
        </p:nvSpPr>
        <p:spPr>
          <a:xfrm>
            <a:off x="9696000" y="1705722"/>
            <a:ext cx="1800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b" anchorCtr="0">
            <a:spAutoFit/>
          </a:bodyPr>
          <a:lstStyle/>
          <a:p>
            <a:pPr algn="ctr">
              <a:lnSpc>
                <a:spcPct val="150000"/>
              </a:lnSpc>
            </a:pPr>
            <a:r>
              <a:rPr lang="zh-CN" altLang="en-US" sz="1200" dirty="0">
                <a:solidFill>
                  <a:schemeClr val="accent1"/>
                </a:solidFill>
                <a:cs typeface="+mn-ea"/>
                <a:sym typeface="+mn-lt"/>
              </a:rPr>
              <a:t>点击此处输入与此小标题相关的文字描述内容</a:t>
            </a:r>
          </a:p>
        </p:txBody>
      </p:sp>
      <p:sp>
        <p:nvSpPr>
          <p:cNvPr id="22" name="燕尾形 21"/>
          <p:cNvSpPr/>
          <p:nvPr/>
        </p:nvSpPr>
        <p:spPr>
          <a:xfrm rot="5400000">
            <a:off x="10543309" y="2573914"/>
            <a:ext cx="105383" cy="168948"/>
          </a:xfrm>
          <a:prstGeom prst="chevron">
            <a:avLst>
              <a:gd name="adj" fmla="val 633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23" name="等腰三角形 22"/>
          <p:cNvSpPr/>
          <p:nvPr/>
        </p:nvSpPr>
        <p:spPr>
          <a:xfrm>
            <a:off x="10511525" y="3090476"/>
            <a:ext cx="168950" cy="8533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4" name="文本框 23"/>
          <p:cNvSpPr txBox="1"/>
          <p:nvPr/>
        </p:nvSpPr>
        <p:spPr>
          <a:xfrm>
            <a:off x="9696000" y="3396003"/>
            <a:ext cx="1800000" cy="646331"/>
          </a:xfrm>
          <a:prstGeom prst="rect">
            <a:avLst/>
          </a:prstGeom>
          <a:noFill/>
        </p:spPr>
        <p:txBody>
          <a:bodyPr wrap="square" rtlCol="0">
            <a:spAutoFit/>
          </a:bodyPr>
          <a:lstStyle/>
          <a:p>
            <a:pPr algn="ctr">
              <a:lnSpc>
                <a:spcPct val="150000"/>
              </a:lnSpc>
            </a:pPr>
            <a:r>
              <a:rPr lang="zh-CN" altLang="en-US" sz="1600" dirty="0">
                <a:solidFill>
                  <a:schemeClr val="accent1"/>
                </a:solidFill>
                <a:cs typeface="+mn-ea"/>
                <a:sym typeface="+mn-lt"/>
              </a:rPr>
              <a:t>文字描述</a:t>
            </a:r>
            <a:r>
              <a:rPr lang="zh-CN" altLang="en-US" sz="1600" dirty="0" smtClean="0">
                <a:solidFill>
                  <a:schemeClr val="accent1"/>
                </a:solidFill>
                <a:cs typeface="+mn-ea"/>
                <a:sym typeface="+mn-lt"/>
              </a:rPr>
              <a:t>内容</a:t>
            </a:r>
            <a:endParaRPr lang="en-US" altLang="zh-CN" sz="1600" dirty="0" smtClean="0">
              <a:solidFill>
                <a:schemeClr val="accent1"/>
              </a:solidFill>
              <a:cs typeface="+mn-ea"/>
              <a:sym typeface="+mn-lt"/>
            </a:endParaRPr>
          </a:p>
          <a:p>
            <a:pPr algn="ctr">
              <a:lnSpc>
                <a:spcPct val="150000"/>
              </a:lnSpc>
            </a:pPr>
            <a:r>
              <a:rPr lang="en-US" altLang="zh-CN" sz="800" dirty="0">
                <a:solidFill>
                  <a:schemeClr val="accent1"/>
                </a:solidFill>
                <a:cs typeface="+mn-ea"/>
                <a:sym typeface="+mn-lt"/>
              </a:rPr>
              <a:t>TEXT DESCRIPTION HERE</a:t>
            </a:r>
            <a:endParaRPr lang="zh-CN" altLang="en-US" sz="800" dirty="0">
              <a:solidFill>
                <a:schemeClr val="accent1"/>
              </a:solidFill>
              <a:cs typeface="+mn-ea"/>
              <a:sym typeface="+mn-lt"/>
            </a:endParaRPr>
          </a:p>
        </p:txBody>
      </p:sp>
      <p:sp>
        <p:nvSpPr>
          <p:cNvPr id="25" name="矩形 24"/>
          <p:cNvSpPr/>
          <p:nvPr/>
        </p:nvSpPr>
        <p:spPr>
          <a:xfrm>
            <a:off x="696000" y="4553315"/>
            <a:ext cx="5310623" cy="1646007"/>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923516" y="5150887"/>
            <a:ext cx="434298" cy="434296"/>
          </a:xfrm>
          <a:prstGeom prst="ellipse">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200" dirty="0">
              <a:solidFill>
                <a:schemeClr val="bg1"/>
              </a:solidFill>
              <a:cs typeface="+mn-ea"/>
              <a:sym typeface="+mn-lt"/>
            </a:endParaRPr>
          </a:p>
        </p:txBody>
      </p:sp>
      <p:sp>
        <p:nvSpPr>
          <p:cNvPr id="27" name="Oval 34"/>
          <p:cNvSpPr/>
          <p:nvPr/>
        </p:nvSpPr>
        <p:spPr>
          <a:xfrm>
            <a:off x="1053308" y="5272155"/>
            <a:ext cx="174711" cy="191759"/>
          </a:xfrm>
          <a:custGeom>
            <a:avLst/>
            <a:gdLst>
              <a:gd name="T0" fmla="*/ 386 w 3913"/>
              <a:gd name="T1" fmla="*/ 1973 h 4301"/>
              <a:gd name="T2" fmla="*/ 97 w 3913"/>
              <a:gd name="T3" fmla="*/ 3894 h 4301"/>
              <a:gd name="T4" fmla="*/ 2991 w 3913"/>
              <a:gd name="T5" fmla="*/ 4301 h 4301"/>
              <a:gd name="T6" fmla="*/ 3469 w 3913"/>
              <a:gd name="T7" fmla="*/ 3776 h 4301"/>
              <a:gd name="T8" fmla="*/ 3913 w 3913"/>
              <a:gd name="T9" fmla="*/ 2669 h 4301"/>
              <a:gd name="T10" fmla="*/ 3469 w 3913"/>
              <a:gd name="T11" fmla="*/ 1973 h 4301"/>
              <a:gd name="T12" fmla="*/ 3896 w 3913"/>
              <a:gd name="T13" fmla="*/ 519 h 4301"/>
              <a:gd name="T14" fmla="*/ 2033 w 3913"/>
              <a:gd name="T15" fmla="*/ 1643 h 4301"/>
              <a:gd name="T16" fmla="*/ 2315 w 3913"/>
              <a:gd name="T17" fmla="*/ 808 h 4301"/>
              <a:gd name="T18" fmla="*/ 1606 w 3913"/>
              <a:gd name="T19" fmla="*/ 219 h 4301"/>
              <a:gd name="T20" fmla="*/ 1422 w 3913"/>
              <a:gd name="T21" fmla="*/ 219 h 4301"/>
              <a:gd name="T22" fmla="*/ 1015 w 3913"/>
              <a:gd name="T23" fmla="*/ 808 h 4301"/>
              <a:gd name="T24" fmla="*/ 1317 w 3913"/>
              <a:gd name="T25" fmla="*/ 1973 h 4301"/>
              <a:gd name="T26" fmla="*/ 720 w 3913"/>
              <a:gd name="T27" fmla="*/ 895 h 4301"/>
              <a:gd name="T28" fmla="*/ 20 w 3913"/>
              <a:gd name="T29" fmla="*/ 1258 h 4301"/>
              <a:gd name="T30" fmla="*/ 1842 w 3913"/>
              <a:gd name="T31" fmla="*/ 1217 h 4301"/>
              <a:gd name="T32" fmla="*/ 1533 w 3913"/>
              <a:gd name="T33" fmla="*/ 1973 h 4301"/>
              <a:gd name="T34" fmla="*/ 1231 w 3913"/>
              <a:gd name="T35" fmla="*/ 808 h 4301"/>
              <a:gd name="T36" fmla="*/ 1326 w 3913"/>
              <a:gd name="T37" fmla="*/ 435 h 4301"/>
              <a:gd name="T38" fmla="*/ 1725 w 3913"/>
              <a:gd name="T39" fmla="*/ 435 h 4301"/>
              <a:gd name="T40" fmla="*/ 2099 w 3913"/>
              <a:gd name="T41" fmla="*/ 808 h 4301"/>
              <a:gd name="T42" fmla="*/ 1424 w 3913"/>
              <a:gd name="T43" fmla="*/ 1001 h 4301"/>
              <a:gd name="T44" fmla="*/ 2401 w 3913"/>
              <a:gd name="T45" fmla="*/ 1469 h 4301"/>
              <a:gd name="T46" fmla="*/ 2724 w 3913"/>
              <a:gd name="T47" fmla="*/ 1548 h 4301"/>
              <a:gd name="T48" fmla="*/ 2518 w 3913"/>
              <a:gd name="T49" fmla="*/ 1287 h 4301"/>
              <a:gd name="T50" fmla="*/ 2916 w 3913"/>
              <a:gd name="T51" fmla="*/ 1079 h 4301"/>
              <a:gd name="T52" fmla="*/ 3032 w 3913"/>
              <a:gd name="T53" fmla="*/ 897 h 4301"/>
              <a:gd name="T54" fmla="*/ 3151 w 3913"/>
              <a:gd name="T55" fmla="*/ 298 h 4301"/>
              <a:gd name="T56" fmla="*/ 2708 w 3913"/>
              <a:gd name="T57" fmla="*/ 1973 h 4301"/>
              <a:gd name="T58" fmla="*/ 2336 w 3913"/>
              <a:gd name="T59" fmla="*/ 1954 h 4301"/>
              <a:gd name="T60" fmla="*/ 2401 w 3913"/>
              <a:gd name="T61" fmla="*/ 1469 h 4301"/>
              <a:gd name="T62" fmla="*/ 3253 w 3913"/>
              <a:gd name="T63" fmla="*/ 3677 h 4301"/>
              <a:gd name="T64" fmla="*/ 2991 w 3913"/>
              <a:gd name="T65" fmla="*/ 4085 h 4301"/>
              <a:gd name="T66" fmla="*/ 1593 w 3913"/>
              <a:gd name="T67" fmla="*/ 4085 h 4301"/>
              <a:gd name="T68" fmla="*/ 313 w 3913"/>
              <a:gd name="T69" fmla="*/ 3894 h 4301"/>
              <a:gd name="T70" fmla="*/ 496 w 3913"/>
              <a:gd name="T71" fmla="*/ 2189 h 4301"/>
              <a:gd name="T72" fmla="*/ 739 w 3913"/>
              <a:gd name="T73" fmla="*/ 2189 h 4301"/>
              <a:gd name="T74" fmla="*/ 1260 w 3913"/>
              <a:gd name="T75" fmla="*/ 2189 h 4301"/>
              <a:gd name="T76" fmla="*/ 1381 w 3913"/>
              <a:gd name="T77" fmla="*/ 2189 h 4301"/>
              <a:gd name="T78" fmla="*/ 1546 w 3913"/>
              <a:gd name="T79" fmla="*/ 2189 h 4301"/>
              <a:gd name="T80" fmla="*/ 1784 w 3913"/>
              <a:gd name="T81" fmla="*/ 2189 h 4301"/>
              <a:gd name="T82" fmla="*/ 1892 w 3913"/>
              <a:gd name="T83" fmla="*/ 2189 h 4301"/>
              <a:gd name="T84" fmla="*/ 2001 w 3913"/>
              <a:gd name="T85" fmla="*/ 2189 h 4301"/>
              <a:gd name="T86" fmla="*/ 2698 w 3913"/>
              <a:gd name="T87" fmla="*/ 2189 h 4301"/>
              <a:gd name="T88" fmla="*/ 3253 w 3913"/>
              <a:gd name="T89" fmla="*/ 2189 h 4301"/>
              <a:gd name="T90" fmla="*/ 3253 w 3913"/>
              <a:gd name="T91" fmla="*/ 2309 h 4301"/>
              <a:gd name="T92" fmla="*/ 543 w 3913"/>
              <a:gd name="T93" fmla="*/ 1807 h 4301"/>
              <a:gd name="T94" fmla="*/ 586 w 3913"/>
              <a:gd name="T95" fmla="*/ 1108 h 4301"/>
              <a:gd name="T96" fmla="*/ 628 w 3913"/>
              <a:gd name="T97" fmla="*/ 1973 h 4301"/>
              <a:gd name="T98" fmla="*/ 226 w 3913"/>
              <a:gd name="T99" fmla="*/ 836 h 4301"/>
              <a:gd name="T100" fmla="*/ 231 w 3913"/>
              <a:gd name="T101" fmla="*/ 1046 h 4301"/>
              <a:gd name="T102" fmla="*/ 3697 w 3913"/>
              <a:gd name="T103" fmla="*/ 3317 h 4301"/>
              <a:gd name="T104" fmla="*/ 3469 w 3913"/>
              <a:gd name="T105" fmla="*/ 2432 h 4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913" h="4301">
                <a:moveTo>
                  <a:pt x="20" y="1258"/>
                </a:moveTo>
                <a:lnTo>
                  <a:pt x="386" y="1973"/>
                </a:lnTo>
                <a:lnTo>
                  <a:pt x="97" y="1973"/>
                </a:lnTo>
                <a:lnTo>
                  <a:pt x="97" y="3894"/>
                </a:lnTo>
                <a:cubicBezTo>
                  <a:pt x="97" y="4118"/>
                  <a:pt x="311" y="4301"/>
                  <a:pt x="575" y="4301"/>
                </a:cubicBezTo>
                <a:lnTo>
                  <a:pt x="2991" y="4301"/>
                </a:lnTo>
                <a:cubicBezTo>
                  <a:pt x="3254" y="4301"/>
                  <a:pt x="3469" y="4118"/>
                  <a:pt x="3469" y="3894"/>
                </a:cubicBezTo>
                <a:lnTo>
                  <a:pt x="3469" y="3776"/>
                </a:lnTo>
                <a:cubicBezTo>
                  <a:pt x="3722" y="3733"/>
                  <a:pt x="3913" y="3544"/>
                  <a:pt x="3913" y="3317"/>
                </a:cubicBezTo>
                <a:lnTo>
                  <a:pt x="3913" y="2669"/>
                </a:lnTo>
                <a:cubicBezTo>
                  <a:pt x="3913" y="2443"/>
                  <a:pt x="3722" y="2253"/>
                  <a:pt x="3469" y="2210"/>
                </a:cubicBezTo>
                <a:lnTo>
                  <a:pt x="3469" y="1973"/>
                </a:lnTo>
                <a:lnTo>
                  <a:pt x="2964" y="1973"/>
                </a:lnTo>
                <a:lnTo>
                  <a:pt x="3896" y="519"/>
                </a:lnTo>
                <a:lnTo>
                  <a:pt x="3085" y="0"/>
                </a:lnTo>
                <a:lnTo>
                  <a:pt x="2033" y="1643"/>
                </a:lnTo>
                <a:lnTo>
                  <a:pt x="2061" y="1187"/>
                </a:lnTo>
                <a:cubicBezTo>
                  <a:pt x="2210" y="1125"/>
                  <a:pt x="2315" y="979"/>
                  <a:pt x="2315" y="808"/>
                </a:cubicBezTo>
                <a:lnTo>
                  <a:pt x="2315" y="219"/>
                </a:lnTo>
                <a:lnTo>
                  <a:pt x="1606" y="219"/>
                </a:lnTo>
                <a:lnTo>
                  <a:pt x="1530" y="339"/>
                </a:lnTo>
                <a:lnTo>
                  <a:pt x="1422" y="219"/>
                </a:lnTo>
                <a:lnTo>
                  <a:pt x="1015" y="219"/>
                </a:lnTo>
                <a:lnTo>
                  <a:pt x="1015" y="808"/>
                </a:lnTo>
                <a:cubicBezTo>
                  <a:pt x="1015" y="979"/>
                  <a:pt x="1120" y="1125"/>
                  <a:pt x="1269" y="1187"/>
                </a:cubicBezTo>
                <a:lnTo>
                  <a:pt x="1317" y="1973"/>
                </a:lnTo>
                <a:lnTo>
                  <a:pt x="1271" y="1973"/>
                </a:lnTo>
                <a:lnTo>
                  <a:pt x="720" y="895"/>
                </a:lnTo>
                <a:lnTo>
                  <a:pt x="0" y="434"/>
                </a:lnTo>
                <a:lnTo>
                  <a:pt x="20" y="1258"/>
                </a:lnTo>
                <a:close/>
                <a:moveTo>
                  <a:pt x="1488" y="1217"/>
                </a:moveTo>
                <a:lnTo>
                  <a:pt x="1842" y="1217"/>
                </a:lnTo>
                <a:lnTo>
                  <a:pt x="1797" y="1973"/>
                </a:lnTo>
                <a:lnTo>
                  <a:pt x="1533" y="1973"/>
                </a:lnTo>
                <a:lnTo>
                  <a:pt x="1488" y="1217"/>
                </a:lnTo>
                <a:close/>
                <a:moveTo>
                  <a:pt x="1231" y="808"/>
                </a:moveTo>
                <a:lnTo>
                  <a:pt x="1231" y="435"/>
                </a:lnTo>
                <a:lnTo>
                  <a:pt x="1326" y="435"/>
                </a:lnTo>
                <a:lnTo>
                  <a:pt x="1560" y="696"/>
                </a:lnTo>
                <a:lnTo>
                  <a:pt x="1725" y="435"/>
                </a:lnTo>
                <a:lnTo>
                  <a:pt x="2099" y="435"/>
                </a:lnTo>
                <a:lnTo>
                  <a:pt x="2099" y="808"/>
                </a:lnTo>
                <a:cubicBezTo>
                  <a:pt x="2099" y="915"/>
                  <a:pt x="2012" y="1001"/>
                  <a:pt x="1906" y="1001"/>
                </a:cubicBezTo>
                <a:lnTo>
                  <a:pt x="1424" y="1001"/>
                </a:lnTo>
                <a:cubicBezTo>
                  <a:pt x="1318" y="1001"/>
                  <a:pt x="1231" y="915"/>
                  <a:pt x="1231" y="808"/>
                </a:cubicBezTo>
                <a:close/>
                <a:moveTo>
                  <a:pt x="2401" y="1469"/>
                </a:moveTo>
                <a:lnTo>
                  <a:pt x="2575" y="1580"/>
                </a:lnTo>
                <a:cubicBezTo>
                  <a:pt x="2625" y="1612"/>
                  <a:pt x="2692" y="1598"/>
                  <a:pt x="2724" y="1548"/>
                </a:cubicBezTo>
                <a:cubicBezTo>
                  <a:pt x="2756" y="1497"/>
                  <a:pt x="2742" y="1431"/>
                  <a:pt x="2692" y="1398"/>
                </a:cubicBezTo>
                <a:lnTo>
                  <a:pt x="2518" y="1287"/>
                </a:lnTo>
                <a:lnTo>
                  <a:pt x="2728" y="959"/>
                </a:lnTo>
                <a:lnTo>
                  <a:pt x="2916" y="1079"/>
                </a:lnTo>
                <a:cubicBezTo>
                  <a:pt x="2966" y="1111"/>
                  <a:pt x="3033" y="1097"/>
                  <a:pt x="3065" y="1046"/>
                </a:cubicBezTo>
                <a:cubicBezTo>
                  <a:pt x="3097" y="996"/>
                  <a:pt x="3083" y="929"/>
                  <a:pt x="3032" y="897"/>
                </a:cubicBezTo>
                <a:lnTo>
                  <a:pt x="2844" y="777"/>
                </a:lnTo>
                <a:lnTo>
                  <a:pt x="3151" y="298"/>
                </a:lnTo>
                <a:lnTo>
                  <a:pt x="3597" y="584"/>
                </a:lnTo>
                <a:lnTo>
                  <a:pt x="2708" y="1973"/>
                </a:lnTo>
                <a:lnTo>
                  <a:pt x="2358" y="1973"/>
                </a:lnTo>
                <a:cubicBezTo>
                  <a:pt x="2351" y="1966"/>
                  <a:pt x="2344" y="1959"/>
                  <a:pt x="2336" y="1954"/>
                </a:cubicBezTo>
                <a:lnTo>
                  <a:pt x="2162" y="1843"/>
                </a:lnTo>
                <a:lnTo>
                  <a:pt x="2401" y="1469"/>
                </a:lnTo>
                <a:close/>
                <a:moveTo>
                  <a:pt x="3253" y="2309"/>
                </a:moveTo>
                <a:lnTo>
                  <a:pt x="3253" y="3677"/>
                </a:lnTo>
                <a:lnTo>
                  <a:pt x="3253" y="3894"/>
                </a:lnTo>
                <a:cubicBezTo>
                  <a:pt x="3253" y="3998"/>
                  <a:pt x="3133" y="4085"/>
                  <a:pt x="2991" y="4085"/>
                </a:cubicBezTo>
                <a:lnTo>
                  <a:pt x="1612" y="4085"/>
                </a:lnTo>
                <a:lnTo>
                  <a:pt x="1593" y="4085"/>
                </a:lnTo>
                <a:lnTo>
                  <a:pt x="575" y="4085"/>
                </a:lnTo>
                <a:cubicBezTo>
                  <a:pt x="433" y="4085"/>
                  <a:pt x="313" y="3998"/>
                  <a:pt x="313" y="3894"/>
                </a:cubicBezTo>
                <a:lnTo>
                  <a:pt x="313" y="2189"/>
                </a:lnTo>
                <a:lnTo>
                  <a:pt x="496" y="2189"/>
                </a:lnTo>
                <a:lnTo>
                  <a:pt x="617" y="2189"/>
                </a:lnTo>
                <a:lnTo>
                  <a:pt x="739" y="2189"/>
                </a:lnTo>
                <a:lnTo>
                  <a:pt x="1138" y="2189"/>
                </a:lnTo>
                <a:lnTo>
                  <a:pt x="1260" y="2189"/>
                </a:lnTo>
                <a:lnTo>
                  <a:pt x="1330" y="2189"/>
                </a:lnTo>
                <a:lnTo>
                  <a:pt x="1381" y="2189"/>
                </a:lnTo>
                <a:lnTo>
                  <a:pt x="1438" y="2189"/>
                </a:lnTo>
                <a:lnTo>
                  <a:pt x="1546" y="2189"/>
                </a:lnTo>
                <a:lnTo>
                  <a:pt x="1684" y="2189"/>
                </a:lnTo>
                <a:lnTo>
                  <a:pt x="1784" y="2189"/>
                </a:lnTo>
                <a:lnTo>
                  <a:pt x="1812" y="2189"/>
                </a:lnTo>
                <a:lnTo>
                  <a:pt x="1892" y="2189"/>
                </a:lnTo>
                <a:lnTo>
                  <a:pt x="1940" y="2189"/>
                </a:lnTo>
                <a:lnTo>
                  <a:pt x="2001" y="2189"/>
                </a:lnTo>
                <a:lnTo>
                  <a:pt x="2570" y="2189"/>
                </a:lnTo>
                <a:lnTo>
                  <a:pt x="2698" y="2189"/>
                </a:lnTo>
                <a:lnTo>
                  <a:pt x="2826" y="2189"/>
                </a:lnTo>
                <a:lnTo>
                  <a:pt x="3253" y="2189"/>
                </a:lnTo>
                <a:lnTo>
                  <a:pt x="3253" y="2309"/>
                </a:lnTo>
                <a:lnTo>
                  <a:pt x="3253" y="2309"/>
                </a:lnTo>
                <a:close/>
                <a:moveTo>
                  <a:pt x="628" y="1973"/>
                </a:moveTo>
                <a:lnTo>
                  <a:pt x="543" y="1807"/>
                </a:lnTo>
                <a:lnTo>
                  <a:pt x="269" y="1270"/>
                </a:lnTo>
                <a:lnTo>
                  <a:pt x="586" y="1108"/>
                </a:lnTo>
                <a:lnTo>
                  <a:pt x="1028" y="1973"/>
                </a:lnTo>
                <a:lnTo>
                  <a:pt x="628" y="1973"/>
                </a:lnTo>
                <a:close/>
                <a:moveTo>
                  <a:pt x="231" y="1046"/>
                </a:moveTo>
                <a:lnTo>
                  <a:pt x="226" y="836"/>
                </a:lnTo>
                <a:lnTo>
                  <a:pt x="411" y="954"/>
                </a:lnTo>
                <a:lnTo>
                  <a:pt x="231" y="1046"/>
                </a:lnTo>
                <a:close/>
                <a:moveTo>
                  <a:pt x="3697" y="2669"/>
                </a:moveTo>
                <a:lnTo>
                  <a:pt x="3697" y="3317"/>
                </a:lnTo>
                <a:cubicBezTo>
                  <a:pt x="3697" y="3428"/>
                  <a:pt x="3601" y="3521"/>
                  <a:pt x="3469" y="3555"/>
                </a:cubicBezTo>
                <a:lnTo>
                  <a:pt x="3469" y="2432"/>
                </a:lnTo>
                <a:cubicBezTo>
                  <a:pt x="3601" y="2466"/>
                  <a:pt x="3697" y="2559"/>
                  <a:pt x="3697" y="2669"/>
                </a:cubicBezTo>
                <a:close/>
              </a:path>
            </a:pathLst>
          </a:cu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bg1"/>
              </a:solidFill>
              <a:cs typeface="+mn-ea"/>
              <a:sym typeface="+mn-lt"/>
            </a:endParaRPr>
          </a:p>
        </p:txBody>
      </p:sp>
      <p:sp>
        <p:nvSpPr>
          <p:cNvPr id="28" name="矩形 27"/>
          <p:cNvSpPr/>
          <p:nvPr/>
        </p:nvSpPr>
        <p:spPr>
          <a:xfrm flipH="1">
            <a:off x="1571996" y="4928618"/>
            <a:ext cx="4139129" cy="246221"/>
          </a:xfrm>
          <a:prstGeom prst="rect">
            <a:avLst/>
          </a:prstGeom>
        </p:spPr>
        <p:txBody>
          <a:bodyPr wrap="square" lIns="0" tIns="0" rIns="0" bIns="0">
            <a:spAutoFit/>
          </a:bodyPr>
          <a:lstStyle/>
          <a:p>
            <a:r>
              <a:rPr lang="zh-CN" altLang="en-US" sz="1600" b="1" dirty="0">
                <a:solidFill>
                  <a:schemeClr val="accent1"/>
                </a:solidFill>
                <a:cs typeface="+mn-ea"/>
                <a:sym typeface="+mn-lt"/>
              </a:rPr>
              <a:t>在此处输入简要的相关文字描述内容</a:t>
            </a:r>
          </a:p>
        </p:txBody>
      </p:sp>
      <p:sp>
        <p:nvSpPr>
          <p:cNvPr id="29" name="矩形 28"/>
          <p:cNvSpPr/>
          <p:nvPr/>
        </p:nvSpPr>
        <p:spPr>
          <a:xfrm flipH="1">
            <a:off x="1571996" y="5324502"/>
            <a:ext cx="4139127" cy="521361"/>
          </a:xfrm>
          <a:prstGeom prst="rect">
            <a:avLst/>
          </a:prstGeom>
        </p:spPr>
        <p:txBody>
          <a:bodyPr wrap="square" lIns="0" tIns="0" rIns="0" bIns="0">
            <a:spAutoFit/>
          </a:bodyPr>
          <a:lstStyle/>
          <a:p>
            <a:pPr>
              <a:lnSpc>
                <a:spcPct val="150000"/>
              </a:lnSpc>
              <a:spcAft>
                <a:spcPts val="1800"/>
              </a:spcAft>
            </a:pPr>
            <a:r>
              <a:rPr lang="zh-CN" altLang="en-US" sz="1200" dirty="0" smtClean="0">
                <a:solidFill>
                  <a:schemeClr val="accent1"/>
                </a:solidFill>
                <a:cs typeface="+mn-ea"/>
                <a:sym typeface="+mn-lt"/>
              </a:rPr>
              <a:t>点击此处输入与此小标题或者与此图形相关的内容介绍、数据统计、事件分析、总结概述等文字描述内容</a:t>
            </a:r>
            <a:endParaRPr lang="zh-CN" altLang="en-US" sz="1200" dirty="0">
              <a:solidFill>
                <a:schemeClr val="accent1"/>
              </a:solidFill>
              <a:cs typeface="+mn-ea"/>
              <a:sym typeface="+mn-lt"/>
            </a:endParaRPr>
          </a:p>
        </p:txBody>
      </p:sp>
      <p:sp>
        <p:nvSpPr>
          <p:cNvPr id="30" name="矩形 29"/>
          <p:cNvSpPr/>
          <p:nvPr/>
        </p:nvSpPr>
        <p:spPr>
          <a:xfrm>
            <a:off x="6185377" y="4553315"/>
            <a:ext cx="5310623" cy="1646007"/>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6412893" y="5150887"/>
            <a:ext cx="434298" cy="434296"/>
          </a:xfrm>
          <a:prstGeom prst="ellipse">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200" dirty="0">
              <a:solidFill>
                <a:schemeClr val="bg1"/>
              </a:solidFill>
              <a:cs typeface="+mn-ea"/>
              <a:sym typeface="+mn-lt"/>
            </a:endParaRPr>
          </a:p>
        </p:txBody>
      </p:sp>
      <p:sp>
        <p:nvSpPr>
          <p:cNvPr id="32" name="Oval 34"/>
          <p:cNvSpPr/>
          <p:nvPr/>
        </p:nvSpPr>
        <p:spPr>
          <a:xfrm>
            <a:off x="6534162" y="5277683"/>
            <a:ext cx="191759" cy="180703"/>
          </a:xfrm>
          <a:custGeom>
            <a:avLst/>
            <a:gdLst>
              <a:gd name="T0" fmla="*/ 3193 w 3427"/>
              <a:gd name="T1" fmla="*/ 784 h 3234"/>
              <a:gd name="T2" fmla="*/ 880 w 3427"/>
              <a:gd name="T3" fmla="*/ 784 h 3234"/>
              <a:gd name="T4" fmla="*/ 880 w 3427"/>
              <a:gd name="T5" fmla="*/ 587 h 3234"/>
              <a:gd name="T6" fmla="*/ 871 w 3427"/>
              <a:gd name="T7" fmla="*/ 522 h 3234"/>
              <a:gd name="T8" fmla="*/ 2932 w 3427"/>
              <a:gd name="T9" fmla="*/ 206 h 3234"/>
              <a:gd name="T10" fmla="*/ 3016 w 3427"/>
              <a:gd name="T11" fmla="*/ 92 h 3234"/>
              <a:gd name="T12" fmla="*/ 2902 w 3427"/>
              <a:gd name="T13" fmla="*/ 8 h 3234"/>
              <a:gd name="T14" fmla="*/ 649 w 3427"/>
              <a:gd name="T15" fmla="*/ 354 h 3234"/>
              <a:gd name="T16" fmla="*/ 647 w 3427"/>
              <a:gd name="T17" fmla="*/ 353 h 3234"/>
              <a:gd name="T18" fmla="*/ 233 w 3427"/>
              <a:gd name="T19" fmla="*/ 353 h 3234"/>
              <a:gd name="T20" fmla="*/ 0 w 3427"/>
              <a:gd name="T21" fmla="*/ 587 h 3234"/>
              <a:gd name="T22" fmla="*/ 0 w 3427"/>
              <a:gd name="T23" fmla="*/ 884 h 3234"/>
              <a:gd name="T24" fmla="*/ 0 w 3427"/>
              <a:gd name="T25" fmla="*/ 1116 h 3234"/>
              <a:gd name="T26" fmla="*/ 0 w 3427"/>
              <a:gd name="T27" fmla="*/ 2084 h 3234"/>
              <a:gd name="T28" fmla="*/ 233 w 3427"/>
              <a:gd name="T29" fmla="*/ 2317 h 3234"/>
              <a:gd name="T30" fmla="*/ 719 w 3427"/>
              <a:gd name="T31" fmla="*/ 2317 h 3234"/>
              <a:gd name="T32" fmla="*/ 719 w 3427"/>
              <a:gd name="T33" fmla="*/ 3094 h 3234"/>
              <a:gd name="T34" fmla="*/ 859 w 3427"/>
              <a:gd name="T35" fmla="*/ 3234 h 3234"/>
              <a:gd name="T36" fmla="*/ 2567 w 3427"/>
              <a:gd name="T37" fmla="*/ 3234 h 3234"/>
              <a:gd name="T38" fmla="*/ 2707 w 3427"/>
              <a:gd name="T39" fmla="*/ 3094 h 3234"/>
              <a:gd name="T40" fmla="*/ 2707 w 3427"/>
              <a:gd name="T41" fmla="*/ 2317 h 3234"/>
              <a:gd name="T42" fmla="*/ 3193 w 3427"/>
              <a:gd name="T43" fmla="*/ 2317 h 3234"/>
              <a:gd name="T44" fmla="*/ 3427 w 3427"/>
              <a:gd name="T45" fmla="*/ 2084 h 3234"/>
              <a:gd name="T46" fmla="*/ 3427 w 3427"/>
              <a:gd name="T47" fmla="*/ 1018 h 3234"/>
              <a:gd name="T48" fmla="*/ 3193 w 3427"/>
              <a:gd name="T49" fmla="*/ 784 h 3234"/>
              <a:gd name="T50" fmla="*/ 200 w 3427"/>
              <a:gd name="T51" fmla="*/ 587 h 3234"/>
              <a:gd name="T52" fmla="*/ 233 w 3427"/>
              <a:gd name="T53" fmla="*/ 553 h 3234"/>
              <a:gd name="T54" fmla="*/ 647 w 3427"/>
              <a:gd name="T55" fmla="*/ 553 h 3234"/>
              <a:gd name="T56" fmla="*/ 680 w 3427"/>
              <a:gd name="T57" fmla="*/ 587 h 3234"/>
              <a:gd name="T58" fmla="*/ 680 w 3427"/>
              <a:gd name="T59" fmla="*/ 857 h 3234"/>
              <a:gd name="T60" fmla="*/ 681 w 3427"/>
              <a:gd name="T61" fmla="*/ 871 h 3234"/>
              <a:gd name="T62" fmla="*/ 680 w 3427"/>
              <a:gd name="T63" fmla="*/ 884 h 3234"/>
              <a:gd name="T64" fmla="*/ 780 w 3427"/>
              <a:gd name="T65" fmla="*/ 984 h 3234"/>
              <a:gd name="T66" fmla="*/ 3193 w 3427"/>
              <a:gd name="T67" fmla="*/ 984 h 3234"/>
              <a:gd name="T68" fmla="*/ 3227 w 3427"/>
              <a:gd name="T69" fmla="*/ 1018 h 3234"/>
              <a:gd name="T70" fmla="*/ 3227 w 3427"/>
              <a:gd name="T71" fmla="*/ 1617 h 3234"/>
              <a:gd name="T72" fmla="*/ 2567 w 3427"/>
              <a:gd name="T73" fmla="*/ 1617 h 3234"/>
              <a:gd name="T74" fmla="*/ 859 w 3427"/>
              <a:gd name="T75" fmla="*/ 1617 h 3234"/>
              <a:gd name="T76" fmla="*/ 200 w 3427"/>
              <a:gd name="T77" fmla="*/ 1617 h 3234"/>
              <a:gd name="T78" fmla="*/ 200 w 3427"/>
              <a:gd name="T79" fmla="*/ 1116 h 3234"/>
              <a:gd name="T80" fmla="*/ 200 w 3427"/>
              <a:gd name="T81" fmla="*/ 884 h 3234"/>
              <a:gd name="T82" fmla="*/ 200 w 3427"/>
              <a:gd name="T83" fmla="*/ 587 h 3234"/>
              <a:gd name="T84" fmla="*/ 233 w 3427"/>
              <a:gd name="T85" fmla="*/ 2117 h 3234"/>
              <a:gd name="T86" fmla="*/ 200 w 3427"/>
              <a:gd name="T87" fmla="*/ 2084 h 3234"/>
              <a:gd name="T88" fmla="*/ 200 w 3427"/>
              <a:gd name="T89" fmla="*/ 1817 h 3234"/>
              <a:gd name="T90" fmla="*/ 719 w 3427"/>
              <a:gd name="T91" fmla="*/ 1817 h 3234"/>
              <a:gd name="T92" fmla="*/ 719 w 3427"/>
              <a:gd name="T93" fmla="*/ 2117 h 3234"/>
              <a:gd name="T94" fmla="*/ 233 w 3427"/>
              <a:gd name="T95" fmla="*/ 2117 h 3234"/>
              <a:gd name="T96" fmla="*/ 2507 w 3427"/>
              <a:gd name="T97" fmla="*/ 3034 h 3234"/>
              <a:gd name="T98" fmla="*/ 919 w 3427"/>
              <a:gd name="T99" fmla="*/ 3034 h 3234"/>
              <a:gd name="T100" fmla="*/ 919 w 3427"/>
              <a:gd name="T101" fmla="*/ 1817 h 3234"/>
              <a:gd name="T102" fmla="*/ 2507 w 3427"/>
              <a:gd name="T103" fmla="*/ 1817 h 3234"/>
              <a:gd name="T104" fmla="*/ 2507 w 3427"/>
              <a:gd name="T105" fmla="*/ 3034 h 3234"/>
              <a:gd name="T106" fmla="*/ 3193 w 3427"/>
              <a:gd name="T107" fmla="*/ 2117 h 3234"/>
              <a:gd name="T108" fmla="*/ 2707 w 3427"/>
              <a:gd name="T109" fmla="*/ 2117 h 3234"/>
              <a:gd name="T110" fmla="*/ 2707 w 3427"/>
              <a:gd name="T111" fmla="*/ 1817 h 3234"/>
              <a:gd name="T112" fmla="*/ 3227 w 3427"/>
              <a:gd name="T113" fmla="*/ 1817 h 3234"/>
              <a:gd name="T114" fmla="*/ 3227 w 3427"/>
              <a:gd name="T115" fmla="*/ 2084 h 3234"/>
              <a:gd name="T116" fmla="*/ 3193 w 3427"/>
              <a:gd name="T117" fmla="*/ 2117 h 3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7" h="3234">
                <a:moveTo>
                  <a:pt x="3193" y="784"/>
                </a:moveTo>
                <a:lnTo>
                  <a:pt x="880" y="784"/>
                </a:lnTo>
                <a:lnTo>
                  <a:pt x="880" y="587"/>
                </a:lnTo>
                <a:cubicBezTo>
                  <a:pt x="880" y="564"/>
                  <a:pt x="877" y="542"/>
                  <a:pt x="871" y="522"/>
                </a:cubicBezTo>
                <a:lnTo>
                  <a:pt x="2932" y="206"/>
                </a:lnTo>
                <a:cubicBezTo>
                  <a:pt x="2987" y="197"/>
                  <a:pt x="3024" y="146"/>
                  <a:pt x="3016" y="92"/>
                </a:cubicBezTo>
                <a:cubicBezTo>
                  <a:pt x="3007" y="37"/>
                  <a:pt x="2956" y="0"/>
                  <a:pt x="2902" y="8"/>
                </a:cubicBezTo>
                <a:lnTo>
                  <a:pt x="649" y="354"/>
                </a:lnTo>
                <a:cubicBezTo>
                  <a:pt x="648" y="354"/>
                  <a:pt x="647" y="353"/>
                  <a:pt x="647" y="353"/>
                </a:cubicBezTo>
                <a:lnTo>
                  <a:pt x="233" y="353"/>
                </a:lnTo>
                <a:cubicBezTo>
                  <a:pt x="105" y="353"/>
                  <a:pt x="0" y="458"/>
                  <a:pt x="0" y="587"/>
                </a:cubicBezTo>
                <a:lnTo>
                  <a:pt x="0" y="884"/>
                </a:lnTo>
                <a:lnTo>
                  <a:pt x="0" y="1116"/>
                </a:lnTo>
                <a:lnTo>
                  <a:pt x="0" y="2084"/>
                </a:lnTo>
                <a:cubicBezTo>
                  <a:pt x="0" y="2212"/>
                  <a:pt x="105" y="2317"/>
                  <a:pt x="233" y="2317"/>
                </a:cubicBezTo>
                <a:lnTo>
                  <a:pt x="719" y="2317"/>
                </a:lnTo>
                <a:lnTo>
                  <a:pt x="719" y="3094"/>
                </a:lnTo>
                <a:cubicBezTo>
                  <a:pt x="719" y="3171"/>
                  <a:pt x="782" y="3234"/>
                  <a:pt x="859" y="3234"/>
                </a:cubicBezTo>
                <a:lnTo>
                  <a:pt x="2567" y="3234"/>
                </a:lnTo>
                <a:cubicBezTo>
                  <a:pt x="2645" y="3234"/>
                  <a:pt x="2707" y="3171"/>
                  <a:pt x="2707" y="3094"/>
                </a:cubicBezTo>
                <a:lnTo>
                  <a:pt x="2707" y="2317"/>
                </a:lnTo>
                <a:lnTo>
                  <a:pt x="3193" y="2317"/>
                </a:lnTo>
                <a:cubicBezTo>
                  <a:pt x="3322" y="2317"/>
                  <a:pt x="3427" y="2212"/>
                  <a:pt x="3427" y="2084"/>
                </a:cubicBezTo>
                <a:lnTo>
                  <a:pt x="3427" y="1018"/>
                </a:lnTo>
                <a:cubicBezTo>
                  <a:pt x="3427" y="889"/>
                  <a:pt x="3322" y="784"/>
                  <a:pt x="3193" y="784"/>
                </a:cubicBezTo>
                <a:close/>
                <a:moveTo>
                  <a:pt x="200" y="587"/>
                </a:moveTo>
                <a:cubicBezTo>
                  <a:pt x="200" y="569"/>
                  <a:pt x="215" y="553"/>
                  <a:pt x="233" y="553"/>
                </a:cubicBezTo>
                <a:lnTo>
                  <a:pt x="647" y="553"/>
                </a:lnTo>
                <a:cubicBezTo>
                  <a:pt x="665" y="553"/>
                  <a:pt x="680" y="569"/>
                  <a:pt x="680" y="587"/>
                </a:cubicBezTo>
                <a:lnTo>
                  <a:pt x="680" y="857"/>
                </a:lnTo>
                <a:cubicBezTo>
                  <a:pt x="680" y="862"/>
                  <a:pt x="680" y="866"/>
                  <a:pt x="681" y="871"/>
                </a:cubicBezTo>
                <a:cubicBezTo>
                  <a:pt x="680" y="875"/>
                  <a:pt x="680" y="880"/>
                  <a:pt x="680" y="884"/>
                </a:cubicBezTo>
                <a:cubicBezTo>
                  <a:pt x="680" y="939"/>
                  <a:pt x="725" y="984"/>
                  <a:pt x="780" y="984"/>
                </a:cubicBezTo>
                <a:lnTo>
                  <a:pt x="3193" y="984"/>
                </a:lnTo>
                <a:cubicBezTo>
                  <a:pt x="3211" y="984"/>
                  <a:pt x="3227" y="999"/>
                  <a:pt x="3227" y="1018"/>
                </a:cubicBezTo>
                <a:lnTo>
                  <a:pt x="3227" y="1617"/>
                </a:lnTo>
                <a:lnTo>
                  <a:pt x="2567" y="1617"/>
                </a:lnTo>
                <a:lnTo>
                  <a:pt x="859" y="1617"/>
                </a:lnTo>
                <a:lnTo>
                  <a:pt x="200" y="1617"/>
                </a:lnTo>
                <a:lnTo>
                  <a:pt x="200" y="1116"/>
                </a:lnTo>
                <a:lnTo>
                  <a:pt x="200" y="884"/>
                </a:lnTo>
                <a:lnTo>
                  <a:pt x="200" y="587"/>
                </a:lnTo>
                <a:close/>
                <a:moveTo>
                  <a:pt x="233" y="2117"/>
                </a:moveTo>
                <a:cubicBezTo>
                  <a:pt x="215" y="2117"/>
                  <a:pt x="200" y="2102"/>
                  <a:pt x="200" y="2084"/>
                </a:cubicBezTo>
                <a:lnTo>
                  <a:pt x="200" y="1817"/>
                </a:lnTo>
                <a:lnTo>
                  <a:pt x="719" y="1817"/>
                </a:lnTo>
                <a:lnTo>
                  <a:pt x="719" y="2117"/>
                </a:lnTo>
                <a:lnTo>
                  <a:pt x="233" y="2117"/>
                </a:lnTo>
                <a:close/>
                <a:moveTo>
                  <a:pt x="2507" y="3034"/>
                </a:moveTo>
                <a:lnTo>
                  <a:pt x="919" y="3034"/>
                </a:lnTo>
                <a:lnTo>
                  <a:pt x="919" y="1817"/>
                </a:lnTo>
                <a:lnTo>
                  <a:pt x="2507" y="1817"/>
                </a:lnTo>
                <a:lnTo>
                  <a:pt x="2507" y="3034"/>
                </a:lnTo>
                <a:close/>
                <a:moveTo>
                  <a:pt x="3193" y="2117"/>
                </a:moveTo>
                <a:lnTo>
                  <a:pt x="2707" y="2117"/>
                </a:lnTo>
                <a:lnTo>
                  <a:pt x="2707" y="1817"/>
                </a:lnTo>
                <a:lnTo>
                  <a:pt x="3227" y="1817"/>
                </a:lnTo>
                <a:lnTo>
                  <a:pt x="3227" y="2084"/>
                </a:lnTo>
                <a:cubicBezTo>
                  <a:pt x="3227" y="2102"/>
                  <a:pt x="3211" y="2117"/>
                  <a:pt x="3193" y="2117"/>
                </a:cubicBezTo>
                <a:close/>
              </a:path>
            </a:pathLst>
          </a:cu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bg1"/>
              </a:solidFill>
              <a:cs typeface="+mn-ea"/>
              <a:sym typeface="+mn-lt"/>
            </a:endParaRPr>
          </a:p>
        </p:txBody>
      </p:sp>
      <p:sp>
        <p:nvSpPr>
          <p:cNvPr id="33" name="矩形 32"/>
          <p:cNvSpPr/>
          <p:nvPr/>
        </p:nvSpPr>
        <p:spPr>
          <a:xfrm flipH="1">
            <a:off x="7061373" y="4928618"/>
            <a:ext cx="4139129" cy="246221"/>
          </a:xfrm>
          <a:prstGeom prst="rect">
            <a:avLst/>
          </a:prstGeom>
        </p:spPr>
        <p:txBody>
          <a:bodyPr wrap="square" lIns="0" tIns="0" rIns="0" bIns="0">
            <a:spAutoFit/>
          </a:bodyPr>
          <a:lstStyle/>
          <a:p>
            <a:r>
              <a:rPr lang="zh-CN" altLang="en-US" sz="1600" b="1" dirty="0">
                <a:solidFill>
                  <a:schemeClr val="accent2"/>
                </a:solidFill>
                <a:cs typeface="+mn-ea"/>
                <a:sym typeface="+mn-lt"/>
              </a:rPr>
              <a:t>在此处输入简要的相关文字描述内容</a:t>
            </a:r>
          </a:p>
        </p:txBody>
      </p:sp>
      <p:sp>
        <p:nvSpPr>
          <p:cNvPr id="34" name="矩形 33"/>
          <p:cNvSpPr/>
          <p:nvPr/>
        </p:nvSpPr>
        <p:spPr>
          <a:xfrm flipH="1">
            <a:off x="7061373" y="5324502"/>
            <a:ext cx="4139127" cy="521361"/>
          </a:xfrm>
          <a:prstGeom prst="rect">
            <a:avLst/>
          </a:prstGeom>
        </p:spPr>
        <p:txBody>
          <a:bodyPr wrap="square" lIns="0" tIns="0" rIns="0" bIns="0">
            <a:spAutoFit/>
          </a:bodyPr>
          <a:lstStyle/>
          <a:p>
            <a:pPr>
              <a:lnSpc>
                <a:spcPct val="150000"/>
              </a:lnSpc>
              <a:spcAft>
                <a:spcPts val="1800"/>
              </a:spcAft>
            </a:pPr>
            <a:r>
              <a:rPr lang="zh-CN" altLang="en-US" sz="1200" dirty="0" smtClean="0">
                <a:solidFill>
                  <a:schemeClr val="accent2"/>
                </a:solidFill>
                <a:cs typeface="+mn-ea"/>
                <a:sym typeface="+mn-lt"/>
              </a:rPr>
              <a:t>点击此处输入与此小标题或者与此图形相关的内容介绍、数据统计、事件分析、总结概述等文字描述内容</a:t>
            </a:r>
            <a:endParaRPr lang="zh-CN" altLang="en-US" sz="1200" dirty="0">
              <a:solidFill>
                <a:schemeClr val="accent2"/>
              </a:solidFill>
              <a:cs typeface="+mn-ea"/>
              <a:sym typeface="+mn-lt"/>
            </a:endParaRPr>
          </a:p>
        </p:txBody>
      </p:sp>
    </p:spTree>
    <p:extLst>
      <p:ext uri="{BB962C8B-B14F-4D97-AF65-F5344CB8AC3E}">
        <p14:creationId xmlns:p14="http://schemas.microsoft.com/office/powerpoint/2010/main" val="1688199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47"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anim calcmode="lin" valueType="num">
                                      <p:cBhvr>
                                        <p:cTn id="23" dur="500" fill="hold"/>
                                        <p:tgtEl>
                                          <p:spTgt spid="4"/>
                                        </p:tgtEl>
                                        <p:attrNameLst>
                                          <p:attrName>ppt_x</p:attrName>
                                        </p:attrNameLst>
                                      </p:cBhvr>
                                      <p:tavLst>
                                        <p:tav tm="0">
                                          <p:val>
                                            <p:strVal val="#ppt_x"/>
                                          </p:val>
                                        </p:tav>
                                        <p:tav tm="100000">
                                          <p:val>
                                            <p:strVal val="#ppt_x"/>
                                          </p:val>
                                        </p:tav>
                                      </p:tavLst>
                                    </p:anim>
                                    <p:anim calcmode="lin" valueType="num">
                                      <p:cBhvr>
                                        <p:cTn id="24" dur="500" fill="hold"/>
                                        <p:tgtEl>
                                          <p:spTgt spid="4"/>
                                        </p:tgtEl>
                                        <p:attrNameLst>
                                          <p:attrName>ppt_y</p:attrName>
                                        </p:attrNameLst>
                                      </p:cBhvr>
                                      <p:tavLst>
                                        <p:tav tm="0">
                                          <p:val>
                                            <p:strVal val="#ppt_y-.1"/>
                                          </p:val>
                                        </p:tav>
                                        <p:tav tm="100000">
                                          <p:val>
                                            <p:strVal val="#ppt_y"/>
                                          </p:val>
                                        </p:tav>
                                      </p:tavLst>
                                    </p:anim>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par>
                          <p:cTn id="28" fill="hold">
                            <p:stCondLst>
                              <p:cond delay="1500"/>
                            </p:stCondLst>
                            <p:childTnLst>
                              <p:par>
                                <p:cTn id="29" presetID="53" presetClass="entr" presetSubtype="16"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par>
                                <p:cTn id="34" presetID="47"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anim calcmode="lin" valueType="num">
                                      <p:cBhvr>
                                        <p:cTn id="37" dur="500" fill="hold"/>
                                        <p:tgtEl>
                                          <p:spTgt spid="11"/>
                                        </p:tgtEl>
                                        <p:attrNameLst>
                                          <p:attrName>ppt_x</p:attrName>
                                        </p:attrNameLst>
                                      </p:cBhvr>
                                      <p:tavLst>
                                        <p:tav tm="0">
                                          <p:val>
                                            <p:strVal val="#ppt_x"/>
                                          </p:val>
                                        </p:tav>
                                        <p:tav tm="100000">
                                          <p:val>
                                            <p:strVal val="#ppt_x"/>
                                          </p:val>
                                        </p:tav>
                                      </p:tavLst>
                                    </p:anim>
                                    <p:anim calcmode="lin" valueType="num">
                                      <p:cBhvr>
                                        <p:cTn id="38" dur="500" fill="hold"/>
                                        <p:tgtEl>
                                          <p:spTgt spid="11"/>
                                        </p:tgtEl>
                                        <p:attrNameLst>
                                          <p:attrName>ppt_y</p:attrName>
                                        </p:attrNameLst>
                                      </p:cBhvr>
                                      <p:tavLst>
                                        <p:tav tm="0">
                                          <p:val>
                                            <p:strVal val="#ppt_y-.1"/>
                                          </p:val>
                                        </p:tav>
                                        <p:tav tm="100000">
                                          <p:val>
                                            <p:strVal val="#ppt_y"/>
                                          </p:val>
                                        </p:tav>
                                      </p:tavLst>
                                    </p:anim>
                                  </p:childTnLst>
                                </p:cTn>
                              </p:par>
                            </p:childTnLst>
                          </p:cTn>
                        </p:par>
                        <p:par>
                          <p:cTn id="39" fill="hold">
                            <p:stCondLst>
                              <p:cond delay="2000"/>
                            </p:stCondLst>
                            <p:childTnLst>
                              <p:par>
                                <p:cTn id="40" presetID="42" presetClass="entr" presetSubtype="0"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anim calcmode="lin" valueType="num">
                                      <p:cBhvr>
                                        <p:cTn id="43" dur="500" fill="hold"/>
                                        <p:tgtEl>
                                          <p:spTgt spid="9"/>
                                        </p:tgtEl>
                                        <p:attrNameLst>
                                          <p:attrName>ppt_x</p:attrName>
                                        </p:attrNameLst>
                                      </p:cBhvr>
                                      <p:tavLst>
                                        <p:tav tm="0">
                                          <p:val>
                                            <p:strVal val="#ppt_x"/>
                                          </p:val>
                                        </p:tav>
                                        <p:tav tm="100000">
                                          <p:val>
                                            <p:strVal val="#ppt_x"/>
                                          </p:val>
                                        </p:tav>
                                      </p:tavLst>
                                    </p:anim>
                                    <p:anim calcmode="lin" valueType="num">
                                      <p:cBhvr>
                                        <p:cTn id="44" dur="500" fill="hold"/>
                                        <p:tgtEl>
                                          <p:spTgt spid="9"/>
                                        </p:tgtEl>
                                        <p:attrNameLst>
                                          <p:attrName>ppt_y</p:attrName>
                                        </p:attrNameLst>
                                      </p:cBhvr>
                                      <p:tavLst>
                                        <p:tav tm="0">
                                          <p:val>
                                            <p:strVal val="#ppt_y+.1"/>
                                          </p:val>
                                        </p:tav>
                                        <p:tav tm="100000">
                                          <p:val>
                                            <p:strVal val="#ppt_y"/>
                                          </p:val>
                                        </p:tav>
                                      </p:tavLst>
                                    </p:anim>
                                  </p:childTnLst>
                                </p:cTn>
                              </p:par>
                              <p:par>
                                <p:cTn id="45" presetID="10"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childTnLst>
                          </p:cTn>
                        </p:par>
                        <p:par>
                          <p:cTn id="48" fill="hold">
                            <p:stCondLst>
                              <p:cond delay="2500"/>
                            </p:stCondLst>
                            <p:childTnLst>
                              <p:par>
                                <p:cTn id="49" presetID="53" presetClass="entr" presetSubtype="16"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500" fill="hold"/>
                                        <p:tgtEl>
                                          <p:spTgt spid="16"/>
                                        </p:tgtEl>
                                        <p:attrNameLst>
                                          <p:attrName>ppt_w</p:attrName>
                                        </p:attrNameLst>
                                      </p:cBhvr>
                                      <p:tavLst>
                                        <p:tav tm="0">
                                          <p:val>
                                            <p:fltVal val="0"/>
                                          </p:val>
                                        </p:tav>
                                        <p:tav tm="100000">
                                          <p:val>
                                            <p:strVal val="#ppt_w"/>
                                          </p:val>
                                        </p:tav>
                                      </p:tavLst>
                                    </p:anim>
                                    <p:anim calcmode="lin" valueType="num">
                                      <p:cBhvr>
                                        <p:cTn id="52" dur="500" fill="hold"/>
                                        <p:tgtEl>
                                          <p:spTgt spid="16"/>
                                        </p:tgtEl>
                                        <p:attrNameLst>
                                          <p:attrName>ppt_h</p:attrName>
                                        </p:attrNameLst>
                                      </p:cBhvr>
                                      <p:tavLst>
                                        <p:tav tm="0">
                                          <p:val>
                                            <p:fltVal val="0"/>
                                          </p:val>
                                        </p:tav>
                                        <p:tav tm="100000">
                                          <p:val>
                                            <p:strVal val="#ppt_h"/>
                                          </p:val>
                                        </p:tav>
                                      </p:tavLst>
                                    </p:anim>
                                    <p:animEffect transition="in" filter="fade">
                                      <p:cBhvr>
                                        <p:cTn id="53" dur="500"/>
                                        <p:tgtEl>
                                          <p:spTgt spid="16"/>
                                        </p:tgtEl>
                                      </p:cBhvr>
                                    </p:animEffect>
                                  </p:childTnLst>
                                </p:cTn>
                              </p:par>
                              <p:par>
                                <p:cTn id="54" presetID="42"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anim calcmode="lin" valueType="num">
                                      <p:cBhvr>
                                        <p:cTn id="57" dur="500" fill="hold"/>
                                        <p:tgtEl>
                                          <p:spTgt spid="15"/>
                                        </p:tgtEl>
                                        <p:attrNameLst>
                                          <p:attrName>ppt_x</p:attrName>
                                        </p:attrNameLst>
                                      </p:cBhvr>
                                      <p:tavLst>
                                        <p:tav tm="0">
                                          <p:val>
                                            <p:strVal val="#ppt_x"/>
                                          </p:val>
                                        </p:tav>
                                        <p:tav tm="100000">
                                          <p:val>
                                            <p:strVal val="#ppt_x"/>
                                          </p:val>
                                        </p:tav>
                                      </p:tavLst>
                                    </p:anim>
                                    <p:anim calcmode="lin" valueType="num">
                                      <p:cBhvr>
                                        <p:cTn id="58" dur="500" fill="hold"/>
                                        <p:tgtEl>
                                          <p:spTgt spid="15"/>
                                        </p:tgtEl>
                                        <p:attrNameLst>
                                          <p:attrName>ppt_y</p:attrName>
                                        </p:attrNameLst>
                                      </p:cBhvr>
                                      <p:tavLst>
                                        <p:tav tm="0">
                                          <p:val>
                                            <p:strVal val="#ppt_y+.1"/>
                                          </p:val>
                                        </p:tav>
                                        <p:tav tm="100000">
                                          <p:val>
                                            <p:strVal val="#ppt_y"/>
                                          </p:val>
                                        </p:tav>
                                      </p:tavLst>
                                    </p:anim>
                                  </p:childTnLst>
                                </p:cTn>
                              </p:par>
                            </p:childTnLst>
                          </p:cTn>
                        </p:par>
                        <p:par>
                          <p:cTn id="59" fill="hold">
                            <p:stCondLst>
                              <p:cond delay="3000"/>
                            </p:stCondLst>
                            <p:childTnLst>
                              <p:par>
                                <p:cTn id="60" presetID="47" presetClass="entr" presetSubtype="0" fill="hold" grpId="0" nodeType="after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500"/>
                                        <p:tgtEl>
                                          <p:spTgt spid="13"/>
                                        </p:tgtEl>
                                      </p:cBhvr>
                                    </p:animEffect>
                                    <p:anim calcmode="lin" valueType="num">
                                      <p:cBhvr>
                                        <p:cTn id="63" dur="500" fill="hold"/>
                                        <p:tgtEl>
                                          <p:spTgt spid="13"/>
                                        </p:tgtEl>
                                        <p:attrNameLst>
                                          <p:attrName>ppt_x</p:attrName>
                                        </p:attrNameLst>
                                      </p:cBhvr>
                                      <p:tavLst>
                                        <p:tav tm="0">
                                          <p:val>
                                            <p:strVal val="#ppt_x"/>
                                          </p:val>
                                        </p:tav>
                                        <p:tav tm="100000">
                                          <p:val>
                                            <p:strVal val="#ppt_x"/>
                                          </p:val>
                                        </p:tav>
                                      </p:tavLst>
                                    </p:anim>
                                    <p:anim calcmode="lin" valueType="num">
                                      <p:cBhvr>
                                        <p:cTn id="64" dur="500" fill="hold"/>
                                        <p:tgtEl>
                                          <p:spTgt spid="13"/>
                                        </p:tgtEl>
                                        <p:attrNameLst>
                                          <p:attrName>ppt_y</p:attrName>
                                        </p:attrNameLst>
                                      </p:cBhvr>
                                      <p:tavLst>
                                        <p:tav tm="0">
                                          <p:val>
                                            <p:strVal val="#ppt_y-.1"/>
                                          </p:val>
                                        </p:tav>
                                        <p:tav tm="100000">
                                          <p:val>
                                            <p:strVal val="#ppt_y"/>
                                          </p:val>
                                        </p:tav>
                                      </p:tavLst>
                                    </p:anim>
                                  </p:childTnLst>
                                </p:cTn>
                              </p:par>
                              <p:par>
                                <p:cTn id="65" presetID="10"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childTnLst>
                          </p:cTn>
                        </p:par>
                        <p:par>
                          <p:cTn id="68" fill="hold">
                            <p:stCondLst>
                              <p:cond delay="3500"/>
                            </p:stCondLst>
                            <p:childTnLst>
                              <p:par>
                                <p:cTn id="69" presetID="53" presetClass="entr" presetSubtype="16"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p:cTn id="71" dur="500" fill="hold"/>
                                        <p:tgtEl>
                                          <p:spTgt spid="20"/>
                                        </p:tgtEl>
                                        <p:attrNameLst>
                                          <p:attrName>ppt_w</p:attrName>
                                        </p:attrNameLst>
                                      </p:cBhvr>
                                      <p:tavLst>
                                        <p:tav tm="0">
                                          <p:val>
                                            <p:fltVal val="0"/>
                                          </p:val>
                                        </p:tav>
                                        <p:tav tm="100000">
                                          <p:val>
                                            <p:strVal val="#ppt_w"/>
                                          </p:val>
                                        </p:tav>
                                      </p:tavLst>
                                    </p:anim>
                                    <p:anim calcmode="lin" valueType="num">
                                      <p:cBhvr>
                                        <p:cTn id="72" dur="500" fill="hold"/>
                                        <p:tgtEl>
                                          <p:spTgt spid="20"/>
                                        </p:tgtEl>
                                        <p:attrNameLst>
                                          <p:attrName>ppt_h</p:attrName>
                                        </p:attrNameLst>
                                      </p:cBhvr>
                                      <p:tavLst>
                                        <p:tav tm="0">
                                          <p:val>
                                            <p:fltVal val="0"/>
                                          </p:val>
                                        </p:tav>
                                        <p:tav tm="100000">
                                          <p:val>
                                            <p:strVal val="#ppt_h"/>
                                          </p:val>
                                        </p:tav>
                                      </p:tavLst>
                                    </p:anim>
                                    <p:animEffect transition="in" filter="fade">
                                      <p:cBhvr>
                                        <p:cTn id="73" dur="500"/>
                                        <p:tgtEl>
                                          <p:spTgt spid="20"/>
                                        </p:tgtEl>
                                      </p:cBhvr>
                                    </p:animEffect>
                                  </p:childTnLst>
                                </p:cTn>
                              </p:par>
                              <p:par>
                                <p:cTn id="74" presetID="47"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anim calcmode="lin" valueType="num">
                                      <p:cBhvr>
                                        <p:cTn id="77" dur="500" fill="hold"/>
                                        <p:tgtEl>
                                          <p:spTgt spid="19"/>
                                        </p:tgtEl>
                                        <p:attrNameLst>
                                          <p:attrName>ppt_x</p:attrName>
                                        </p:attrNameLst>
                                      </p:cBhvr>
                                      <p:tavLst>
                                        <p:tav tm="0">
                                          <p:val>
                                            <p:strVal val="#ppt_x"/>
                                          </p:val>
                                        </p:tav>
                                        <p:tav tm="100000">
                                          <p:val>
                                            <p:strVal val="#ppt_x"/>
                                          </p:val>
                                        </p:tav>
                                      </p:tavLst>
                                    </p:anim>
                                    <p:anim calcmode="lin" valueType="num">
                                      <p:cBhvr>
                                        <p:cTn id="78" dur="500" fill="hold"/>
                                        <p:tgtEl>
                                          <p:spTgt spid="19"/>
                                        </p:tgtEl>
                                        <p:attrNameLst>
                                          <p:attrName>ppt_y</p:attrName>
                                        </p:attrNameLst>
                                      </p:cBhvr>
                                      <p:tavLst>
                                        <p:tav tm="0">
                                          <p:val>
                                            <p:strVal val="#ppt_y-.1"/>
                                          </p:val>
                                        </p:tav>
                                        <p:tav tm="100000">
                                          <p:val>
                                            <p:strVal val="#ppt_y"/>
                                          </p:val>
                                        </p:tav>
                                      </p:tavLst>
                                    </p:anim>
                                  </p:childTnLst>
                                </p:cTn>
                              </p:par>
                            </p:childTnLst>
                          </p:cTn>
                        </p:par>
                        <p:par>
                          <p:cTn id="79" fill="hold">
                            <p:stCondLst>
                              <p:cond delay="4000"/>
                            </p:stCondLst>
                            <p:childTnLst>
                              <p:par>
                                <p:cTn id="80" presetID="42"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anim calcmode="lin" valueType="num">
                                      <p:cBhvr>
                                        <p:cTn id="83" dur="500" fill="hold"/>
                                        <p:tgtEl>
                                          <p:spTgt spid="17"/>
                                        </p:tgtEl>
                                        <p:attrNameLst>
                                          <p:attrName>ppt_x</p:attrName>
                                        </p:attrNameLst>
                                      </p:cBhvr>
                                      <p:tavLst>
                                        <p:tav tm="0">
                                          <p:val>
                                            <p:strVal val="#ppt_x"/>
                                          </p:val>
                                        </p:tav>
                                        <p:tav tm="100000">
                                          <p:val>
                                            <p:strVal val="#ppt_x"/>
                                          </p:val>
                                        </p:tav>
                                      </p:tavLst>
                                    </p:anim>
                                    <p:anim calcmode="lin" valueType="num">
                                      <p:cBhvr>
                                        <p:cTn id="84" dur="500" fill="hold"/>
                                        <p:tgtEl>
                                          <p:spTgt spid="17"/>
                                        </p:tgtEl>
                                        <p:attrNameLst>
                                          <p:attrName>ppt_y</p:attrName>
                                        </p:attrNameLst>
                                      </p:cBhvr>
                                      <p:tavLst>
                                        <p:tav tm="0">
                                          <p:val>
                                            <p:strVal val="#ppt_y+.1"/>
                                          </p:val>
                                        </p:tav>
                                        <p:tav tm="100000">
                                          <p:val>
                                            <p:strVal val="#ppt_y"/>
                                          </p:val>
                                        </p:tav>
                                      </p:tavLst>
                                    </p:anim>
                                  </p:childTnLst>
                                </p:cTn>
                              </p:par>
                              <p:par>
                                <p:cTn id="85" presetID="10"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500"/>
                                        <p:tgtEl>
                                          <p:spTgt spid="18"/>
                                        </p:tgtEl>
                                      </p:cBhvr>
                                    </p:animEffect>
                                  </p:childTnLst>
                                </p:cTn>
                              </p:par>
                            </p:childTnLst>
                          </p:cTn>
                        </p:par>
                        <p:par>
                          <p:cTn id="88" fill="hold">
                            <p:stCondLst>
                              <p:cond delay="4500"/>
                            </p:stCondLst>
                            <p:childTnLst>
                              <p:par>
                                <p:cTn id="89" presetID="53" presetClass="entr" presetSubtype="16" fill="hold" grpId="0" nodeType="afterEffect">
                                  <p:stCondLst>
                                    <p:cond delay="0"/>
                                  </p:stCondLst>
                                  <p:childTnLst>
                                    <p:set>
                                      <p:cBhvr>
                                        <p:cTn id="90" dur="1" fill="hold">
                                          <p:stCondLst>
                                            <p:cond delay="0"/>
                                          </p:stCondLst>
                                        </p:cTn>
                                        <p:tgtEl>
                                          <p:spTgt spid="24"/>
                                        </p:tgtEl>
                                        <p:attrNameLst>
                                          <p:attrName>style.visibility</p:attrName>
                                        </p:attrNameLst>
                                      </p:cBhvr>
                                      <p:to>
                                        <p:strVal val="visible"/>
                                      </p:to>
                                    </p:set>
                                    <p:anim calcmode="lin" valueType="num">
                                      <p:cBhvr>
                                        <p:cTn id="91" dur="500" fill="hold"/>
                                        <p:tgtEl>
                                          <p:spTgt spid="24"/>
                                        </p:tgtEl>
                                        <p:attrNameLst>
                                          <p:attrName>ppt_w</p:attrName>
                                        </p:attrNameLst>
                                      </p:cBhvr>
                                      <p:tavLst>
                                        <p:tav tm="0">
                                          <p:val>
                                            <p:fltVal val="0"/>
                                          </p:val>
                                        </p:tav>
                                        <p:tav tm="100000">
                                          <p:val>
                                            <p:strVal val="#ppt_w"/>
                                          </p:val>
                                        </p:tav>
                                      </p:tavLst>
                                    </p:anim>
                                    <p:anim calcmode="lin" valueType="num">
                                      <p:cBhvr>
                                        <p:cTn id="92" dur="500" fill="hold"/>
                                        <p:tgtEl>
                                          <p:spTgt spid="24"/>
                                        </p:tgtEl>
                                        <p:attrNameLst>
                                          <p:attrName>ppt_h</p:attrName>
                                        </p:attrNameLst>
                                      </p:cBhvr>
                                      <p:tavLst>
                                        <p:tav tm="0">
                                          <p:val>
                                            <p:fltVal val="0"/>
                                          </p:val>
                                        </p:tav>
                                        <p:tav tm="100000">
                                          <p:val>
                                            <p:strVal val="#ppt_h"/>
                                          </p:val>
                                        </p:tav>
                                      </p:tavLst>
                                    </p:anim>
                                    <p:animEffect transition="in" filter="fade">
                                      <p:cBhvr>
                                        <p:cTn id="93" dur="500"/>
                                        <p:tgtEl>
                                          <p:spTgt spid="24"/>
                                        </p:tgtEl>
                                      </p:cBhvr>
                                    </p:animEffect>
                                  </p:childTnLst>
                                </p:cTn>
                              </p:par>
                              <p:par>
                                <p:cTn id="94" presetID="42"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00"/>
                                        <p:tgtEl>
                                          <p:spTgt spid="23"/>
                                        </p:tgtEl>
                                      </p:cBhvr>
                                    </p:animEffect>
                                    <p:anim calcmode="lin" valueType="num">
                                      <p:cBhvr>
                                        <p:cTn id="97" dur="500" fill="hold"/>
                                        <p:tgtEl>
                                          <p:spTgt spid="23"/>
                                        </p:tgtEl>
                                        <p:attrNameLst>
                                          <p:attrName>ppt_x</p:attrName>
                                        </p:attrNameLst>
                                      </p:cBhvr>
                                      <p:tavLst>
                                        <p:tav tm="0">
                                          <p:val>
                                            <p:strVal val="#ppt_x"/>
                                          </p:val>
                                        </p:tav>
                                        <p:tav tm="100000">
                                          <p:val>
                                            <p:strVal val="#ppt_x"/>
                                          </p:val>
                                        </p:tav>
                                      </p:tavLst>
                                    </p:anim>
                                    <p:anim calcmode="lin" valueType="num">
                                      <p:cBhvr>
                                        <p:cTn id="98" dur="500" fill="hold"/>
                                        <p:tgtEl>
                                          <p:spTgt spid="23"/>
                                        </p:tgtEl>
                                        <p:attrNameLst>
                                          <p:attrName>ppt_y</p:attrName>
                                        </p:attrNameLst>
                                      </p:cBhvr>
                                      <p:tavLst>
                                        <p:tav tm="0">
                                          <p:val>
                                            <p:strVal val="#ppt_y+.1"/>
                                          </p:val>
                                        </p:tav>
                                        <p:tav tm="100000">
                                          <p:val>
                                            <p:strVal val="#ppt_y"/>
                                          </p:val>
                                        </p:tav>
                                      </p:tavLst>
                                    </p:anim>
                                  </p:childTnLst>
                                </p:cTn>
                              </p:par>
                            </p:childTnLst>
                          </p:cTn>
                        </p:par>
                        <p:par>
                          <p:cTn id="99" fill="hold">
                            <p:stCondLst>
                              <p:cond delay="5000"/>
                            </p:stCondLst>
                            <p:childTnLst>
                              <p:par>
                                <p:cTn id="100" presetID="47" presetClass="entr" presetSubtype="0" fill="hold" grpId="0" nodeType="after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500"/>
                                        <p:tgtEl>
                                          <p:spTgt spid="21"/>
                                        </p:tgtEl>
                                      </p:cBhvr>
                                    </p:animEffect>
                                    <p:anim calcmode="lin" valueType="num">
                                      <p:cBhvr>
                                        <p:cTn id="103" dur="500" fill="hold"/>
                                        <p:tgtEl>
                                          <p:spTgt spid="21"/>
                                        </p:tgtEl>
                                        <p:attrNameLst>
                                          <p:attrName>ppt_x</p:attrName>
                                        </p:attrNameLst>
                                      </p:cBhvr>
                                      <p:tavLst>
                                        <p:tav tm="0">
                                          <p:val>
                                            <p:strVal val="#ppt_x"/>
                                          </p:val>
                                        </p:tav>
                                        <p:tav tm="100000">
                                          <p:val>
                                            <p:strVal val="#ppt_x"/>
                                          </p:val>
                                        </p:tav>
                                      </p:tavLst>
                                    </p:anim>
                                    <p:anim calcmode="lin" valueType="num">
                                      <p:cBhvr>
                                        <p:cTn id="104" dur="500" fill="hold"/>
                                        <p:tgtEl>
                                          <p:spTgt spid="21"/>
                                        </p:tgtEl>
                                        <p:attrNameLst>
                                          <p:attrName>ppt_y</p:attrName>
                                        </p:attrNameLst>
                                      </p:cBhvr>
                                      <p:tavLst>
                                        <p:tav tm="0">
                                          <p:val>
                                            <p:strVal val="#ppt_y-.1"/>
                                          </p:val>
                                        </p:tav>
                                        <p:tav tm="100000">
                                          <p:val>
                                            <p:strVal val="#ppt_y"/>
                                          </p:val>
                                        </p:tav>
                                      </p:tavLst>
                                    </p:anim>
                                  </p:childTnLst>
                                </p:cTn>
                              </p:par>
                              <p:par>
                                <p:cTn id="105" presetID="10"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500"/>
                                        <p:tgtEl>
                                          <p:spTgt spid="22"/>
                                        </p:tgtEl>
                                      </p:cBhvr>
                                    </p:animEffect>
                                  </p:childTnLst>
                                </p:cTn>
                              </p:par>
                            </p:childTnLst>
                          </p:cTn>
                        </p:par>
                        <p:par>
                          <p:cTn id="108" fill="hold">
                            <p:stCondLst>
                              <p:cond delay="5500"/>
                            </p:stCondLst>
                            <p:childTnLst>
                              <p:par>
                                <p:cTn id="109" presetID="53" presetClass="entr" presetSubtype="16" fill="hold" grpId="0" nodeType="afterEffect">
                                  <p:stCondLst>
                                    <p:cond delay="0"/>
                                  </p:stCondLst>
                                  <p:childTnLst>
                                    <p:set>
                                      <p:cBhvr>
                                        <p:cTn id="110" dur="1" fill="hold">
                                          <p:stCondLst>
                                            <p:cond delay="0"/>
                                          </p:stCondLst>
                                        </p:cTn>
                                        <p:tgtEl>
                                          <p:spTgt spid="26"/>
                                        </p:tgtEl>
                                        <p:attrNameLst>
                                          <p:attrName>style.visibility</p:attrName>
                                        </p:attrNameLst>
                                      </p:cBhvr>
                                      <p:to>
                                        <p:strVal val="visible"/>
                                      </p:to>
                                    </p:set>
                                    <p:anim calcmode="lin" valueType="num">
                                      <p:cBhvr>
                                        <p:cTn id="111" dur="500" fill="hold"/>
                                        <p:tgtEl>
                                          <p:spTgt spid="26"/>
                                        </p:tgtEl>
                                        <p:attrNameLst>
                                          <p:attrName>ppt_w</p:attrName>
                                        </p:attrNameLst>
                                      </p:cBhvr>
                                      <p:tavLst>
                                        <p:tav tm="0">
                                          <p:val>
                                            <p:fltVal val="0"/>
                                          </p:val>
                                        </p:tav>
                                        <p:tav tm="100000">
                                          <p:val>
                                            <p:strVal val="#ppt_w"/>
                                          </p:val>
                                        </p:tav>
                                      </p:tavLst>
                                    </p:anim>
                                    <p:anim calcmode="lin" valueType="num">
                                      <p:cBhvr>
                                        <p:cTn id="112" dur="500" fill="hold"/>
                                        <p:tgtEl>
                                          <p:spTgt spid="26"/>
                                        </p:tgtEl>
                                        <p:attrNameLst>
                                          <p:attrName>ppt_h</p:attrName>
                                        </p:attrNameLst>
                                      </p:cBhvr>
                                      <p:tavLst>
                                        <p:tav tm="0">
                                          <p:val>
                                            <p:fltVal val="0"/>
                                          </p:val>
                                        </p:tav>
                                        <p:tav tm="100000">
                                          <p:val>
                                            <p:strVal val="#ppt_h"/>
                                          </p:val>
                                        </p:tav>
                                      </p:tavLst>
                                    </p:anim>
                                    <p:animEffect transition="in" filter="fade">
                                      <p:cBhvr>
                                        <p:cTn id="113" dur="500"/>
                                        <p:tgtEl>
                                          <p:spTgt spid="26"/>
                                        </p:tgtEl>
                                      </p:cBhvr>
                                    </p:animEffect>
                                  </p:childTnLst>
                                </p:cTn>
                              </p:par>
                              <p:par>
                                <p:cTn id="114" presetID="12" presetClass="entr" presetSubtype="4" fill="hold" grpId="0" nodeType="withEffect">
                                  <p:stCondLst>
                                    <p:cond delay="0"/>
                                  </p:stCondLst>
                                  <p:childTnLst>
                                    <p:set>
                                      <p:cBhvr>
                                        <p:cTn id="115" dur="1" fill="hold">
                                          <p:stCondLst>
                                            <p:cond delay="0"/>
                                          </p:stCondLst>
                                        </p:cTn>
                                        <p:tgtEl>
                                          <p:spTgt spid="28"/>
                                        </p:tgtEl>
                                        <p:attrNameLst>
                                          <p:attrName>style.visibility</p:attrName>
                                        </p:attrNameLst>
                                      </p:cBhvr>
                                      <p:to>
                                        <p:strVal val="visible"/>
                                      </p:to>
                                    </p:set>
                                    <p:anim calcmode="lin" valueType="num">
                                      <p:cBhvr additive="base">
                                        <p:cTn id="116" dur="500"/>
                                        <p:tgtEl>
                                          <p:spTgt spid="28"/>
                                        </p:tgtEl>
                                        <p:attrNameLst>
                                          <p:attrName>ppt_y</p:attrName>
                                        </p:attrNameLst>
                                      </p:cBhvr>
                                      <p:tavLst>
                                        <p:tav tm="0">
                                          <p:val>
                                            <p:strVal val="#ppt_y+#ppt_h*1.125000"/>
                                          </p:val>
                                        </p:tav>
                                        <p:tav tm="100000">
                                          <p:val>
                                            <p:strVal val="#ppt_y"/>
                                          </p:val>
                                        </p:tav>
                                      </p:tavLst>
                                    </p:anim>
                                    <p:animEffect transition="in" filter="wipe(up)">
                                      <p:cBhvr>
                                        <p:cTn id="117" dur="500"/>
                                        <p:tgtEl>
                                          <p:spTgt spid="28"/>
                                        </p:tgtEl>
                                      </p:cBhvr>
                                    </p:animEffect>
                                  </p:childTnLst>
                                </p:cTn>
                              </p:par>
                              <p:par>
                                <p:cTn id="118" presetID="22" presetClass="entr" presetSubtype="1" fill="hold" grpId="0" nodeType="withEffect">
                                  <p:stCondLst>
                                    <p:cond delay="0"/>
                                  </p:stCondLst>
                                  <p:childTnLst>
                                    <p:set>
                                      <p:cBhvr>
                                        <p:cTn id="119" dur="1" fill="hold">
                                          <p:stCondLst>
                                            <p:cond delay="0"/>
                                          </p:stCondLst>
                                        </p:cTn>
                                        <p:tgtEl>
                                          <p:spTgt spid="29"/>
                                        </p:tgtEl>
                                        <p:attrNameLst>
                                          <p:attrName>style.visibility</p:attrName>
                                        </p:attrNameLst>
                                      </p:cBhvr>
                                      <p:to>
                                        <p:strVal val="visible"/>
                                      </p:to>
                                    </p:set>
                                    <p:animEffect transition="in" filter="wipe(up)">
                                      <p:cBhvr>
                                        <p:cTn id="120" dur="500"/>
                                        <p:tgtEl>
                                          <p:spTgt spid="29"/>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5"/>
                                        </p:tgtEl>
                                        <p:attrNameLst>
                                          <p:attrName>style.visibility</p:attrName>
                                        </p:attrNameLst>
                                      </p:cBhvr>
                                      <p:to>
                                        <p:strVal val="visible"/>
                                      </p:to>
                                    </p:set>
                                    <p:animEffect transition="in" filter="fade">
                                      <p:cBhvr>
                                        <p:cTn id="123" dur="500"/>
                                        <p:tgtEl>
                                          <p:spTgt spid="25"/>
                                        </p:tgtEl>
                                      </p:cBhvr>
                                    </p:animEffect>
                                  </p:childTnLst>
                                </p:cTn>
                              </p:par>
                            </p:childTnLst>
                          </p:cTn>
                        </p:par>
                        <p:par>
                          <p:cTn id="124" fill="hold">
                            <p:stCondLst>
                              <p:cond delay="6000"/>
                            </p:stCondLst>
                            <p:childTnLst>
                              <p:par>
                                <p:cTn id="125" presetID="53" presetClass="entr" presetSubtype="16" fill="hold" grpId="0" nodeType="afterEffect">
                                  <p:stCondLst>
                                    <p:cond delay="0"/>
                                  </p:stCondLst>
                                  <p:childTnLst>
                                    <p:set>
                                      <p:cBhvr>
                                        <p:cTn id="126" dur="1" fill="hold">
                                          <p:stCondLst>
                                            <p:cond delay="0"/>
                                          </p:stCondLst>
                                        </p:cTn>
                                        <p:tgtEl>
                                          <p:spTgt spid="31"/>
                                        </p:tgtEl>
                                        <p:attrNameLst>
                                          <p:attrName>style.visibility</p:attrName>
                                        </p:attrNameLst>
                                      </p:cBhvr>
                                      <p:to>
                                        <p:strVal val="visible"/>
                                      </p:to>
                                    </p:set>
                                    <p:anim calcmode="lin" valueType="num">
                                      <p:cBhvr>
                                        <p:cTn id="127" dur="500" fill="hold"/>
                                        <p:tgtEl>
                                          <p:spTgt spid="31"/>
                                        </p:tgtEl>
                                        <p:attrNameLst>
                                          <p:attrName>ppt_w</p:attrName>
                                        </p:attrNameLst>
                                      </p:cBhvr>
                                      <p:tavLst>
                                        <p:tav tm="0">
                                          <p:val>
                                            <p:fltVal val="0"/>
                                          </p:val>
                                        </p:tav>
                                        <p:tav tm="100000">
                                          <p:val>
                                            <p:strVal val="#ppt_w"/>
                                          </p:val>
                                        </p:tav>
                                      </p:tavLst>
                                    </p:anim>
                                    <p:anim calcmode="lin" valueType="num">
                                      <p:cBhvr>
                                        <p:cTn id="128" dur="500" fill="hold"/>
                                        <p:tgtEl>
                                          <p:spTgt spid="31"/>
                                        </p:tgtEl>
                                        <p:attrNameLst>
                                          <p:attrName>ppt_h</p:attrName>
                                        </p:attrNameLst>
                                      </p:cBhvr>
                                      <p:tavLst>
                                        <p:tav tm="0">
                                          <p:val>
                                            <p:fltVal val="0"/>
                                          </p:val>
                                        </p:tav>
                                        <p:tav tm="100000">
                                          <p:val>
                                            <p:strVal val="#ppt_h"/>
                                          </p:val>
                                        </p:tav>
                                      </p:tavLst>
                                    </p:anim>
                                    <p:animEffect transition="in" filter="fade">
                                      <p:cBhvr>
                                        <p:cTn id="129" dur="500"/>
                                        <p:tgtEl>
                                          <p:spTgt spid="31"/>
                                        </p:tgtEl>
                                      </p:cBhvr>
                                    </p:animEffect>
                                  </p:childTnLst>
                                </p:cTn>
                              </p:par>
                              <p:par>
                                <p:cTn id="130" presetID="12" presetClass="entr" presetSubtype="4" fill="hold" grpId="0" nodeType="withEffect">
                                  <p:stCondLst>
                                    <p:cond delay="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p:tgtEl>
                                          <p:spTgt spid="33"/>
                                        </p:tgtEl>
                                        <p:attrNameLst>
                                          <p:attrName>ppt_y</p:attrName>
                                        </p:attrNameLst>
                                      </p:cBhvr>
                                      <p:tavLst>
                                        <p:tav tm="0">
                                          <p:val>
                                            <p:strVal val="#ppt_y+#ppt_h*1.125000"/>
                                          </p:val>
                                        </p:tav>
                                        <p:tav tm="100000">
                                          <p:val>
                                            <p:strVal val="#ppt_y"/>
                                          </p:val>
                                        </p:tav>
                                      </p:tavLst>
                                    </p:anim>
                                    <p:animEffect transition="in" filter="wipe(up)">
                                      <p:cBhvr>
                                        <p:cTn id="133" dur="500"/>
                                        <p:tgtEl>
                                          <p:spTgt spid="33"/>
                                        </p:tgtEl>
                                      </p:cBhvr>
                                    </p:animEffect>
                                  </p:childTnLst>
                                </p:cTn>
                              </p:par>
                              <p:par>
                                <p:cTn id="134" presetID="22" presetClass="entr" presetSubtype="1" fill="hold" grpId="0" nodeType="withEffect">
                                  <p:stCondLst>
                                    <p:cond delay="0"/>
                                  </p:stCondLst>
                                  <p:childTnLst>
                                    <p:set>
                                      <p:cBhvr>
                                        <p:cTn id="135" dur="1" fill="hold">
                                          <p:stCondLst>
                                            <p:cond delay="0"/>
                                          </p:stCondLst>
                                        </p:cTn>
                                        <p:tgtEl>
                                          <p:spTgt spid="34"/>
                                        </p:tgtEl>
                                        <p:attrNameLst>
                                          <p:attrName>style.visibility</p:attrName>
                                        </p:attrNameLst>
                                      </p:cBhvr>
                                      <p:to>
                                        <p:strVal val="visible"/>
                                      </p:to>
                                    </p:set>
                                    <p:animEffect transition="in" filter="wipe(up)">
                                      <p:cBhvr>
                                        <p:cTn id="136" dur="500"/>
                                        <p:tgtEl>
                                          <p:spTgt spid="34"/>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30"/>
                                        </p:tgtEl>
                                        <p:attrNameLst>
                                          <p:attrName>style.visibility</p:attrName>
                                        </p:attrNameLst>
                                      </p:cBhvr>
                                      <p:to>
                                        <p:strVal val="visible"/>
                                      </p:to>
                                    </p:set>
                                    <p:animEffect transition="in" filter="fade">
                                      <p:cBhvr>
                                        <p:cTn id="13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p:bldP spid="9" grpId="0"/>
      <p:bldP spid="10" grpId="0" animBg="1"/>
      <p:bldP spid="11" grpId="0" animBg="1"/>
      <p:bldP spid="12" grpId="0"/>
      <p:bldP spid="13" grpId="0"/>
      <p:bldP spid="14" grpId="0" animBg="1"/>
      <p:bldP spid="15" grpId="0" animBg="1"/>
      <p:bldP spid="16" grpId="0"/>
      <p:bldP spid="17" grpId="0"/>
      <p:bldP spid="18" grpId="0" animBg="1"/>
      <p:bldP spid="19" grpId="0" animBg="1"/>
      <p:bldP spid="20" grpId="0"/>
      <p:bldP spid="21" grpId="0"/>
      <p:bldP spid="22" grpId="0" animBg="1"/>
      <p:bldP spid="23" grpId="0" animBg="1"/>
      <p:bldP spid="24" grpId="0"/>
      <p:bldP spid="25" grpId="0" animBg="1"/>
      <p:bldP spid="26" grpId="0" animBg="1"/>
      <p:bldP spid="28" grpId="0"/>
      <p:bldP spid="29" grpId="0"/>
      <p:bldP spid="30" grpId="0" animBg="1"/>
      <p:bldP spid="31" grpId="0" animBg="1"/>
      <p:bldP spid="33" grpId="0"/>
      <p:bldP spid="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29" y="-297"/>
            <a:ext cx="12193057" cy="6858594"/>
          </a:xfrm>
          <a:prstGeom prst="rect">
            <a:avLst/>
          </a:prstGeom>
        </p:spPr>
      </p:pic>
      <p:sp>
        <p:nvSpPr>
          <p:cNvPr id="4" name="矩形 3"/>
          <p:cNvSpPr/>
          <p:nvPr/>
        </p:nvSpPr>
        <p:spPr>
          <a:xfrm>
            <a:off x="0" y="0"/>
            <a:ext cx="12192000" cy="6858000"/>
          </a:xfrm>
          <a:prstGeom prst="rect">
            <a:avLst/>
          </a:prstGeom>
          <a:gradFill>
            <a:gsLst>
              <a:gs pos="0">
                <a:schemeClr val="tx1"/>
              </a:gs>
              <a:gs pos="100000">
                <a:schemeClr val="tx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96000" y="2861591"/>
            <a:ext cx="10800000" cy="830997"/>
          </a:xfrm>
          <a:prstGeom prst="rect">
            <a:avLst/>
          </a:prstGeom>
          <a:noFill/>
        </p:spPr>
        <p:txBody>
          <a:bodyPr wrap="square" lIns="0" rIns="0" rtlCol="0">
            <a:spAutoFit/>
          </a:bodyPr>
          <a:lstStyle/>
          <a:p>
            <a:pPr algn="ctr"/>
            <a:r>
              <a:rPr lang="zh-CN" altLang="en-US" sz="4800" dirty="0" smtClean="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rPr>
              <a:t>合 作 共 赢</a:t>
            </a:r>
            <a:r>
              <a:rPr lang="en-US" altLang="zh-CN" sz="4800" dirty="0" smtClean="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rPr>
              <a:t>·</a:t>
            </a:r>
            <a:r>
              <a:rPr lang="zh-CN" altLang="en-US" sz="4800" dirty="0" smtClean="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rPr>
              <a:t>同 创 辉 煌</a:t>
            </a:r>
            <a:r>
              <a:rPr lang="zh-CN" altLang="en-US" sz="4800" dirty="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rPr>
              <a:t>！</a:t>
            </a:r>
            <a:endParaRPr lang="zh-CN" altLang="en-US" sz="4800" dirty="0">
              <a:gradFill>
                <a:gsLst>
                  <a:gs pos="0">
                    <a:schemeClr val="accent1"/>
                  </a:gs>
                  <a:gs pos="100000">
                    <a:schemeClr val="accent1">
                      <a:lumMod val="60000"/>
                      <a:lumOff val="40000"/>
                    </a:schemeClr>
                  </a:gs>
                </a:gsLst>
                <a:lin ang="2700000" scaled="0"/>
              </a:gradFill>
              <a:latin typeface="Alimama ShuHeiTi Bold" pitchFamily="2" charset="-122"/>
              <a:ea typeface="Alimama ShuHeiTi Bold" pitchFamily="2" charset="-122"/>
              <a:cs typeface="+mn-ea"/>
              <a:sym typeface="+mn-lt"/>
            </a:endParaRPr>
          </a:p>
        </p:txBody>
      </p:sp>
      <p:sp>
        <p:nvSpPr>
          <p:cNvPr id="6" name="文本框 5"/>
          <p:cNvSpPr txBox="1"/>
          <p:nvPr/>
        </p:nvSpPr>
        <p:spPr>
          <a:xfrm>
            <a:off x="696000" y="3870903"/>
            <a:ext cx="10800000" cy="323165"/>
          </a:xfrm>
          <a:prstGeom prst="rect">
            <a:avLst/>
          </a:prstGeom>
          <a:noFill/>
        </p:spPr>
        <p:txBody>
          <a:bodyPr wrap="square" lIns="0" rIns="0" rtlCol="0">
            <a:spAutoFit/>
          </a:bodyPr>
          <a:lstStyle/>
          <a:p>
            <a:pPr algn="ctr">
              <a:lnSpc>
                <a:spcPct val="150000"/>
              </a:lnSpc>
            </a:pPr>
            <a:r>
              <a:rPr lang="en-US" altLang="zh-CN" sz="1000" dirty="0" smtClean="0">
                <a:gradFill>
                  <a:gsLst>
                    <a:gs pos="0">
                      <a:schemeClr val="accent1"/>
                    </a:gs>
                    <a:gs pos="100000">
                      <a:schemeClr val="accent1">
                        <a:lumMod val="60000"/>
                        <a:lumOff val="40000"/>
                      </a:schemeClr>
                    </a:gs>
                  </a:gsLst>
                  <a:lin ang="2700000" scaled="0"/>
                </a:gradFill>
                <a:latin typeface="+mn-ea"/>
                <a:cs typeface="+mn-ea"/>
                <a:sym typeface="+mn-lt"/>
              </a:rPr>
              <a:t>COOPERATE FOR WIN-WIN RESULTS AND CREATE BRILLIANCE TOGETHER! </a:t>
            </a:r>
            <a:endParaRPr lang="zh-CN" altLang="en-US" sz="1000" dirty="0">
              <a:gradFill>
                <a:gsLst>
                  <a:gs pos="0">
                    <a:schemeClr val="accent1"/>
                  </a:gs>
                  <a:gs pos="100000">
                    <a:schemeClr val="accent1">
                      <a:lumMod val="60000"/>
                      <a:lumOff val="40000"/>
                    </a:schemeClr>
                  </a:gs>
                </a:gsLst>
                <a:lin ang="2700000" scaled="0"/>
              </a:gradFill>
              <a:latin typeface="+mn-ea"/>
              <a:cs typeface="+mn-ea"/>
              <a:sym typeface="+mn-lt"/>
            </a:endParaRPr>
          </a:p>
        </p:txBody>
      </p:sp>
      <p:sp>
        <p:nvSpPr>
          <p:cNvPr id="7" name="文本框 6"/>
          <p:cNvSpPr txBox="1"/>
          <p:nvPr/>
        </p:nvSpPr>
        <p:spPr>
          <a:xfrm>
            <a:off x="696000" y="2187658"/>
            <a:ext cx="10800000" cy="584775"/>
          </a:xfrm>
          <a:prstGeom prst="rect">
            <a:avLst/>
          </a:prstGeom>
          <a:noFill/>
        </p:spPr>
        <p:txBody>
          <a:bodyPr wrap="square" lIns="0" rIns="0" rtlCol="0">
            <a:spAutoFit/>
          </a:bodyPr>
          <a:lstStyle/>
          <a:p>
            <a:pPr algn="ctr"/>
            <a:r>
              <a:rPr lang="en-US" altLang="zh-CN" sz="3200" b="1" dirty="0" smtClean="0">
                <a:gradFill>
                  <a:gsLst>
                    <a:gs pos="0">
                      <a:schemeClr val="accent1"/>
                    </a:gs>
                    <a:gs pos="100000">
                      <a:schemeClr val="accent1">
                        <a:lumMod val="60000"/>
                        <a:lumOff val="40000"/>
                      </a:schemeClr>
                    </a:gs>
                  </a:gsLst>
                  <a:lin ang="2700000" scaled="0"/>
                </a:gradFill>
                <a:latin typeface="+mn-ea"/>
                <a:cs typeface="+mn-ea"/>
                <a:sym typeface="+mn-lt"/>
              </a:rPr>
              <a:t>THANKS FOR WATCHING</a:t>
            </a:r>
            <a:endParaRPr lang="zh-CN" altLang="en-US" sz="3200" b="1" dirty="0">
              <a:gradFill>
                <a:gsLst>
                  <a:gs pos="0">
                    <a:schemeClr val="accent1"/>
                  </a:gs>
                  <a:gs pos="100000">
                    <a:schemeClr val="accent1">
                      <a:lumMod val="60000"/>
                      <a:lumOff val="40000"/>
                    </a:schemeClr>
                  </a:gs>
                </a:gsLst>
                <a:lin ang="2700000" scaled="0"/>
              </a:gradFill>
              <a:latin typeface="+mn-ea"/>
              <a:cs typeface="+mn-ea"/>
              <a:sym typeface="+mn-lt"/>
            </a:endParaRPr>
          </a:p>
        </p:txBody>
      </p:sp>
      <p:sp>
        <p:nvSpPr>
          <p:cNvPr id="8" name="文本框 7"/>
          <p:cNvSpPr txBox="1"/>
          <p:nvPr/>
        </p:nvSpPr>
        <p:spPr>
          <a:xfrm>
            <a:off x="696000" y="4372383"/>
            <a:ext cx="10800000" cy="295978"/>
          </a:xfrm>
          <a:prstGeom prst="rect">
            <a:avLst/>
          </a:prstGeom>
          <a:noFill/>
        </p:spPr>
        <p:txBody>
          <a:bodyPr wrap="square" lIns="0" rIns="0" rtlCol="0">
            <a:spAutoFit/>
          </a:bodyPr>
          <a:lstStyle/>
          <a:p>
            <a:pPr algn="ctr">
              <a:lnSpc>
                <a:spcPct val="150000"/>
              </a:lnSpc>
            </a:pPr>
            <a:r>
              <a:rPr lang="zh-CN" altLang="en-US" sz="1000" dirty="0">
                <a:gradFill>
                  <a:gsLst>
                    <a:gs pos="0">
                      <a:schemeClr val="accent1"/>
                    </a:gs>
                    <a:gs pos="100000">
                      <a:schemeClr val="accent1">
                        <a:lumMod val="60000"/>
                        <a:lumOff val="40000"/>
                      </a:schemeClr>
                    </a:gs>
                  </a:gsLst>
                  <a:lin ang="2700000" scaled="0"/>
                </a:gradFill>
                <a:latin typeface="+mn-ea"/>
                <a:cs typeface="+mn-ea"/>
                <a:sym typeface="+mn-lt"/>
              </a:rPr>
              <a:t>创  新   </a:t>
            </a:r>
            <a:r>
              <a:rPr lang="en-US" altLang="zh-CN" sz="1000" dirty="0">
                <a:gradFill>
                  <a:gsLst>
                    <a:gs pos="0">
                      <a:schemeClr val="accent1"/>
                    </a:gs>
                    <a:gs pos="100000">
                      <a:schemeClr val="accent1">
                        <a:lumMod val="60000"/>
                        <a:lumOff val="40000"/>
                      </a:schemeClr>
                    </a:gs>
                  </a:gsLst>
                  <a:lin ang="2700000" scaled="0"/>
                </a:gradFill>
                <a:latin typeface="+mn-ea"/>
                <a:cs typeface="+mn-ea"/>
                <a:sym typeface="+mn-lt"/>
              </a:rPr>
              <a:t>•   </a:t>
            </a:r>
            <a:r>
              <a:rPr lang="zh-CN" altLang="en-US" sz="1000" dirty="0">
                <a:gradFill>
                  <a:gsLst>
                    <a:gs pos="0">
                      <a:schemeClr val="accent1"/>
                    </a:gs>
                    <a:gs pos="100000">
                      <a:schemeClr val="accent1">
                        <a:lumMod val="60000"/>
                        <a:lumOff val="40000"/>
                      </a:schemeClr>
                    </a:gs>
                  </a:gsLst>
                  <a:lin ang="2700000" scaled="0"/>
                </a:gradFill>
                <a:latin typeface="+mn-ea"/>
                <a:cs typeface="+mn-ea"/>
                <a:sym typeface="+mn-lt"/>
              </a:rPr>
              <a:t>高  效   </a:t>
            </a:r>
            <a:r>
              <a:rPr lang="en-US" altLang="zh-CN" sz="1000" dirty="0">
                <a:gradFill>
                  <a:gsLst>
                    <a:gs pos="0">
                      <a:schemeClr val="accent1"/>
                    </a:gs>
                    <a:gs pos="100000">
                      <a:schemeClr val="accent1">
                        <a:lumMod val="60000"/>
                        <a:lumOff val="40000"/>
                      </a:schemeClr>
                    </a:gs>
                  </a:gsLst>
                  <a:lin ang="2700000" scaled="0"/>
                </a:gradFill>
                <a:latin typeface="+mn-ea"/>
                <a:cs typeface="+mn-ea"/>
                <a:sym typeface="+mn-lt"/>
              </a:rPr>
              <a:t>•   </a:t>
            </a:r>
            <a:r>
              <a:rPr lang="zh-CN" altLang="en-US" sz="1000" dirty="0">
                <a:gradFill>
                  <a:gsLst>
                    <a:gs pos="0">
                      <a:schemeClr val="accent1"/>
                    </a:gs>
                    <a:gs pos="100000">
                      <a:schemeClr val="accent1">
                        <a:lumMod val="60000"/>
                        <a:lumOff val="40000"/>
                      </a:schemeClr>
                    </a:gs>
                  </a:gsLst>
                  <a:lin ang="2700000" scaled="0"/>
                </a:gradFill>
                <a:latin typeface="+mn-ea"/>
                <a:cs typeface="+mn-ea"/>
                <a:sym typeface="+mn-lt"/>
              </a:rPr>
              <a:t>诚  信   </a:t>
            </a:r>
            <a:r>
              <a:rPr lang="en-US" altLang="zh-CN" sz="1000" dirty="0">
                <a:gradFill>
                  <a:gsLst>
                    <a:gs pos="0">
                      <a:schemeClr val="accent1"/>
                    </a:gs>
                    <a:gs pos="100000">
                      <a:schemeClr val="accent1">
                        <a:lumMod val="60000"/>
                        <a:lumOff val="40000"/>
                      </a:schemeClr>
                    </a:gs>
                  </a:gsLst>
                  <a:lin ang="2700000" scaled="0"/>
                </a:gradFill>
                <a:latin typeface="+mn-ea"/>
                <a:cs typeface="+mn-ea"/>
                <a:sym typeface="+mn-lt"/>
              </a:rPr>
              <a:t>•   </a:t>
            </a:r>
            <a:r>
              <a:rPr lang="zh-CN" altLang="en-US" sz="1000" dirty="0">
                <a:gradFill>
                  <a:gsLst>
                    <a:gs pos="0">
                      <a:schemeClr val="accent1"/>
                    </a:gs>
                    <a:gs pos="100000">
                      <a:schemeClr val="accent1">
                        <a:lumMod val="60000"/>
                        <a:lumOff val="40000"/>
                      </a:schemeClr>
                    </a:gs>
                  </a:gsLst>
                  <a:lin ang="2700000" scaled="0"/>
                </a:gradFill>
                <a:latin typeface="+mn-ea"/>
                <a:cs typeface="+mn-ea"/>
                <a:sym typeface="+mn-lt"/>
              </a:rPr>
              <a:t>务  实</a:t>
            </a:r>
            <a:endParaRPr lang="zh-CN" altLang="en-US" sz="1000" dirty="0">
              <a:gradFill>
                <a:gsLst>
                  <a:gs pos="0">
                    <a:schemeClr val="accent1"/>
                  </a:gs>
                  <a:gs pos="100000">
                    <a:schemeClr val="accent1">
                      <a:lumMod val="60000"/>
                      <a:lumOff val="40000"/>
                    </a:schemeClr>
                  </a:gs>
                </a:gsLst>
                <a:lin ang="2700000" scaled="0"/>
              </a:gradFill>
              <a:latin typeface="+mn-ea"/>
              <a:cs typeface="+mn-ea"/>
              <a:sym typeface="+mn-lt"/>
            </a:endParaRPr>
          </a:p>
        </p:txBody>
      </p:sp>
    </p:spTree>
    <p:extLst>
      <p:ext uri="{BB962C8B-B14F-4D97-AF65-F5344CB8AC3E}">
        <p14:creationId xmlns:p14="http://schemas.microsoft.com/office/powerpoint/2010/main" val="35901144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ppt_x</p:attrName>
                                        </p:attrNameLst>
                                      </p:cBhvr>
                                      <p:tavLst>
                                        <p:tav tm="0">
                                          <p:val>
                                            <p:fltVal val="0.5"/>
                                          </p:val>
                                        </p:tav>
                                        <p:tav tm="100000">
                                          <p:val>
                                            <p:strVal val="#ppt_x"/>
                                          </p:val>
                                        </p:tav>
                                      </p:tavLst>
                                    </p:anim>
                                    <p:anim calcmode="lin" valueType="num">
                                      <p:cBhvr>
                                        <p:cTn id="10" dur="500" fill="hold"/>
                                        <p:tgtEl>
                                          <p:spTgt spid="5"/>
                                        </p:tgtEl>
                                        <p:attrNameLst>
                                          <p:attrName>ppt_y</p:attrName>
                                        </p:attrNameLst>
                                      </p:cBhvr>
                                      <p:tavLst>
                                        <p:tav tm="0">
                                          <p:val>
                                            <p:fltVal val="0.5"/>
                                          </p:val>
                                        </p:tav>
                                        <p:tav tm="100000">
                                          <p:val>
                                            <p:strVal val="#ppt_y"/>
                                          </p:val>
                                        </p:tav>
                                      </p:tavLst>
                                    </p:anim>
                                  </p:childTnLst>
                                </p:cTn>
                              </p:par>
                            </p:childTnLst>
                          </p:cTn>
                        </p:par>
                        <p:par>
                          <p:cTn id="11" fill="hold">
                            <p:stCondLst>
                              <p:cond delay="950"/>
                            </p:stCondLst>
                            <p:childTnLst>
                              <p:par>
                                <p:cTn id="12" presetID="42"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childTnLst>
                          </p:cTn>
                        </p:par>
                        <p:par>
                          <p:cTn id="17" fill="hold">
                            <p:stCondLst>
                              <p:cond delay="145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47"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ppt_x</p:attrName>
                                        </p:attrNameLst>
                                      </p:cBhvr>
                                      <p:tavLst>
                                        <p:tav tm="0">
                                          <p:val>
                                            <p:strVal val="#ppt_x"/>
                                          </p:val>
                                        </p:tav>
                                        <p:tav tm="100000">
                                          <p:val>
                                            <p:strVal val="#ppt_x"/>
                                          </p:val>
                                        </p:tav>
                                      </p:tavLst>
                                    </p:anim>
                                    <p:anim calcmode="lin" valueType="num">
                                      <p:cBhvr>
                                        <p:cTn id="25"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a:spLocks noChangeAspect="1"/>
          </p:cNvSpPr>
          <p:nvPr/>
        </p:nvSpPr>
        <p:spPr>
          <a:xfrm>
            <a:off x="669510" y="496123"/>
            <a:ext cx="362012" cy="360000"/>
          </a:xfrm>
          <a:custGeom>
            <a:avLst/>
            <a:gdLst>
              <a:gd name="connsiteX0" fmla="*/ 1602397 w 3720689"/>
              <a:gd name="connsiteY0" fmla="*/ 2687306 h 3700012"/>
              <a:gd name="connsiteX1" fmla="*/ 2088746 w 3720689"/>
              <a:gd name="connsiteY1" fmla="*/ 3138688 h 3700012"/>
              <a:gd name="connsiteX2" fmla="*/ 1520815 w 3720689"/>
              <a:gd name="connsiteY2" fmla="*/ 3262912 h 3700012"/>
              <a:gd name="connsiteX3" fmla="*/ 589427 w 3720689"/>
              <a:gd name="connsiteY3" fmla="*/ 1251298 h 3700012"/>
              <a:gd name="connsiteX4" fmla="*/ 2569427 w 3720689"/>
              <a:gd name="connsiteY4" fmla="*/ 1251298 h 3700012"/>
              <a:gd name="connsiteX5" fmla="*/ 2569427 w 3720689"/>
              <a:gd name="connsiteY5" fmla="*/ 1387924 h 3700012"/>
              <a:gd name="connsiteX6" fmla="*/ 589427 w 3720689"/>
              <a:gd name="connsiteY6" fmla="*/ 1387924 h 3700012"/>
              <a:gd name="connsiteX7" fmla="*/ 0 w 3720689"/>
              <a:gd name="connsiteY7" fmla="*/ 0 h 3700012"/>
              <a:gd name="connsiteX8" fmla="*/ 204717 w 3720689"/>
              <a:gd name="connsiteY8" fmla="*/ 0 h 3700012"/>
              <a:gd name="connsiteX9" fmla="*/ 204717 w 3720689"/>
              <a:gd name="connsiteY9" fmla="*/ 2 h 3700012"/>
              <a:gd name="connsiteX10" fmla="*/ 2907082 w 3720689"/>
              <a:gd name="connsiteY10" fmla="*/ 2 h 3700012"/>
              <a:gd name="connsiteX11" fmla="*/ 2907082 w 3720689"/>
              <a:gd name="connsiteY11" fmla="*/ 1 h 3700012"/>
              <a:gd name="connsiteX12" fmla="*/ 3111799 w 3720689"/>
              <a:gd name="connsiteY12" fmla="*/ 1 h 3700012"/>
              <a:gd name="connsiteX13" fmla="*/ 3111799 w 3720689"/>
              <a:gd name="connsiteY13" fmla="*/ 1060973 h 3700012"/>
              <a:gd name="connsiteX14" fmla="*/ 3234340 w 3720689"/>
              <a:gd name="connsiteY14" fmla="*/ 928939 h 3700012"/>
              <a:gd name="connsiteX15" fmla="*/ 3720689 w 3720689"/>
              <a:gd name="connsiteY15" fmla="*/ 1380321 h 3700012"/>
              <a:gd name="connsiteX16" fmla="*/ 3448536 w 3720689"/>
              <a:gd name="connsiteY16" fmla="*/ 1673558 h 3700012"/>
              <a:gd name="connsiteX17" fmla="*/ 2964153 w 3720689"/>
              <a:gd name="connsiteY17" fmla="*/ 1224001 h 3700012"/>
              <a:gd name="connsiteX18" fmla="*/ 2907082 w 3720689"/>
              <a:gd name="connsiteY18" fmla="*/ 1224001 h 3700012"/>
              <a:gd name="connsiteX19" fmla="*/ 2907082 w 3720689"/>
              <a:gd name="connsiteY19" fmla="*/ 204719 h 3700012"/>
              <a:gd name="connsiteX20" fmla="*/ 204717 w 3720689"/>
              <a:gd name="connsiteY20" fmla="*/ 204719 h 3700012"/>
              <a:gd name="connsiteX21" fmla="*/ 204717 w 3720689"/>
              <a:gd name="connsiteY21" fmla="*/ 3488602 h 3700012"/>
              <a:gd name="connsiteX22" fmla="*/ 2907082 w 3720689"/>
              <a:gd name="connsiteY22" fmla="*/ 3488602 h 3700012"/>
              <a:gd name="connsiteX23" fmla="*/ 2907082 w 3720689"/>
              <a:gd name="connsiteY23" fmla="*/ 2256957 h 3700012"/>
              <a:gd name="connsiteX24" fmla="*/ 2186995 w 3720689"/>
              <a:gd name="connsiteY24" fmla="*/ 3032826 h 3700012"/>
              <a:gd name="connsiteX25" fmla="*/ 1700646 w 3720689"/>
              <a:gd name="connsiteY25" fmla="*/ 2581444 h 3700012"/>
              <a:gd name="connsiteX26" fmla="*/ 1802861 w 3720689"/>
              <a:gd name="connsiteY26" fmla="*/ 2471311 h 3700012"/>
              <a:gd name="connsiteX27" fmla="*/ 589427 w 3720689"/>
              <a:gd name="connsiteY27" fmla="*/ 2471311 h 3700012"/>
              <a:gd name="connsiteX28" fmla="*/ 589427 w 3720689"/>
              <a:gd name="connsiteY28" fmla="*/ 2334685 h 3700012"/>
              <a:gd name="connsiteX29" fmla="*/ 1929664 w 3720689"/>
              <a:gd name="connsiteY29" fmla="*/ 2334685 h 3700012"/>
              <a:gd name="connsiteX30" fmla="*/ 2172871 w 3720689"/>
              <a:gd name="connsiteY30" fmla="*/ 2072637 h 3700012"/>
              <a:gd name="connsiteX31" fmla="*/ 589427 w 3720689"/>
              <a:gd name="connsiteY31" fmla="*/ 2072637 h 3700012"/>
              <a:gd name="connsiteX32" fmla="*/ 589427 w 3720689"/>
              <a:gd name="connsiteY32" fmla="*/ 1936011 h 3700012"/>
              <a:gd name="connsiteX33" fmla="*/ 2299674 w 3720689"/>
              <a:gd name="connsiteY33" fmla="*/ 1936011 h 3700012"/>
              <a:gd name="connsiteX34" fmla="*/ 2479856 w 3720689"/>
              <a:gd name="connsiteY34" fmla="*/ 1741871 h 3700012"/>
              <a:gd name="connsiteX35" fmla="*/ 589427 w 3720689"/>
              <a:gd name="connsiteY35" fmla="*/ 1741871 h 3700012"/>
              <a:gd name="connsiteX36" fmla="*/ 589427 w 3720689"/>
              <a:gd name="connsiteY36" fmla="*/ 1605245 h 3700012"/>
              <a:gd name="connsiteX37" fmla="*/ 2569427 w 3720689"/>
              <a:gd name="connsiteY37" fmla="*/ 1605245 h 3700012"/>
              <a:gd name="connsiteX38" fmla="*/ 2569427 w 3720689"/>
              <a:gd name="connsiteY38" fmla="*/ 1645361 h 3700012"/>
              <a:gd name="connsiteX39" fmla="*/ 2833408 w 3720689"/>
              <a:gd name="connsiteY39" fmla="*/ 1360930 h 3700012"/>
              <a:gd name="connsiteX40" fmla="*/ 3319757 w 3720689"/>
              <a:gd name="connsiteY40" fmla="*/ 1812312 h 3700012"/>
              <a:gd name="connsiteX41" fmla="*/ 3111799 w 3720689"/>
              <a:gd name="connsiteY41" fmla="*/ 2036381 h 3700012"/>
              <a:gd name="connsiteX42" fmla="*/ 3111799 w 3720689"/>
              <a:gd name="connsiteY42" fmla="*/ 3700012 h 3700012"/>
              <a:gd name="connsiteX43" fmla="*/ 2907082 w 3720689"/>
              <a:gd name="connsiteY43" fmla="*/ 3700012 h 3700012"/>
              <a:gd name="connsiteX44" fmla="*/ 2907082 w 3720689"/>
              <a:gd name="connsiteY44" fmla="*/ 3693319 h 3700012"/>
              <a:gd name="connsiteX45" fmla="*/ 1 w 3720689"/>
              <a:gd name="connsiteY45" fmla="*/ 3693319 h 3700012"/>
              <a:gd name="connsiteX46" fmla="*/ 1 w 3720689"/>
              <a:gd name="connsiteY46" fmla="*/ 3636001 h 3700012"/>
              <a:gd name="connsiteX47" fmla="*/ 0 w 3720689"/>
              <a:gd name="connsiteY47" fmla="*/ 3636001 h 37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720689" h="3700012">
                <a:moveTo>
                  <a:pt x="1602397" y="2687306"/>
                </a:moveTo>
                <a:lnTo>
                  <a:pt x="2088746" y="3138688"/>
                </a:lnTo>
                <a:lnTo>
                  <a:pt x="1520815" y="3262912"/>
                </a:lnTo>
                <a:close/>
                <a:moveTo>
                  <a:pt x="589427" y="1251298"/>
                </a:moveTo>
                <a:lnTo>
                  <a:pt x="2569427" y="1251298"/>
                </a:lnTo>
                <a:lnTo>
                  <a:pt x="2569427" y="1387924"/>
                </a:lnTo>
                <a:lnTo>
                  <a:pt x="589427" y="1387924"/>
                </a:lnTo>
                <a:close/>
                <a:moveTo>
                  <a:pt x="0" y="0"/>
                </a:moveTo>
                <a:lnTo>
                  <a:pt x="204717" y="0"/>
                </a:lnTo>
                <a:lnTo>
                  <a:pt x="204717" y="2"/>
                </a:lnTo>
                <a:lnTo>
                  <a:pt x="2907082" y="2"/>
                </a:lnTo>
                <a:lnTo>
                  <a:pt x="2907082" y="1"/>
                </a:lnTo>
                <a:lnTo>
                  <a:pt x="3111799" y="1"/>
                </a:lnTo>
                <a:lnTo>
                  <a:pt x="3111799" y="1060973"/>
                </a:lnTo>
                <a:lnTo>
                  <a:pt x="3234340" y="928939"/>
                </a:lnTo>
                <a:lnTo>
                  <a:pt x="3720689" y="1380321"/>
                </a:lnTo>
                <a:lnTo>
                  <a:pt x="3448536" y="1673558"/>
                </a:lnTo>
                <a:lnTo>
                  <a:pt x="2964153" y="1224001"/>
                </a:lnTo>
                <a:lnTo>
                  <a:pt x="2907082" y="1224001"/>
                </a:lnTo>
                <a:lnTo>
                  <a:pt x="2907082" y="204719"/>
                </a:lnTo>
                <a:lnTo>
                  <a:pt x="204717" y="204719"/>
                </a:lnTo>
                <a:lnTo>
                  <a:pt x="204717" y="3488602"/>
                </a:lnTo>
                <a:lnTo>
                  <a:pt x="2907082" y="3488602"/>
                </a:lnTo>
                <a:lnTo>
                  <a:pt x="2907082" y="2256957"/>
                </a:lnTo>
                <a:lnTo>
                  <a:pt x="2186995" y="3032826"/>
                </a:lnTo>
                <a:lnTo>
                  <a:pt x="1700646" y="2581444"/>
                </a:lnTo>
                <a:lnTo>
                  <a:pt x="1802861" y="2471311"/>
                </a:lnTo>
                <a:lnTo>
                  <a:pt x="589427" y="2471311"/>
                </a:lnTo>
                <a:lnTo>
                  <a:pt x="589427" y="2334685"/>
                </a:lnTo>
                <a:lnTo>
                  <a:pt x="1929664" y="2334685"/>
                </a:lnTo>
                <a:lnTo>
                  <a:pt x="2172871" y="2072637"/>
                </a:lnTo>
                <a:lnTo>
                  <a:pt x="589427" y="2072637"/>
                </a:lnTo>
                <a:lnTo>
                  <a:pt x="589427" y="1936011"/>
                </a:lnTo>
                <a:lnTo>
                  <a:pt x="2299674" y="1936011"/>
                </a:lnTo>
                <a:lnTo>
                  <a:pt x="2479856" y="1741871"/>
                </a:lnTo>
                <a:lnTo>
                  <a:pt x="589427" y="1741871"/>
                </a:lnTo>
                <a:lnTo>
                  <a:pt x="589427" y="1605245"/>
                </a:lnTo>
                <a:lnTo>
                  <a:pt x="2569427" y="1605245"/>
                </a:lnTo>
                <a:lnTo>
                  <a:pt x="2569427" y="1645361"/>
                </a:lnTo>
                <a:lnTo>
                  <a:pt x="2833408" y="1360930"/>
                </a:lnTo>
                <a:lnTo>
                  <a:pt x="3319757" y="1812312"/>
                </a:lnTo>
                <a:lnTo>
                  <a:pt x="3111799" y="2036381"/>
                </a:lnTo>
                <a:lnTo>
                  <a:pt x="3111799" y="3700012"/>
                </a:lnTo>
                <a:lnTo>
                  <a:pt x="2907082" y="3700012"/>
                </a:lnTo>
                <a:lnTo>
                  <a:pt x="2907082" y="3693319"/>
                </a:lnTo>
                <a:lnTo>
                  <a:pt x="1" y="3693319"/>
                </a:lnTo>
                <a:lnTo>
                  <a:pt x="1" y="3636001"/>
                </a:lnTo>
                <a:lnTo>
                  <a:pt x="0" y="3636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a:spLocks noChangeAspect="1"/>
          </p:cNvSpPr>
          <p:nvPr/>
        </p:nvSpPr>
        <p:spPr>
          <a:xfrm>
            <a:off x="1506777" y="496123"/>
            <a:ext cx="302769" cy="360000"/>
          </a:xfrm>
          <a:custGeom>
            <a:avLst/>
            <a:gdLst>
              <a:gd name="connsiteX0" fmla="*/ 589427 w 3111799"/>
              <a:gd name="connsiteY0" fmla="*/ 2401006 h 3700012"/>
              <a:gd name="connsiteX1" fmla="*/ 2569427 w 3111799"/>
              <a:gd name="connsiteY1" fmla="*/ 2401006 h 3700012"/>
              <a:gd name="connsiteX2" fmla="*/ 2569427 w 3111799"/>
              <a:gd name="connsiteY2" fmla="*/ 2537632 h 3700012"/>
              <a:gd name="connsiteX3" fmla="*/ 589427 w 3111799"/>
              <a:gd name="connsiteY3" fmla="*/ 2537632 h 3700012"/>
              <a:gd name="connsiteX4" fmla="*/ 589427 w 3111799"/>
              <a:gd name="connsiteY4" fmla="*/ 2065385 h 3700012"/>
              <a:gd name="connsiteX5" fmla="*/ 2569427 w 3111799"/>
              <a:gd name="connsiteY5" fmla="*/ 2065385 h 3700012"/>
              <a:gd name="connsiteX6" fmla="*/ 2569427 w 3111799"/>
              <a:gd name="connsiteY6" fmla="*/ 2202011 h 3700012"/>
              <a:gd name="connsiteX7" fmla="*/ 589427 w 3111799"/>
              <a:gd name="connsiteY7" fmla="*/ 2202011 h 3700012"/>
              <a:gd name="connsiteX8" fmla="*/ 589427 w 3111799"/>
              <a:gd name="connsiteY8" fmla="*/ 1729763 h 3700012"/>
              <a:gd name="connsiteX9" fmla="*/ 2569427 w 3111799"/>
              <a:gd name="connsiteY9" fmla="*/ 1729763 h 3700012"/>
              <a:gd name="connsiteX10" fmla="*/ 2569427 w 3111799"/>
              <a:gd name="connsiteY10" fmla="*/ 1866389 h 3700012"/>
              <a:gd name="connsiteX11" fmla="*/ 589427 w 3111799"/>
              <a:gd name="connsiteY11" fmla="*/ 1866389 h 3700012"/>
              <a:gd name="connsiteX12" fmla="*/ 589427 w 3111799"/>
              <a:gd name="connsiteY12" fmla="*/ 1394141 h 3700012"/>
              <a:gd name="connsiteX13" fmla="*/ 2569427 w 3111799"/>
              <a:gd name="connsiteY13" fmla="*/ 1394141 h 3700012"/>
              <a:gd name="connsiteX14" fmla="*/ 2569427 w 3111799"/>
              <a:gd name="connsiteY14" fmla="*/ 1530767 h 3700012"/>
              <a:gd name="connsiteX15" fmla="*/ 589427 w 3111799"/>
              <a:gd name="connsiteY15" fmla="*/ 1530767 h 3700012"/>
              <a:gd name="connsiteX16" fmla="*/ 589427 w 3111799"/>
              <a:gd name="connsiteY16" fmla="*/ 1058519 h 3700012"/>
              <a:gd name="connsiteX17" fmla="*/ 2569427 w 3111799"/>
              <a:gd name="connsiteY17" fmla="*/ 1058519 h 3700012"/>
              <a:gd name="connsiteX18" fmla="*/ 2569427 w 3111799"/>
              <a:gd name="connsiteY18" fmla="*/ 1195145 h 3700012"/>
              <a:gd name="connsiteX19" fmla="*/ 589427 w 3111799"/>
              <a:gd name="connsiteY19" fmla="*/ 1195145 h 3700012"/>
              <a:gd name="connsiteX20" fmla="*/ 204718 w 3111799"/>
              <a:gd name="connsiteY20" fmla="*/ 204719 h 3700012"/>
              <a:gd name="connsiteX21" fmla="*/ 204718 w 3111799"/>
              <a:gd name="connsiteY21" fmla="*/ 3488602 h 3700012"/>
              <a:gd name="connsiteX22" fmla="*/ 2907082 w 3111799"/>
              <a:gd name="connsiteY22" fmla="*/ 3488602 h 3700012"/>
              <a:gd name="connsiteX23" fmla="*/ 2907082 w 3111799"/>
              <a:gd name="connsiteY23" fmla="*/ 2232002 h 3700012"/>
              <a:gd name="connsiteX24" fmla="*/ 2907082 w 3111799"/>
              <a:gd name="connsiteY24" fmla="*/ 1936012 h 3700012"/>
              <a:gd name="connsiteX25" fmla="*/ 2907082 w 3111799"/>
              <a:gd name="connsiteY25" fmla="*/ 204719 h 3700012"/>
              <a:gd name="connsiteX26" fmla="*/ 0 w 3111799"/>
              <a:gd name="connsiteY26" fmla="*/ 0 h 3700012"/>
              <a:gd name="connsiteX27" fmla="*/ 204718 w 3111799"/>
              <a:gd name="connsiteY27" fmla="*/ 0 h 3700012"/>
              <a:gd name="connsiteX28" fmla="*/ 204718 w 3111799"/>
              <a:gd name="connsiteY28" fmla="*/ 2 h 3700012"/>
              <a:gd name="connsiteX29" fmla="*/ 2907082 w 3111799"/>
              <a:gd name="connsiteY29" fmla="*/ 2 h 3700012"/>
              <a:gd name="connsiteX30" fmla="*/ 2907082 w 3111799"/>
              <a:gd name="connsiteY30" fmla="*/ 2 h 3700012"/>
              <a:gd name="connsiteX31" fmla="*/ 3111799 w 3111799"/>
              <a:gd name="connsiteY31" fmla="*/ 2 h 3700012"/>
              <a:gd name="connsiteX32" fmla="*/ 3111799 w 3111799"/>
              <a:gd name="connsiteY32" fmla="*/ 1936012 h 3700012"/>
              <a:gd name="connsiteX33" fmla="*/ 3111799 w 3111799"/>
              <a:gd name="connsiteY33" fmla="*/ 2232002 h 3700012"/>
              <a:gd name="connsiteX34" fmla="*/ 3111799 w 3111799"/>
              <a:gd name="connsiteY34" fmla="*/ 3700012 h 3700012"/>
              <a:gd name="connsiteX35" fmla="*/ 2907082 w 3111799"/>
              <a:gd name="connsiteY35" fmla="*/ 3700012 h 3700012"/>
              <a:gd name="connsiteX36" fmla="*/ 2907082 w 3111799"/>
              <a:gd name="connsiteY36" fmla="*/ 3693319 h 3700012"/>
              <a:gd name="connsiteX37" fmla="*/ 1 w 3111799"/>
              <a:gd name="connsiteY37" fmla="*/ 3693319 h 3700012"/>
              <a:gd name="connsiteX38" fmla="*/ 1 w 3111799"/>
              <a:gd name="connsiteY38" fmla="*/ 3636001 h 3700012"/>
              <a:gd name="connsiteX39" fmla="*/ 0 w 3111799"/>
              <a:gd name="connsiteY39" fmla="*/ 3636001 h 37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111799" h="3700012">
                <a:moveTo>
                  <a:pt x="589427" y="2401006"/>
                </a:moveTo>
                <a:lnTo>
                  <a:pt x="2569427" y="2401006"/>
                </a:lnTo>
                <a:lnTo>
                  <a:pt x="2569427" y="2537632"/>
                </a:lnTo>
                <a:lnTo>
                  <a:pt x="589427" y="2537632"/>
                </a:lnTo>
                <a:close/>
                <a:moveTo>
                  <a:pt x="589427" y="2065385"/>
                </a:moveTo>
                <a:lnTo>
                  <a:pt x="2569427" y="2065385"/>
                </a:lnTo>
                <a:lnTo>
                  <a:pt x="2569427" y="2202011"/>
                </a:lnTo>
                <a:lnTo>
                  <a:pt x="589427" y="2202011"/>
                </a:lnTo>
                <a:close/>
                <a:moveTo>
                  <a:pt x="589427" y="1729763"/>
                </a:moveTo>
                <a:lnTo>
                  <a:pt x="2569427" y="1729763"/>
                </a:lnTo>
                <a:lnTo>
                  <a:pt x="2569427" y="1866389"/>
                </a:lnTo>
                <a:lnTo>
                  <a:pt x="589427" y="1866389"/>
                </a:lnTo>
                <a:close/>
                <a:moveTo>
                  <a:pt x="589427" y="1394141"/>
                </a:moveTo>
                <a:lnTo>
                  <a:pt x="2569427" y="1394141"/>
                </a:lnTo>
                <a:lnTo>
                  <a:pt x="2569427" y="1530767"/>
                </a:lnTo>
                <a:lnTo>
                  <a:pt x="589427" y="1530767"/>
                </a:lnTo>
                <a:close/>
                <a:moveTo>
                  <a:pt x="589427" y="1058519"/>
                </a:moveTo>
                <a:lnTo>
                  <a:pt x="2569427" y="1058519"/>
                </a:lnTo>
                <a:lnTo>
                  <a:pt x="2569427" y="1195145"/>
                </a:lnTo>
                <a:lnTo>
                  <a:pt x="589427" y="1195145"/>
                </a:lnTo>
                <a:close/>
                <a:moveTo>
                  <a:pt x="204718" y="204719"/>
                </a:moveTo>
                <a:lnTo>
                  <a:pt x="204718" y="3488602"/>
                </a:lnTo>
                <a:lnTo>
                  <a:pt x="2907082" y="3488602"/>
                </a:lnTo>
                <a:lnTo>
                  <a:pt x="2907082" y="2232002"/>
                </a:lnTo>
                <a:lnTo>
                  <a:pt x="2907082" y="1936012"/>
                </a:lnTo>
                <a:lnTo>
                  <a:pt x="2907082" y="204719"/>
                </a:lnTo>
                <a:close/>
                <a:moveTo>
                  <a:pt x="0" y="0"/>
                </a:moveTo>
                <a:lnTo>
                  <a:pt x="204718" y="0"/>
                </a:lnTo>
                <a:lnTo>
                  <a:pt x="204718" y="2"/>
                </a:lnTo>
                <a:lnTo>
                  <a:pt x="2907082" y="2"/>
                </a:lnTo>
                <a:lnTo>
                  <a:pt x="2907082" y="2"/>
                </a:lnTo>
                <a:lnTo>
                  <a:pt x="3111799" y="2"/>
                </a:lnTo>
                <a:lnTo>
                  <a:pt x="3111799" y="1936012"/>
                </a:lnTo>
                <a:lnTo>
                  <a:pt x="3111799" y="2232002"/>
                </a:lnTo>
                <a:lnTo>
                  <a:pt x="3111799" y="3700012"/>
                </a:lnTo>
                <a:lnTo>
                  <a:pt x="2907082" y="3700012"/>
                </a:lnTo>
                <a:lnTo>
                  <a:pt x="2907082" y="3693319"/>
                </a:lnTo>
                <a:lnTo>
                  <a:pt x="1" y="3693319"/>
                </a:lnTo>
                <a:lnTo>
                  <a:pt x="1" y="3636001"/>
                </a:lnTo>
                <a:lnTo>
                  <a:pt x="0" y="3636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3"/>
          <p:cNvSpPr>
            <a:spLocks noChangeAspect="1"/>
          </p:cNvSpPr>
          <p:nvPr/>
        </p:nvSpPr>
        <p:spPr>
          <a:xfrm>
            <a:off x="2286216" y="496123"/>
            <a:ext cx="359179" cy="360000"/>
          </a:xfrm>
          <a:custGeom>
            <a:avLst/>
            <a:gdLst>
              <a:gd name="connsiteX0" fmla="*/ 2766619 w 3684895"/>
              <a:gd name="connsiteY0" fmla="*/ 2106328 h 3693320"/>
              <a:gd name="connsiteX1" fmla="*/ 2847112 w 3684895"/>
              <a:gd name="connsiteY1" fmla="*/ 2428302 h 3693320"/>
              <a:gd name="connsiteX2" fmla="*/ 2942454 w 3684895"/>
              <a:gd name="connsiteY2" fmla="*/ 2428302 h 3693320"/>
              <a:gd name="connsiteX3" fmla="*/ 2942454 w 3684895"/>
              <a:gd name="connsiteY3" fmla="*/ 2838737 h 3693320"/>
              <a:gd name="connsiteX4" fmla="*/ 3068454 w 3684895"/>
              <a:gd name="connsiteY4" fmla="*/ 2838737 h 3693320"/>
              <a:gd name="connsiteX5" fmla="*/ 3068454 w 3684895"/>
              <a:gd name="connsiteY5" fmla="*/ 2428302 h 3693320"/>
              <a:gd name="connsiteX6" fmla="*/ 3163797 w 3684895"/>
              <a:gd name="connsiteY6" fmla="*/ 2428302 h 3693320"/>
              <a:gd name="connsiteX7" fmla="*/ 3244291 w 3684895"/>
              <a:gd name="connsiteY7" fmla="*/ 2106328 h 3693320"/>
              <a:gd name="connsiteX8" fmla="*/ 2534178 w 3684895"/>
              <a:gd name="connsiteY8" fmla="*/ 1125687 h 3693320"/>
              <a:gd name="connsiteX9" fmla="*/ 2534178 w 3684895"/>
              <a:gd name="connsiteY9" fmla="*/ 1852741 h 3693320"/>
              <a:gd name="connsiteX10" fmla="*/ 3402597 w 3684895"/>
              <a:gd name="connsiteY10" fmla="*/ 1852741 h 3693320"/>
              <a:gd name="connsiteX11" fmla="*/ 3402597 w 3684895"/>
              <a:gd name="connsiteY11" fmla="*/ 1125687 h 3693320"/>
              <a:gd name="connsiteX12" fmla="*/ 204717 w 3684895"/>
              <a:gd name="connsiteY12" fmla="*/ 204719 h 3693320"/>
              <a:gd name="connsiteX13" fmla="*/ 204717 w 3684895"/>
              <a:gd name="connsiteY13" fmla="*/ 3488602 h 3693320"/>
              <a:gd name="connsiteX14" fmla="*/ 2907081 w 3684895"/>
              <a:gd name="connsiteY14" fmla="*/ 3488602 h 3693320"/>
              <a:gd name="connsiteX15" fmla="*/ 2907081 w 3684895"/>
              <a:gd name="connsiteY15" fmla="*/ 3019179 h 3693320"/>
              <a:gd name="connsiteX16" fmla="*/ 2265528 w 3684895"/>
              <a:gd name="connsiteY16" fmla="*/ 3019179 h 3693320"/>
              <a:gd name="connsiteX17" fmla="*/ 2265528 w 3684895"/>
              <a:gd name="connsiteY17" fmla="*/ 2537632 h 3693320"/>
              <a:gd name="connsiteX18" fmla="*/ 589426 w 3684895"/>
              <a:gd name="connsiteY18" fmla="*/ 2537632 h 3693320"/>
              <a:gd name="connsiteX19" fmla="*/ 589426 w 3684895"/>
              <a:gd name="connsiteY19" fmla="*/ 2401006 h 3693320"/>
              <a:gd name="connsiteX20" fmla="*/ 2265528 w 3684895"/>
              <a:gd name="connsiteY20" fmla="*/ 2401006 h 3693320"/>
              <a:gd name="connsiteX21" fmla="*/ 2265528 w 3684895"/>
              <a:gd name="connsiteY21" fmla="*/ 2202011 h 3693320"/>
              <a:gd name="connsiteX22" fmla="*/ 589426 w 3684895"/>
              <a:gd name="connsiteY22" fmla="*/ 2202011 h 3693320"/>
              <a:gd name="connsiteX23" fmla="*/ 589426 w 3684895"/>
              <a:gd name="connsiteY23" fmla="*/ 2065385 h 3693320"/>
              <a:gd name="connsiteX24" fmla="*/ 2265528 w 3684895"/>
              <a:gd name="connsiteY24" fmla="*/ 2065385 h 3693320"/>
              <a:gd name="connsiteX25" fmla="*/ 2265528 w 3684895"/>
              <a:gd name="connsiteY25" fmla="*/ 1866389 h 3693320"/>
              <a:gd name="connsiteX26" fmla="*/ 589426 w 3684895"/>
              <a:gd name="connsiteY26" fmla="*/ 1866389 h 3693320"/>
              <a:gd name="connsiteX27" fmla="*/ 589426 w 3684895"/>
              <a:gd name="connsiteY27" fmla="*/ 1729763 h 3693320"/>
              <a:gd name="connsiteX28" fmla="*/ 2402005 w 3684895"/>
              <a:gd name="connsiteY28" fmla="*/ 1729763 h 3693320"/>
              <a:gd name="connsiteX29" fmla="*/ 2402005 w 3684895"/>
              <a:gd name="connsiteY29" fmla="*/ 1530767 h 3693320"/>
              <a:gd name="connsiteX30" fmla="*/ 589426 w 3684895"/>
              <a:gd name="connsiteY30" fmla="*/ 1530767 h 3693320"/>
              <a:gd name="connsiteX31" fmla="*/ 589426 w 3684895"/>
              <a:gd name="connsiteY31" fmla="*/ 1394141 h 3693320"/>
              <a:gd name="connsiteX32" fmla="*/ 2402005 w 3684895"/>
              <a:gd name="connsiteY32" fmla="*/ 1394141 h 3693320"/>
              <a:gd name="connsiteX33" fmla="*/ 2402005 w 3684895"/>
              <a:gd name="connsiteY33" fmla="*/ 993514 h 3693320"/>
              <a:gd name="connsiteX34" fmla="*/ 2907081 w 3684895"/>
              <a:gd name="connsiteY34" fmla="*/ 993514 h 3693320"/>
              <a:gd name="connsiteX35" fmla="*/ 2907081 w 3684895"/>
              <a:gd name="connsiteY35" fmla="*/ 204719 h 3693320"/>
              <a:gd name="connsiteX36" fmla="*/ 0 w 3684895"/>
              <a:gd name="connsiteY36" fmla="*/ 0 h 3693320"/>
              <a:gd name="connsiteX37" fmla="*/ 204717 w 3684895"/>
              <a:gd name="connsiteY37" fmla="*/ 0 h 3693320"/>
              <a:gd name="connsiteX38" fmla="*/ 204717 w 3684895"/>
              <a:gd name="connsiteY38" fmla="*/ 2 h 3693320"/>
              <a:gd name="connsiteX39" fmla="*/ 2907081 w 3684895"/>
              <a:gd name="connsiteY39" fmla="*/ 2 h 3693320"/>
              <a:gd name="connsiteX40" fmla="*/ 2907081 w 3684895"/>
              <a:gd name="connsiteY40" fmla="*/ 1 h 3693320"/>
              <a:gd name="connsiteX41" fmla="*/ 3111798 w 3684895"/>
              <a:gd name="connsiteY41" fmla="*/ 1 h 3693320"/>
              <a:gd name="connsiteX42" fmla="*/ 3111798 w 3684895"/>
              <a:gd name="connsiteY42" fmla="*/ 993514 h 3693320"/>
              <a:gd name="connsiteX43" fmla="*/ 3534770 w 3684895"/>
              <a:gd name="connsiteY43" fmla="*/ 993514 h 3693320"/>
              <a:gd name="connsiteX44" fmla="*/ 3534770 w 3684895"/>
              <a:gd name="connsiteY44" fmla="*/ 1852741 h 3693320"/>
              <a:gd name="connsiteX45" fmla="*/ 3684895 w 3684895"/>
              <a:gd name="connsiteY45" fmla="*/ 1852741 h 3693320"/>
              <a:gd name="connsiteX46" fmla="*/ 3684895 w 3684895"/>
              <a:gd name="connsiteY46" fmla="*/ 3019179 h 3693320"/>
              <a:gd name="connsiteX47" fmla="*/ 3111798 w 3684895"/>
              <a:gd name="connsiteY47" fmla="*/ 3019179 h 3693320"/>
              <a:gd name="connsiteX48" fmla="*/ 3111798 w 3684895"/>
              <a:gd name="connsiteY48" fmla="*/ 3693320 h 3693320"/>
              <a:gd name="connsiteX49" fmla="*/ 2907081 w 3684895"/>
              <a:gd name="connsiteY49" fmla="*/ 3693320 h 3693320"/>
              <a:gd name="connsiteX50" fmla="*/ 2907081 w 3684895"/>
              <a:gd name="connsiteY50" fmla="*/ 3693319 h 3693320"/>
              <a:gd name="connsiteX51" fmla="*/ 0 w 3684895"/>
              <a:gd name="connsiteY51" fmla="*/ 3693319 h 3693320"/>
              <a:gd name="connsiteX52" fmla="*/ 0 w 3684895"/>
              <a:gd name="connsiteY52" fmla="*/ 3636001 h 369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84895" h="3693320">
                <a:moveTo>
                  <a:pt x="2766619" y="2106328"/>
                </a:moveTo>
                <a:lnTo>
                  <a:pt x="2847112" y="2428302"/>
                </a:lnTo>
                <a:lnTo>
                  <a:pt x="2942454" y="2428302"/>
                </a:lnTo>
                <a:lnTo>
                  <a:pt x="2942454" y="2838737"/>
                </a:lnTo>
                <a:lnTo>
                  <a:pt x="3068454" y="2838737"/>
                </a:lnTo>
                <a:lnTo>
                  <a:pt x="3068454" y="2428302"/>
                </a:lnTo>
                <a:lnTo>
                  <a:pt x="3163797" y="2428302"/>
                </a:lnTo>
                <a:lnTo>
                  <a:pt x="3244291" y="2106328"/>
                </a:lnTo>
                <a:close/>
                <a:moveTo>
                  <a:pt x="2534178" y="1125687"/>
                </a:moveTo>
                <a:lnTo>
                  <a:pt x="2534178" y="1852741"/>
                </a:lnTo>
                <a:lnTo>
                  <a:pt x="3402597" y="1852741"/>
                </a:lnTo>
                <a:lnTo>
                  <a:pt x="3402597" y="1125687"/>
                </a:lnTo>
                <a:close/>
                <a:moveTo>
                  <a:pt x="204717" y="204719"/>
                </a:moveTo>
                <a:lnTo>
                  <a:pt x="204717" y="3488602"/>
                </a:lnTo>
                <a:lnTo>
                  <a:pt x="2907081" y="3488602"/>
                </a:lnTo>
                <a:lnTo>
                  <a:pt x="2907081" y="3019179"/>
                </a:lnTo>
                <a:lnTo>
                  <a:pt x="2265528" y="3019179"/>
                </a:lnTo>
                <a:lnTo>
                  <a:pt x="2265528" y="2537632"/>
                </a:lnTo>
                <a:lnTo>
                  <a:pt x="589426" y="2537632"/>
                </a:lnTo>
                <a:lnTo>
                  <a:pt x="589426" y="2401006"/>
                </a:lnTo>
                <a:lnTo>
                  <a:pt x="2265528" y="2401006"/>
                </a:lnTo>
                <a:lnTo>
                  <a:pt x="2265528" y="2202011"/>
                </a:lnTo>
                <a:lnTo>
                  <a:pt x="589426" y="2202011"/>
                </a:lnTo>
                <a:lnTo>
                  <a:pt x="589426" y="2065385"/>
                </a:lnTo>
                <a:lnTo>
                  <a:pt x="2265528" y="2065385"/>
                </a:lnTo>
                <a:lnTo>
                  <a:pt x="2265528" y="1866389"/>
                </a:lnTo>
                <a:lnTo>
                  <a:pt x="589426" y="1866389"/>
                </a:lnTo>
                <a:lnTo>
                  <a:pt x="589426" y="1729763"/>
                </a:lnTo>
                <a:lnTo>
                  <a:pt x="2402005" y="1729763"/>
                </a:lnTo>
                <a:lnTo>
                  <a:pt x="2402005" y="1530767"/>
                </a:lnTo>
                <a:lnTo>
                  <a:pt x="589426" y="1530767"/>
                </a:lnTo>
                <a:lnTo>
                  <a:pt x="589426" y="1394141"/>
                </a:lnTo>
                <a:lnTo>
                  <a:pt x="2402005" y="1394141"/>
                </a:lnTo>
                <a:lnTo>
                  <a:pt x="2402005" y="993514"/>
                </a:lnTo>
                <a:lnTo>
                  <a:pt x="2907081" y="993514"/>
                </a:lnTo>
                <a:lnTo>
                  <a:pt x="2907081" y="204719"/>
                </a:lnTo>
                <a:close/>
                <a:moveTo>
                  <a:pt x="0" y="0"/>
                </a:moveTo>
                <a:lnTo>
                  <a:pt x="204717" y="0"/>
                </a:lnTo>
                <a:lnTo>
                  <a:pt x="204717" y="2"/>
                </a:lnTo>
                <a:lnTo>
                  <a:pt x="2907081" y="2"/>
                </a:lnTo>
                <a:lnTo>
                  <a:pt x="2907081" y="1"/>
                </a:lnTo>
                <a:lnTo>
                  <a:pt x="3111798" y="1"/>
                </a:lnTo>
                <a:lnTo>
                  <a:pt x="3111798" y="993514"/>
                </a:lnTo>
                <a:lnTo>
                  <a:pt x="3534770" y="993514"/>
                </a:lnTo>
                <a:lnTo>
                  <a:pt x="3534770" y="1852741"/>
                </a:lnTo>
                <a:lnTo>
                  <a:pt x="3684895" y="1852741"/>
                </a:lnTo>
                <a:lnTo>
                  <a:pt x="3684895" y="3019179"/>
                </a:lnTo>
                <a:lnTo>
                  <a:pt x="3111798" y="3019179"/>
                </a:lnTo>
                <a:lnTo>
                  <a:pt x="3111798" y="3693320"/>
                </a:lnTo>
                <a:lnTo>
                  <a:pt x="2907081" y="3693320"/>
                </a:lnTo>
                <a:lnTo>
                  <a:pt x="2907081" y="3693319"/>
                </a:lnTo>
                <a:lnTo>
                  <a:pt x="0" y="3693319"/>
                </a:lnTo>
                <a:lnTo>
                  <a:pt x="0" y="3636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a:spLocks noChangeAspect="1"/>
          </p:cNvSpPr>
          <p:nvPr/>
        </p:nvSpPr>
        <p:spPr>
          <a:xfrm>
            <a:off x="3091786" y="496123"/>
            <a:ext cx="363326" cy="360000"/>
          </a:xfrm>
          <a:custGeom>
            <a:avLst/>
            <a:gdLst>
              <a:gd name="connsiteX0" fmla="*/ 2908251 w 3727440"/>
              <a:gd name="connsiteY0" fmla="*/ 1945171 h 3693320"/>
              <a:gd name="connsiteX1" fmla="*/ 2908251 w 3727440"/>
              <a:gd name="connsiteY1" fmla="*/ 2156584 h 3693320"/>
              <a:gd name="connsiteX2" fmla="*/ 2696838 w 3727440"/>
              <a:gd name="connsiteY2" fmla="*/ 2156584 h 3693320"/>
              <a:gd name="connsiteX3" fmla="*/ 2696838 w 3727440"/>
              <a:gd name="connsiteY3" fmla="*/ 2355602 h 3693320"/>
              <a:gd name="connsiteX4" fmla="*/ 2908251 w 3727440"/>
              <a:gd name="connsiteY4" fmla="*/ 2355602 h 3693320"/>
              <a:gd name="connsiteX5" fmla="*/ 2908251 w 3727440"/>
              <a:gd name="connsiteY5" fmla="*/ 2567015 h 3693320"/>
              <a:gd name="connsiteX6" fmla="*/ 3107269 w 3727440"/>
              <a:gd name="connsiteY6" fmla="*/ 2567015 h 3693320"/>
              <a:gd name="connsiteX7" fmla="*/ 3107269 w 3727440"/>
              <a:gd name="connsiteY7" fmla="*/ 2355602 h 3693320"/>
              <a:gd name="connsiteX8" fmla="*/ 3318682 w 3727440"/>
              <a:gd name="connsiteY8" fmla="*/ 2355602 h 3693320"/>
              <a:gd name="connsiteX9" fmla="*/ 3318682 w 3727440"/>
              <a:gd name="connsiteY9" fmla="*/ 2156584 h 3693320"/>
              <a:gd name="connsiteX10" fmla="*/ 3107269 w 3727440"/>
              <a:gd name="connsiteY10" fmla="*/ 2156584 h 3693320"/>
              <a:gd name="connsiteX11" fmla="*/ 3107269 w 3727440"/>
              <a:gd name="connsiteY11" fmla="*/ 1945171 h 3693320"/>
              <a:gd name="connsiteX12" fmla="*/ 589427 w 3727440"/>
              <a:gd name="connsiteY12" fmla="*/ 1491310 h 3693320"/>
              <a:gd name="connsiteX13" fmla="*/ 2461427 w 3727440"/>
              <a:gd name="connsiteY13" fmla="*/ 1491310 h 3693320"/>
              <a:gd name="connsiteX14" fmla="*/ 2461427 w 3727440"/>
              <a:gd name="connsiteY14" fmla="*/ 1627936 h 3693320"/>
              <a:gd name="connsiteX15" fmla="*/ 589427 w 3727440"/>
              <a:gd name="connsiteY15" fmla="*/ 1627936 h 3693320"/>
              <a:gd name="connsiteX16" fmla="*/ 204718 w 3727440"/>
              <a:gd name="connsiteY16" fmla="*/ 204719 h 3693320"/>
              <a:gd name="connsiteX17" fmla="*/ 204718 w 3727440"/>
              <a:gd name="connsiteY17" fmla="*/ 3488602 h 3693320"/>
              <a:gd name="connsiteX18" fmla="*/ 2907082 w 3727440"/>
              <a:gd name="connsiteY18" fmla="*/ 3488602 h 3693320"/>
              <a:gd name="connsiteX19" fmla="*/ 2907082 w 3727440"/>
              <a:gd name="connsiteY19" fmla="*/ 2973320 h 3693320"/>
              <a:gd name="connsiteX20" fmla="*/ 2977868 w 3727440"/>
              <a:gd name="connsiteY20" fmla="*/ 2973320 h 3693320"/>
              <a:gd name="connsiteX21" fmla="*/ 2877632 w 3727440"/>
              <a:gd name="connsiteY21" fmla="*/ 2963215 h 3693320"/>
              <a:gd name="connsiteX22" fmla="*/ 2368483 w 3727440"/>
              <a:gd name="connsiteY22" fmla="*/ 2545616 h 3693320"/>
              <a:gd name="connsiteX23" fmla="*/ 2366004 w 3727440"/>
              <a:gd name="connsiteY23" fmla="*/ 2537632 h 3693320"/>
              <a:gd name="connsiteX24" fmla="*/ 589427 w 3727440"/>
              <a:gd name="connsiteY24" fmla="*/ 2537632 h 3693320"/>
              <a:gd name="connsiteX25" fmla="*/ 589427 w 3727440"/>
              <a:gd name="connsiteY25" fmla="*/ 2401006 h 3693320"/>
              <a:gd name="connsiteX26" fmla="*/ 2326077 w 3727440"/>
              <a:gd name="connsiteY26" fmla="*/ 2401006 h 3693320"/>
              <a:gd name="connsiteX27" fmla="*/ 2312902 w 3727440"/>
              <a:gd name="connsiteY27" fmla="*/ 2270315 h 3693320"/>
              <a:gd name="connsiteX28" fmla="*/ 2316523 w 3727440"/>
              <a:gd name="connsiteY28" fmla="*/ 2234400 h 3693320"/>
              <a:gd name="connsiteX29" fmla="*/ 589427 w 3727440"/>
              <a:gd name="connsiteY29" fmla="*/ 2234400 h 3693320"/>
              <a:gd name="connsiteX30" fmla="*/ 589427 w 3727440"/>
              <a:gd name="connsiteY30" fmla="*/ 2097774 h 3693320"/>
              <a:gd name="connsiteX31" fmla="*/ 2336584 w 3727440"/>
              <a:gd name="connsiteY31" fmla="*/ 2097774 h 3693320"/>
              <a:gd name="connsiteX32" fmla="*/ 2368483 w 3727440"/>
              <a:gd name="connsiteY32" fmla="*/ 1995014 h 3693320"/>
              <a:gd name="connsiteX33" fmla="*/ 2403137 w 3727440"/>
              <a:gd name="connsiteY33" fmla="*/ 1931168 h 3693320"/>
              <a:gd name="connsiteX34" fmla="*/ 589427 w 3727440"/>
              <a:gd name="connsiteY34" fmla="*/ 1931168 h 3693320"/>
              <a:gd name="connsiteX35" fmla="*/ 589427 w 3727440"/>
              <a:gd name="connsiteY35" fmla="*/ 1794542 h 3693320"/>
              <a:gd name="connsiteX36" fmla="*/ 2461427 w 3727440"/>
              <a:gd name="connsiteY36" fmla="*/ 1794542 h 3693320"/>
              <a:gd name="connsiteX37" fmla="*/ 2461427 w 3727440"/>
              <a:gd name="connsiteY37" fmla="*/ 1841260 h 3693320"/>
              <a:gd name="connsiteX38" fmla="*/ 2520056 w 3727440"/>
              <a:gd name="connsiteY38" fmla="*/ 1770200 h 3693320"/>
              <a:gd name="connsiteX39" fmla="*/ 2877632 w 3727440"/>
              <a:gd name="connsiteY39" fmla="*/ 1577415 h 3693320"/>
              <a:gd name="connsiteX40" fmla="*/ 2907082 w 3727440"/>
              <a:gd name="connsiteY40" fmla="*/ 1574447 h 3693320"/>
              <a:gd name="connsiteX41" fmla="*/ 2907082 w 3727440"/>
              <a:gd name="connsiteY41" fmla="*/ 204719 h 3693320"/>
              <a:gd name="connsiteX42" fmla="*/ 0 w 3727440"/>
              <a:gd name="connsiteY42" fmla="*/ 0 h 3693320"/>
              <a:gd name="connsiteX43" fmla="*/ 204718 w 3727440"/>
              <a:gd name="connsiteY43" fmla="*/ 0 h 3693320"/>
              <a:gd name="connsiteX44" fmla="*/ 204718 w 3727440"/>
              <a:gd name="connsiteY44" fmla="*/ 2 h 3693320"/>
              <a:gd name="connsiteX45" fmla="*/ 2907082 w 3727440"/>
              <a:gd name="connsiteY45" fmla="*/ 2 h 3693320"/>
              <a:gd name="connsiteX46" fmla="*/ 2907082 w 3727440"/>
              <a:gd name="connsiteY46" fmla="*/ 1 h 3693320"/>
              <a:gd name="connsiteX47" fmla="*/ 3111799 w 3727440"/>
              <a:gd name="connsiteY47" fmla="*/ 1 h 3693320"/>
              <a:gd name="connsiteX48" fmla="*/ 3111799 w 3727440"/>
              <a:gd name="connsiteY48" fmla="*/ 1572283 h 3693320"/>
              <a:gd name="connsiteX49" fmla="*/ 3162711 w 3727440"/>
              <a:gd name="connsiteY49" fmla="*/ 1577415 h 3693320"/>
              <a:gd name="connsiteX50" fmla="*/ 3727440 w 3727440"/>
              <a:gd name="connsiteY50" fmla="*/ 2270315 h 3693320"/>
              <a:gd name="connsiteX51" fmla="*/ 3162711 w 3727440"/>
              <a:gd name="connsiteY51" fmla="*/ 2963215 h 3693320"/>
              <a:gd name="connsiteX52" fmla="*/ 3062474 w 3727440"/>
              <a:gd name="connsiteY52" fmla="*/ 2973320 h 3693320"/>
              <a:gd name="connsiteX53" fmla="*/ 3111799 w 3727440"/>
              <a:gd name="connsiteY53" fmla="*/ 2973320 h 3693320"/>
              <a:gd name="connsiteX54" fmla="*/ 3111799 w 3727440"/>
              <a:gd name="connsiteY54" fmla="*/ 3693320 h 3693320"/>
              <a:gd name="connsiteX55" fmla="*/ 2907082 w 3727440"/>
              <a:gd name="connsiteY55" fmla="*/ 3693320 h 3693320"/>
              <a:gd name="connsiteX56" fmla="*/ 2907082 w 3727440"/>
              <a:gd name="connsiteY56" fmla="*/ 3693319 h 3693320"/>
              <a:gd name="connsiteX57" fmla="*/ 1 w 3727440"/>
              <a:gd name="connsiteY57" fmla="*/ 3693319 h 3693320"/>
              <a:gd name="connsiteX58" fmla="*/ 1 w 3727440"/>
              <a:gd name="connsiteY58" fmla="*/ 3636001 h 3693320"/>
              <a:gd name="connsiteX59" fmla="*/ 0 w 3727440"/>
              <a:gd name="connsiteY59" fmla="*/ 3636001 h 369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727440" h="3693320">
                <a:moveTo>
                  <a:pt x="2908251" y="1945171"/>
                </a:moveTo>
                <a:lnTo>
                  <a:pt x="2908251" y="2156584"/>
                </a:lnTo>
                <a:lnTo>
                  <a:pt x="2696838" y="2156584"/>
                </a:lnTo>
                <a:lnTo>
                  <a:pt x="2696838" y="2355602"/>
                </a:lnTo>
                <a:lnTo>
                  <a:pt x="2908251" y="2355602"/>
                </a:lnTo>
                <a:lnTo>
                  <a:pt x="2908251" y="2567015"/>
                </a:lnTo>
                <a:lnTo>
                  <a:pt x="3107269" y="2567015"/>
                </a:lnTo>
                <a:lnTo>
                  <a:pt x="3107269" y="2355602"/>
                </a:lnTo>
                <a:lnTo>
                  <a:pt x="3318682" y="2355602"/>
                </a:lnTo>
                <a:lnTo>
                  <a:pt x="3318682" y="2156584"/>
                </a:lnTo>
                <a:lnTo>
                  <a:pt x="3107269" y="2156584"/>
                </a:lnTo>
                <a:lnTo>
                  <a:pt x="3107269" y="1945171"/>
                </a:lnTo>
                <a:close/>
                <a:moveTo>
                  <a:pt x="589427" y="1491310"/>
                </a:moveTo>
                <a:lnTo>
                  <a:pt x="2461427" y="1491310"/>
                </a:lnTo>
                <a:lnTo>
                  <a:pt x="2461427" y="1627936"/>
                </a:lnTo>
                <a:lnTo>
                  <a:pt x="589427" y="1627936"/>
                </a:lnTo>
                <a:close/>
                <a:moveTo>
                  <a:pt x="204718" y="204719"/>
                </a:moveTo>
                <a:lnTo>
                  <a:pt x="204718" y="3488602"/>
                </a:lnTo>
                <a:lnTo>
                  <a:pt x="2907082" y="3488602"/>
                </a:lnTo>
                <a:lnTo>
                  <a:pt x="2907082" y="2973320"/>
                </a:lnTo>
                <a:lnTo>
                  <a:pt x="2977868" y="2973320"/>
                </a:lnTo>
                <a:lnTo>
                  <a:pt x="2877632" y="2963215"/>
                </a:lnTo>
                <a:cubicBezTo>
                  <a:pt x="2647424" y="2916108"/>
                  <a:pt x="2457957" y="2757158"/>
                  <a:pt x="2368483" y="2545616"/>
                </a:cubicBezTo>
                <a:lnTo>
                  <a:pt x="2366004" y="2537632"/>
                </a:lnTo>
                <a:lnTo>
                  <a:pt x="589427" y="2537632"/>
                </a:lnTo>
                <a:lnTo>
                  <a:pt x="589427" y="2401006"/>
                </a:lnTo>
                <a:lnTo>
                  <a:pt x="2326077" y="2401006"/>
                </a:lnTo>
                <a:lnTo>
                  <a:pt x="2312902" y="2270315"/>
                </a:lnTo>
                <a:lnTo>
                  <a:pt x="2316523" y="2234400"/>
                </a:lnTo>
                <a:lnTo>
                  <a:pt x="589427" y="2234400"/>
                </a:lnTo>
                <a:lnTo>
                  <a:pt x="589427" y="2097774"/>
                </a:lnTo>
                <a:lnTo>
                  <a:pt x="2336584" y="2097774"/>
                </a:lnTo>
                <a:lnTo>
                  <a:pt x="2368483" y="1995014"/>
                </a:lnTo>
                <a:lnTo>
                  <a:pt x="2403137" y="1931168"/>
                </a:lnTo>
                <a:lnTo>
                  <a:pt x="589427" y="1931168"/>
                </a:lnTo>
                <a:lnTo>
                  <a:pt x="589427" y="1794542"/>
                </a:lnTo>
                <a:lnTo>
                  <a:pt x="2461427" y="1794542"/>
                </a:lnTo>
                <a:lnTo>
                  <a:pt x="2461427" y="1841260"/>
                </a:lnTo>
                <a:lnTo>
                  <a:pt x="2520056" y="1770200"/>
                </a:lnTo>
                <a:cubicBezTo>
                  <a:pt x="2616049" y="1674208"/>
                  <a:pt x="2739507" y="1605680"/>
                  <a:pt x="2877632" y="1577415"/>
                </a:cubicBezTo>
                <a:lnTo>
                  <a:pt x="2907082" y="1574447"/>
                </a:lnTo>
                <a:lnTo>
                  <a:pt x="2907082" y="204719"/>
                </a:lnTo>
                <a:close/>
                <a:moveTo>
                  <a:pt x="0" y="0"/>
                </a:moveTo>
                <a:lnTo>
                  <a:pt x="204718" y="0"/>
                </a:lnTo>
                <a:lnTo>
                  <a:pt x="204718" y="2"/>
                </a:lnTo>
                <a:lnTo>
                  <a:pt x="2907082" y="2"/>
                </a:lnTo>
                <a:lnTo>
                  <a:pt x="2907082" y="1"/>
                </a:lnTo>
                <a:lnTo>
                  <a:pt x="3111799" y="1"/>
                </a:lnTo>
                <a:lnTo>
                  <a:pt x="3111799" y="1572283"/>
                </a:lnTo>
                <a:lnTo>
                  <a:pt x="3162711" y="1577415"/>
                </a:lnTo>
                <a:cubicBezTo>
                  <a:pt x="3485001" y="1643366"/>
                  <a:pt x="3727440" y="1928528"/>
                  <a:pt x="3727440" y="2270315"/>
                </a:cubicBezTo>
                <a:cubicBezTo>
                  <a:pt x="3727440" y="2612103"/>
                  <a:pt x="3485001" y="2897265"/>
                  <a:pt x="3162711" y="2963215"/>
                </a:cubicBezTo>
                <a:lnTo>
                  <a:pt x="3062474" y="2973320"/>
                </a:lnTo>
                <a:lnTo>
                  <a:pt x="3111799" y="2973320"/>
                </a:lnTo>
                <a:lnTo>
                  <a:pt x="3111799" y="3693320"/>
                </a:lnTo>
                <a:lnTo>
                  <a:pt x="2907082" y="3693320"/>
                </a:lnTo>
                <a:lnTo>
                  <a:pt x="2907082" y="3693319"/>
                </a:lnTo>
                <a:lnTo>
                  <a:pt x="1" y="3693319"/>
                </a:lnTo>
                <a:lnTo>
                  <a:pt x="1" y="3636001"/>
                </a:lnTo>
                <a:lnTo>
                  <a:pt x="0" y="3636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a:spLocks noChangeAspect="1"/>
          </p:cNvSpPr>
          <p:nvPr/>
        </p:nvSpPr>
        <p:spPr>
          <a:xfrm>
            <a:off x="3874248" y="496123"/>
            <a:ext cx="413690" cy="360000"/>
          </a:xfrm>
          <a:custGeom>
            <a:avLst/>
            <a:gdLst>
              <a:gd name="connsiteX0" fmla="*/ 2136838 w 4244134"/>
              <a:gd name="connsiteY0" fmla="*/ 2537631 h 3693319"/>
              <a:gd name="connsiteX1" fmla="*/ 2299844 w 4244134"/>
              <a:gd name="connsiteY1" fmla="*/ 2700637 h 3693319"/>
              <a:gd name="connsiteX2" fmla="*/ 2462850 w 4244134"/>
              <a:gd name="connsiteY2" fmla="*/ 2537631 h 3693319"/>
              <a:gd name="connsiteX3" fmla="*/ 616723 w 4244134"/>
              <a:gd name="connsiteY3" fmla="*/ 1748051 h 3693319"/>
              <a:gd name="connsiteX4" fmla="*/ 2488723 w 4244134"/>
              <a:gd name="connsiteY4" fmla="*/ 1748051 h 3693319"/>
              <a:gd name="connsiteX5" fmla="*/ 2488723 w 4244134"/>
              <a:gd name="connsiteY5" fmla="*/ 1884677 h 3693319"/>
              <a:gd name="connsiteX6" fmla="*/ 616723 w 4244134"/>
              <a:gd name="connsiteY6" fmla="*/ 1884677 h 3693319"/>
              <a:gd name="connsiteX7" fmla="*/ 616723 w 4244134"/>
              <a:gd name="connsiteY7" fmla="*/ 1421574 h 3693319"/>
              <a:gd name="connsiteX8" fmla="*/ 2488723 w 4244134"/>
              <a:gd name="connsiteY8" fmla="*/ 1421574 h 3693319"/>
              <a:gd name="connsiteX9" fmla="*/ 2488723 w 4244134"/>
              <a:gd name="connsiteY9" fmla="*/ 1558200 h 3693319"/>
              <a:gd name="connsiteX10" fmla="*/ 616723 w 4244134"/>
              <a:gd name="connsiteY10" fmla="*/ 1558200 h 3693319"/>
              <a:gd name="connsiteX11" fmla="*/ 616723 w 4244134"/>
              <a:gd name="connsiteY11" fmla="*/ 1095097 h 3693319"/>
              <a:gd name="connsiteX12" fmla="*/ 2488723 w 4244134"/>
              <a:gd name="connsiteY12" fmla="*/ 1095097 h 3693319"/>
              <a:gd name="connsiteX13" fmla="*/ 2488723 w 4244134"/>
              <a:gd name="connsiteY13" fmla="*/ 1231723 h 3693319"/>
              <a:gd name="connsiteX14" fmla="*/ 616723 w 4244134"/>
              <a:gd name="connsiteY14" fmla="*/ 1231723 h 3693319"/>
              <a:gd name="connsiteX15" fmla="*/ 204718 w 4244134"/>
              <a:gd name="connsiteY15" fmla="*/ 204718 h 3693319"/>
              <a:gd name="connsiteX16" fmla="*/ 204718 w 4244134"/>
              <a:gd name="connsiteY16" fmla="*/ 3488601 h 3693319"/>
              <a:gd name="connsiteX17" fmla="*/ 2907082 w 4244134"/>
              <a:gd name="connsiteY17" fmla="*/ 3488601 h 3693319"/>
              <a:gd name="connsiteX18" fmla="*/ 2907082 w 4244134"/>
              <a:gd name="connsiteY18" fmla="*/ 3096000 h 3693319"/>
              <a:gd name="connsiteX19" fmla="*/ 2907082 w 4244134"/>
              <a:gd name="connsiteY19" fmla="*/ 2973318 h 3693319"/>
              <a:gd name="connsiteX20" fmla="*/ 2907082 w 4244134"/>
              <a:gd name="connsiteY20" fmla="*/ 2619924 h 3693319"/>
              <a:gd name="connsiteX21" fmla="*/ 2302633 w 4244134"/>
              <a:gd name="connsiteY21" fmla="*/ 3224372 h 3693319"/>
              <a:gd name="connsiteX22" fmla="*/ 2288873 w 4244134"/>
              <a:gd name="connsiteY22" fmla="*/ 3210611 h 3693319"/>
              <a:gd name="connsiteX23" fmla="*/ 2286083 w 4244134"/>
              <a:gd name="connsiteY23" fmla="*/ 3213400 h 3693319"/>
              <a:gd name="connsiteX24" fmla="*/ 1610314 w 4244134"/>
              <a:gd name="connsiteY24" fmla="*/ 2537631 h 3693319"/>
              <a:gd name="connsiteX25" fmla="*/ 616723 w 4244134"/>
              <a:gd name="connsiteY25" fmla="*/ 2537631 h 3693319"/>
              <a:gd name="connsiteX26" fmla="*/ 616723 w 4244134"/>
              <a:gd name="connsiteY26" fmla="*/ 2401005 h 3693319"/>
              <a:gd name="connsiteX27" fmla="*/ 1473688 w 4244134"/>
              <a:gd name="connsiteY27" fmla="*/ 2401005 h 3693319"/>
              <a:gd name="connsiteX28" fmla="*/ 1340342 w 4244134"/>
              <a:gd name="connsiteY28" fmla="*/ 2267659 h 3693319"/>
              <a:gd name="connsiteX29" fmla="*/ 1396846 w 4244134"/>
              <a:gd name="connsiteY29" fmla="*/ 2211154 h 3693319"/>
              <a:gd name="connsiteX30" fmla="*/ 616723 w 4244134"/>
              <a:gd name="connsiteY30" fmla="*/ 2211154 h 3693319"/>
              <a:gd name="connsiteX31" fmla="*/ 616723 w 4244134"/>
              <a:gd name="connsiteY31" fmla="*/ 2074528 h 3693319"/>
              <a:gd name="connsiteX32" fmla="*/ 1533472 w 4244134"/>
              <a:gd name="connsiteY32" fmla="*/ 2074528 h 3693319"/>
              <a:gd name="connsiteX33" fmla="*/ 1603604 w 4244134"/>
              <a:gd name="connsiteY33" fmla="*/ 2004396 h 3693319"/>
              <a:gd name="connsiteX34" fmla="*/ 1673735 w 4244134"/>
              <a:gd name="connsiteY34" fmla="*/ 2074528 h 3693319"/>
              <a:gd name="connsiteX35" fmla="*/ 2488723 w 4244134"/>
              <a:gd name="connsiteY35" fmla="*/ 2074528 h 3693319"/>
              <a:gd name="connsiteX36" fmla="*/ 2488723 w 4244134"/>
              <a:gd name="connsiteY36" fmla="*/ 2211154 h 3693319"/>
              <a:gd name="connsiteX37" fmla="*/ 1810361 w 4244134"/>
              <a:gd name="connsiteY37" fmla="*/ 2211154 h 3693319"/>
              <a:gd name="connsiteX38" fmla="*/ 2000212 w 4244134"/>
              <a:gd name="connsiteY38" fmla="*/ 2401005 h 3693319"/>
              <a:gd name="connsiteX39" fmla="*/ 2488723 w 4244134"/>
              <a:gd name="connsiteY39" fmla="*/ 2401005 h 3693319"/>
              <a:gd name="connsiteX40" fmla="*/ 2488723 w 4244134"/>
              <a:gd name="connsiteY40" fmla="*/ 2511758 h 3693319"/>
              <a:gd name="connsiteX41" fmla="*/ 2907082 w 4244134"/>
              <a:gd name="connsiteY41" fmla="*/ 2093399 h 3693319"/>
              <a:gd name="connsiteX42" fmla="*/ 2907082 w 4244134"/>
              <a:gd name="connsiteY42" fmla="*/ 204718 h 3693319"/>
              <a:gd name="connsiteX43" fmla="*/ 0 w 4244134"/>
              <a:gd name="connsiteY43" fmla="*/ 0 h 3693319"/>
              <a:gd name="connsiteX44" fmla="*/ 204718 w 4244134"/>
              <a:gd name="connsiteY44" fmla="*/ 0 h 3693319"/>
              <a:gd name="connsiteX45" fmla="*/ 204718 w 4244134"/>
              <a:gd name="connsiteY45" fmla="*/ 1 h 3693319"/>
              <a:gd name="connsiteX46" fmla="*/ 2907082 w 4244134"/>
              <a:gd name="connsiteY46" fmla="*/ 1 h 3693319"/>
              <a:gd name="connsiteX47" fmla="*/ 2907082 w 4244134"/>
              <a:gd name="connsiteY47" fmla="*/ 0 h 3693319"/>
              <a:gd name="connsiteX48" fmla="*/ 3111799 w 4244134"/>
              <a:gd name="connsiteY48" fmla="*/ 0 h 3693319"/>
              <a:gd name="connsiteX49" fmla="*/ 3111799 w 4244134"/>
              <a:gd name="connsiteY49" fmla="*/ 1888682 h 3693319"/>
              <a:gd name="connsiteX50" fmla="*/ 3980872 w 4244134"/>
              <a:gd name="connsiteY50" fmla="*/ 1019609 h 3693319"/>
              <a:gd name="connsiteX51" fmla="*/ 4244134 w 4244134"/>
              <a:gd name="connsiteY51" fmla="*/ 1282871 h 3693319"/>
              <a:gd name="connsiteX52" fmla="*/ 3111799 w 4244134"/>
              <a:gd name="connsiteY52" fmla="*/ 2415207 h 3693319"/>
              <a:gd name="connsiteX53" fmla="*/ 3111799 w 4244134"/>
              <a:gd name="connsiteY53" fmla="*/ 2973318 h 3693319"/>
              <a:gd name="connsiteX54" fmla="*/ 3111799 w 4244134"/>
              <a:gd name="connsiteY54" fmla="*/ 3096000 h 3693319"/>
              <a:gd name="connsiteX55" fmla="*/ 3111799 w 4244134"/>
              <a:gd name="connsiteY55" fmla="*/ 3693319 h 3693319"/>
              <a:gd name="connsiteX56" fmla="*/ 2907082 w 4244134"/>
              <a:gd name="connsiteY56" fmla="*/ 3693319 h 3693319"/>
              <a:gd name="connsiteX57" fmla="*/ 2907082 w 4244134"/>
              <a:gd name="connsiteY57" fmla="*/ 3693318 h 3693319"/>
              <a:gd name="connsiteX58" fmla="*/ 1 w 4244134"/>
              <a:gd name="connsiteY58" fmla="*/ 3693318 h 3693319"/>
              <a:gd name="connsiteX59" fmla="*/ 1 w 4244134"/>
              <a:gd name="connsiteY59" fmla="*/ 3636000 h 3693319"/>
              <a:gd name="connsiteX60" fmla="*/ 0 w 4244134"/>
              <a:gd name="connsiteY60" fmla="*/ 3636000 h 3693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44134" h="3693319">
                <a:moveTo>
                  <a:pt x="2136838" y="2537631"/>
                </a:moveTo>
                <a:lnTo>
                  <a:pt x="2299844" y="2700637"/>
                </a:lnTo>
                <a:lnTo>
                  <a:pt x="2462850" y="2537631"/>
                </a:lnTo>
                <a:close/>
                <a:moveTo>
                  <a:pt x="616723" y="1748051"/>
                </a:moveTo>
                <a:lnTo>
                  <a:pt x="2488723" y="1748051"/>
                </a:lnTo>
                <a:lnTo>
                  <a:pt x="2488723" y="1884677"/>
                </a:lnTo>
                <a:lnTo>
                  <a:pt x="616723" y="1884677"/>
                </a:lnTo>
                <a:close/>
                <a:moveTo>
                  <a:pt x="616723" y="1421574"/>
                </a:moveTo>
                <a:lnTo>
                  <a:pt x="2488723" y="1421574"/>
                </a:lnTo>
                <a:lnTo>
                  <a:pt x="2488723" y="1558200"/>
                </a:lnTo>
                <a:lnTo>
                  <a:pt x="616723" y="1558200"/>
                </a:lnTo>
                <a:close/>
                <a:moveTo>
                  <a:pt x="616723" y="1095097"/>
                </a:moveTo>
                <a:lnTo>
                  <a:pt x="2488723" y="1095097"/>
                </a:lnTo>
                <a:lnTo>
                  <a:pt x="2488723" y="1231723"/>
                </a:lnTo>
                <a:lnTo>
                  <a:pt x="616723" y="1231723"/>
                </a:lnTo>
                <a:close/>
                <a:moveTo>
                  <a:pt x="204718" y="204718"/>
                </a:moveTo>
                <a:lnTo>
                  <a:pt x="204718" y="3488601"/>
                </a:lnTo>
                <a:lnTo>
                  <a:pt x="2907082" y="3488601"/>
                </a:lnTo>
                <a:lnTo>
                  <a:pt x="2907082" y="3096000"/>
                </a:lnTo>
                <a:lnTo>
                  <a:pt x="2907082" y="2973318"/>
                </a:lnTo>
                <a:lnTo>
                  <a:pt x="2907082" y="2619924"/>
                </a:lnTo>
                <a:lnTo>
                  <a:pt x="2302633" y="3224372"/>
                </a:lnTo>
                <a:lnTo>
                  <a:pt x="2288873" y="3210611"/>
                </a:lnTo>
                <a:lnTo>
                  <a:pt x="2286083" y="3213400"/>
                </a:lnTo>
                <a:lnTo>
                  <a:pt x="1610314" y="2537631"/>
                </a:lnTo>
                <a:lnTo>
                  <a:pt x="616723" y="2537631"/>
                </a:lnTo>
                <a:lnTo>
                  <a:pt x="616723" y="2401005"/>
                </a:lnTo>
                <a:lnTo>
                  <a:pt x="1473688" y="2401005"/>
                </a:lnTo>
                <a:lnTo>
                  <a:pt x="1340342" y="2267659"/>
                </a:lnTo>
                <a:lnTo>
                  <a:pt x="1396846" y="2211154"/>
                </a:lnTo>
                <a:lnTo>
                  <a:pt x="616723" y="2211154"/>
                </a:lnTo>
                <a:lnTo>
                  <a:pt x="616723" y="2074528"/>
                </a:lnTo>
                <a:lnTo>
                  <a:pt x="1533472" y="2074528"/>
                </a:lnTo>
                <a:lnTo>
                  <a:pt x="1603604" y="2004396"/>
                </a:lnTo>
                <a:lnTo>
                  <a:pt x="1673735" y="2074528"/>
                </a:lnTo>
                <a:lnTo>
                  <a:pt x="2488723" y="2074528"/>
                </a:lnTo>
                <a:lnTo>
                  <a:pt x="2488723" y="2211154"/>
                </a:lnTo>
                <a:lnTo>
                  <a:pt x="1810361" y="2211154"/>
                </a:lnTo>
                <a:lnTo>
                  <a:pt x="2000212" y="2401005"/>
                </a:lnTo>
                <a:lnTo>
                  <a:pt x="2488723" y="2401005"/>
                </a:lnTo>
                <a:lnTo>
                  <a:pt x="2488723" y="2511758"/>
                </a:lnTo>
                <a:lnTo>
                  <a:pt x="2907082" y="2093399"/>
                </a:lnTo>
                <a:lnTo>
                  <a:pt x="2907082" y="204718"/>
                </a:lnTo>
                <a:close/>
                <a:moveTo>
                  <a:pt x="0" y="0"/>
                </a:moveTo>
                <a:lnTo>
                  <a:pt x="204718" y="0"/>
                </a:lnTo>
                <a:lnTo>
                  <a:pt x="204718" y="1"/>
                </a:lnTo>
                <a:lnTo>
                  <a:pt x="2907082" y="1"/>
                </a:lnTo>
                <a:lnTo>
                  <a:pt x="2907082" y="0"/>
                </a:lnTo>
                <a:lnTo>
                  <a:pt x="3111799" y="0"/>
                </a:lnTo>
                <a:lnTo>
                  <a:pt x="3111799" y="1888682"/>
                </a:lnTo>
                <a:lnTo>
                  <a:pt x="3980872" y="1019609"/>
                </a:lnTo>
                <a:lnTo>
                  <a:pt x="4244134" y="1282871"/>
                </a:lnTo>
                <a:lnTo>
                  <a:pt x="3111799" y="2415207"/>
                </a:lnTo>
                <a:lnTo>
                  <a:pt x="3111799" y="2973318"/>
                </a:lnTo>
                <a:lnTo>
                  <a:pt x="3111799" y="3096000"/>
                </a:lnTo>
                <a:lnTo>
                  <a:pt x="3111799" y="3693319"/>
                </a:lnTo>
                <a:lnTo>
                  <a:pt x="2907082" y="3693319"/>
                </a:lnTo>
                <a:lnTo>
                  <a:pt x="2907082" y="3693318"/>
                </a:lnTo>
                <a:lnTo>
                  <a:pt x="1" y="3693318"/>
                </a:lnTo>
                <a:lnTo>
                  <a:pt x="1" y="3636000"/>
                </a:lnTo>
                <a:lnTo>
                  <a:pt x="0" y="3636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a:spLocks noChangeAspect="1"/>
          </p:cNvSpPr>
          <p:nvPr/>
        </p:nvSpPr>
        <p:spPr>
          <a:xfrm>
            <a:off x="5545506" y="496123"/>
            <a:ext cx="301750" cy="360000"/>
          </a:xfrm>
          <a:custGeom>
            <a:avLst/>
            <a:gdLst>
              <a:gd name="connsiteX0" fmla="*/ 2105006 w 3111799"/>
              <a:gd name="connsiteY0" fmla="*/ 436307 h 3712498"/>
              <a:gd name="connsiteX1" fmla="*/ 2105006 w 3111799"/>
              <a:gd name="connsiteY1" fmla="*/ 1023116 h 3712498"/>
              <a:gd name="connsiteX2" fmla="*/ 2691815 w 3111799"/>
              <a:gd name="connsiteY2" fmla="*/ 1023116 h 3712498"/>
              <a:gd name="connsiteX3" fmla="*/ 204718 w 3111799"/>
              <a:gd name="connsiteY3" fmla="*/ 223897 h 3712498"/>
              <a:gd name="connsiteX4" fmla="*/ 204718 w 3111799"/>
              <a:gd name="connsiteY4" fmla="*/ 3507780 h 3712498"/>
              <a:gd name="connsiteX5" fmla="*/ 2907082 w 3111799"/>
              <a:gd name="connsiteY5" fmla="*/ 3507780 h 3712498"/>
              <a:gd name="connsiteX6" fmla="*/ 2907082 w 3111799"/>
              <a:gd name="connsiteY6" fmla="*/ 3342576 h 3712498"/>
              <a:gd name="connsiteX7" fmla="*/ 2907082 w 3111799"/>
              <a:gd name="connsiteY7" fmla="*/ 2992498 h 3712498"/>
              <a:gd name="connsiteX8" fmla="*/ 2907082 w 3111799"/>
              <a:gd name="connsiteY8" fmla="*/ 1238383 h 3712498"/>
              <a:gd name="connsiteX9" fmla="*/ 2896532 w 3111799"/>
              <a:gd name="connsiteY9" fmla="*/ 1227833 h 3712498"/>
              <a:gd name="connsiteX10" fmla="*/ 1899103 w 3111799"/>
              <a:gd name="connsiteY10" fmla="*/ 1227833 h 3712498"/>
              <a:gd name="connsiteX11" fmla="*/ 1899103 w 3111799"/>
              <a:gd name="connsiteY11" fmla="*/ 1023116 h 3712498"/>
              <a:gd name="connsiteX12" fmla="*/ 1900289 w 3111799"/>
              <a:gd name="connsiteY12" fmla="*/ 1023116 h 3712498"/>
              <a:gd name="connsiteX13" fmla="*/ 1900289 w 3111799"/>
              <a:gd name="connsiteY13" fmla="*/ 231590 h 3712498"/>
              <a:gd name="connsiteX14" fmla="*/ 1892596 w 3111799"/>
              <a:gd name="connsiteY14" fmla="*/ 223897 h 3712498"/>
              <a:gd name="connsiteX15" fmla="*/ 1958212 w 3111799"/>
              <a:gd name="connsiteY15" fmla="*/ 0 h 3712498"/>
              <a:gd name="connsiteX16" fmla="*/ 1977393 w 3111799"/>
              <a:gd name="connsiteY16" fmla="*/ 19180 h 3712498"/>
              <a:gd name="connsiteX17" fmla="*/ 1980001 w 3111799"/>
              <a:gd name="connsiteY17" fmla="*/ 19180 h 3712498"/>
              <a:gd name="connsiteX18" fmla="*/ 1980001 w 3111799"/>
              <a:gd name="connsiteY18" fmla="*/ 21789 h 3712498"/>
              <a:gd name="connsiteX19" fmla="*/ 3103725 w 3111799"/>
              <a:gd name="connsiteY19" fmla="*/ 1145513 h 3712498"/>
              <a:gd name="connsiteX20" fmla="*/ 3102662 w 3111799"/>
              <a:gd name="connsiteY20" fmla="*/ 1146576 h 3712498"/>
              <a:gd name="connsiteX21" fmla="*/ 3111799 w 3111799"/>
              <a:gd name="connsiteY21" fmla="*/ 1146576 h 3712498"/>
              <a:gd name="connsiteX22" fmla="*/ 3111799 w 3111799"/>
              <a:gd name="connsiteY22" fmla="*/ 2992498 h 3712498"/>
              <a:gd name="connsiteX23" fmla="*/ 3111799 w 3111799"/>
              <a:gd name="connsiteY23" fmla="*/ 3342576 h 3712498"/>
              <a:gd name="connsiteX24" fmla="*/ 3111799 w 3111799"/>
              <a:gd name="connsiteY24" fmla="*/ 3712498 h 3712498"/>
              <a:gd name="connsiteX25" fmla="*/ 2907082 w 3111799"/>
              <a:gd name="connsiteY25" fmla="*/ 3712498 h 3712498"/>
              <a:gd name="connsiteX26" fmla="*/ 2907082 w 3111799"/>
              <a:gd name="connsiteY26" fmla="*/ 3712497 h 3712498"/>
              <a:gd name="connsiteX27" fmla="*/ 1 w 3111799"/>
              <a:gd name="connsiteY27" fmla="*/ 3712497 h 3712498"/>
              <a:gd name="connsiteX28" fmla="*/ 1 w 3111799"/>
              <a:gd name="connsiteY28" fmla="*/ 3655179 h 3712498"/>
              <a:gd name="connsiteX29" fmla="*/ 0 w 3111799"/>
              <a:gd name="connsiteY29" fmla="*/ 3655179 h 3712498"/>
              <a:gd name="connsiteX30" fmla="*/ 0 w 3111799"/>
              <a:gd name="connsiteY30" fmla="*/ 19179 h 3712498"/>
              <a:gd name="connsiteX31" fmla="*/ 204718 w 3111799"/>
              <a:gd name="connsiteY31" fmla="*/ 19179 h 3712498"/>
              <a:gd name="connsiteX32" fmla="*/ 204718 w 3111799"/>
              <a:gd name="connsiteY32" fmla="*/ 19180 h 3712498"/>
              <a:gd name="connsiteX33" fmla="*/ 1939032 w 3111799"/>
              <a:gd name="connsiteY33" fmla="*/ 19180 h 371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11799" h="3712498">
                <a:moveTo>
                  <a:pt x="2105006" y="436307"/>
                </a:moveTo>
                <a:lnTo>
                  <a:pt x="2105006" y="1023116"/>
                </a:lnTo>
                <a:lnTo>
                  <a:pt x="2691815" y="1023116"/>
                </a:lnTo>
                <a:close/>
                <a:moveTo>
                  <a:pt x="204718" y="223897"/>
                </a:moveTo>
                <a:lnTo>
                  <a:pt x="204718" y="3507780"/>
                </a:lnTo>
                <a:lnTo>
                  <a:pt x="2907082" y="3507780"/>
                </a:lnTo>
                <a:lnTo>
                  <a:pt x="2907082" y="3342576"/>
                </a:lnTo>
                <a:lnTo>
                  <a:pt x="2907082" y="2992498"/>
                </a:lnTo>
                <a:lnTo>
                  <a:pt x="2907082" y="1238383"/>
                </a:lnTo>
                <a:lnTo>
                  <a:pt x="2896532" y="1227833"/>
                </a:lnTo>
                <a:lnTo>
                  <a:pt x="1899103" y="1227833"/>
                </a:lnTo>
                <a:lnTo>
                  <a:pt x="1899103" y="1023116"/>
                </a:lnTo>
                <a:lnTo>
                  <a:pt x="1900289" y="1023116"/>
                </a:lnTo>
                <a:lnTo>
                  <a:pt x="1900289" y="231590"/>
                </a:lnTo>
                <a:lnTo>
                  <a:pt x="1892596" y="223897"/>
                </a:lnTo>
                <a:close/>
                <a:moveTo>
                  <a:pt x="1958212" y="0"/>
                </a:moveTo>
                <a:lnTo>
                  <a:pt x="1977393" y="19180"/>
                </a:lnTo>
                <a:lnTo>
                  <a:pt x="1980001" y="19180"/>
                </a:lnTo>
                <a:lnTo>
                  <a:pt x="1980001" y="21789"/>
                </a:lnTo>
                <a:lnTo>
                  <a:pt x="3103725" y="1145513"/>
                </a:lnTo>
                <a:lnTo>
                  <a:pt x="3102662" y="1146576"/>
                </a:lnTo>
                <a:lnTo>
                  <a:pt x="3111799" y="1146576"/>
                </a:lnTo>
                <a:lnTo>
                  <a:pt x="3111799" y="2992498"/>
                </a:lnTo>
                <a:lnTo>
                  <a:pt x="3111799" y="3342576"/>
                </a:lnTo>
                <a:lnTo>
                  <a:pt x="3111799" y="3712498"/>
                </a:lnTo>
                <a:lnTo>
                  <a:pt x="2907082" y="3712498"/>
                </a:lnTo>
                <a:lnTo>
                  <a:pt x="2907082" y="3712497"/>
                </a:lnTo>
                <a:lnTo>
                  <a:pt x="1" y="3712497"/>
                </a:lnTo>
                <a:lnTo>
                  <a:pt x="1" y="3655179"/>
                </a:lnTo>
                <a:lnTo>
                  <a:pt x="0" y="3655179"/>
                </a:lnTo>
                <a:lnTo>
                  <a:pt x="0" y="19179"/>
                </a:lnTo>
                <a:lnTo>
                  <a:pt x="204718" y="19179"/>
                </a:lnTo>
                <a:lnTo>
                  <a:pt x="204718" y="19180"/>
                </a:lnTo>
                <a:lnTo>
                  <a:pt x="1939032" y="1918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a:spLocks noChangeAspect="1"/>
          </p:cNvSpPr>
          <p:nvPr/>
        </p:nvSpPr>
        <p:spPr>
          <a:xfrm>
            <a:off x="4704686" y="496123"/>
            <a:ext cx="368102" cy="360000"/>
          </a:xfrm>
          <a:custGeom>
            <a:avLst/>
            <a:gdLst>
              <a:gd name="connsiteX0" fmla="*/ 1677762 w 3796054"/>
              <a:gd name="connsiteY0" fmla="*/ 2706484 h 3712498"/>
              <a:gd name="connsiteX1" fmla="*/ 2164111 w 3796054"/>
              <a:gd name="connsiteY1" fmla="*/ 3157866 h 3712498"/>
              <a:gd name="connsiteX2" fmla="*/ 1596180 w 3796054"/>
              <a:gd name="connsiteY2" fmla="*/ 3282090 h 3712498"/>
              <a:gd name="connsiteX3" fmla="*/ 2908773 w 3796054"/>
              <a:gd name="connsiteY3" fmla="*/ 1380108 h 3712498"/>
              <a:gd name="connsiteX4" fmla="*/ 3395122 w 3796054"/>
              <a:gd name="connsiteY4" fmla="*/ 1831490 h 3712498"/>
              <a:gd name="connsiteX5" fmla="*/ 3116171 w 3796054"/>
              <a:gd name="connsiteY5" fmla="*/ 2132051 h 3712498"/>
              <a:gd name="connsiteX6" fmla="*/ 3116171 w 3796054"/>
              <a:gd name="connsiteY6" fmla="*/ 2990944 h 3712498"/>
              <a:gd name="connsiteX7" fmla="*/ 2910971 w 3796054"/>
              <a:gd name="connsiteY7" fmla="*/ 2990944 h 3712498"/>
              <a:gd name="connsiteX8" fmla="*/ 2910971 w 3796054"/>
              <a:gd name="connsiteY8" fmla="*/ 2353147 h 3712498"/>
              <a:gd name="connsiteX9" fmla="*/ 2262360 w 3796054"/>
              <a:gd name="connsiteY9" fmla="*/ 3052004 h 3712498"/>
              <a:gd name="connsiteX10" fmla="*/ 1776011 w 3796054"/>
              <a:gd name="connsiteY10" fmla="*/ 2600622 h 3712498"/>
              <a:gd name="connsiteX11" fmla="*/ 2105006 w 3796054"/>
              <a:gd name="connsiteY11" fmla="*/ 436307 h 3712498"/>
              <a:gd name="connsiteX12" fmla="*/ 2105006 w 3796054"/>
              <a:gd name="connsiteY12" fmla="*/ 1023116 h 3712498"/>
              <a:gd name="connsiteX13" fmla="*/ 2691815 w 3796054"/>
              <a:gd name="connsiteY13" fmla="*/ 1023116 h 3712498"/>
              <a:gd name="connsiteX14" fmla="*/ 1958212 w 3796054"/>
              <a:gd name="connsiteY14" fmla="*/ 0 h 3712498"/>
              <a:gd name="connsiteX15" fmla="*/ 1977393 w 3796054"/>
              <a:gd name="connsiteY15" fmla="*/ 19180 h 3712498"/>
              <a:gd name="connsiteX16" fmla="*/ 1980001 w 3796054"/>
              <a:gd name="connsiteY16" fmla="*/ 19180 h 3712498"/>
              <a:gd name="connsiteX17" fmla="*/ 1980001 w 3796054"/>
              <a:gd name="connsiteY17" fmla="*/ 21789 h 3712498"/>
              <a:gd name="connsiteX18" fmla="*/ 3103725 w 3796054"/>
              <a:gd name="connsiteY18" fmla="*/ 1145513 h 3712498"/>
              <a:gd name="connsiteX19" fmla="*/ 3082139 w 3796054"/>
              <a:gd name="connsiteY19" fmla="*/ 1167099 h 3712498"/>
              <a:gd name="connsiteX20" fmla="*/ 3106467 w 3796054"/>
              <a:gd name="connsiteY20" fmla="*/ 1167099 h 3712498"/>
              <a:gd name="connsiteX21" fmla="*/ 3309705 w 3796054"/>
              <a:gd name="connsiteY21" fmla="*/ 948117 h 3712498"/>
              <a:gd name="connsiteX22" fmla="*/ 3796054 w 3796054"/>
              <a:gd name="connsiteY22" fmla="*/ 1399499 h 3712498"/>
              <a:gd name="connsiteX23" fmla="*/ 3523901 w 3796054"/>
              <a:gd name="connsiteY23" fmla="*/ 1692736 h 3712498"/>
              <a:gd name="connsiteX24" fmla="*/ 3037551 w 3796054"/>
              <a:gd name="connsiteY24" fmla="*/ 1241354 h 3712498"/>
              <a:gd name="connsiteX25" fmla="*/ 3039644 w 3796054"/>
              <a:gd name="connsiteY25" fmla="*/ 1239099 h 3712498"/>
              <a:gd name="connsiteX26" fmla="*/ 3010139 w 3796054"/>
              <a:gd name="connsiteY26" fmla="*/ 1239099 h 3712498"/>
              <a:gd name="connsiteX27" fmla="*/ 2958968 w 3796054"/>
              <a:gd name="connsiteY27" fmla="*/ 1290270 h 3712498"/>
              <a:gd name="connsiteX28" fmla="*/ 2896532 w 3796054"/>
              <a:gd name="connsiteY28" fmla="*/ 1227833 h 3712498"/>
              <a:gd name="connsiteX29" fmla="*/ 1899103 w 3796054"/>
              <a:gd name="connsiteY29" fmla="*/ 1227833 h 3712498"/>
              <a:gd name="connsiteX30" fmla="*/ 1899103 w 3796054"/>
              <a:gd name="connsiteY30" fmla="*/ 1023116 h 3712498"/>
              <a:gd name="connsiteX31" fmla="*/ 1900289 w 3796054"/>
              <a:gd name="connsiteY31" fmla="*/ 1023116 h 3712498"/>
              <a:gd name="connsiteX32" fmla="*/ 1900289 w 3796054"/>
              <a:gd name="connsiteY32" fmla="*/ 231590 h 3712498"/>
              <a:gd name="connsiteX33" fmla="*/ 1892596 w 3796054"/>
              <a:gd name="connsiteY33" fmla="*/ 223897 h 3712498"/>
              <a:gd name="connsiteX34" fmla="*/ 204718 w 3796054"/>
              <a:gd name="connsiteY34" fmla="*/ 223897 h 3712498"/>
              <a:gd name="connsiteX35" fmla="*/ 204718 w 3796054"/>
              <a:gd name="connsiteY35" fmla="*/ 3507780 h 3712498"/>
              <a:gd name="connsiteX36" fmla="*/ 2907082 w 3796054"/>
              <a:gd name="connsiteY36" fmla="*/ 3507780 h 3712498"/>
              <a:gd name="connsiteX37" fmla="*/ 2907082 w 3796054"/>
              <a:gd name="connsiteY37" fmla="*/ 2992498 h 3712498"/>
              <a:gd name="connsiteX38" fmla="*/ 3111799 w 3796054"/>
              <a:gd name="connsiteY38" fmla="*/ 2992498 h 3712498"/>
              <a:gd name="connsiteX39" fmla="*/ 3111799 w 3796054"/>
              <a:gd name="connsiteY39" fmla="*/ 3712498 h 3712498"/>
              <a:gd name="connsiteX40" fmla="*/ 2907082 w 3796054"/>
              <a:gd name="connsiteY40" fmla="*/ 3712498 h 3712498"/>
              <a:gd name="connsiteX41" fmla="*/ 2907082 w 3796054"/>
              <a:gd name="connsiteY41" fmla="*/ 3712497 h 3712498"/>
              <a:gd name="connsiteX42" fmla="*/ 1 w 3796054"/>
              <a:gd name="connsiteY42" fmla="*/ 3712497 h 3712498"/>
              <a:gd name="connsiteX43" fmla="*/ 1 w 3796054"/>
              <a:gd name="connsiteY43" fmla="*/ 3655179 h 3712498"/>
              <a:gd name="connsiteX44" fmla="*/ 0 w 3796054"/>
              <a:gd name="connsiteY44" fmla="*/ 3655179 h 3712498"/>
              <a:gd name="connsiteX45" fmla="*/ 0 w 3796054"/>
              <a:gd name="connsiteY45" fmla="*/ 19179 h 3712498"/>
              <a:gd name="connsiteX46" fmla="*/ 204718 w 3796054"/>
              <a:gd name="connsiteY46" fmla="*/ 19179 h 3712498"/>
              <a:gd name="connsiteX47" fmla="*/ 204718 w 3796054"/>
              <a:gd name="connsiteY47" fmla="*/ 19180 h 3712498"/>
              <a:gd name="connsiteX48" fmla="*/ 1939032 w 3796054"/>
              <a:gd name="connsiteY48" fmla="*/ 19180 h 371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796054" h="3712498">
                <a:moveTo>
                  <a:pt x="1677762" y="2706484"/>
                </a:moveTo>
                <a:lnTo>
                  <a:pt x="2164111" y="3157866"/>
                </a:lnTo>
                <a:lnTo>
                  <a:pt x="1596180" y="3282090"/>
                </a:lnTo>
                <a:close/>
                <a:moveTo>
                  <a:pt x="2908773" y="1380108"/>
                </a:moveTo>
                <a:lnTo>
                  <a:pt x="3395122" y="1831490"/>
                </a:lnTo>
                <a:lnTo>
                  <a:pt x="3116171" y="2132051"/>
                </a:lnTo>
                <a:lnTo>
                  <a:pt x="3116171" y="2990944"/>
                </a:lnTo>
                <a:lnTo>
                  <a:pt x="2910971" y="2990944"/>
                </a:lnTo>
                <a:lnTo>
                  <a:pt x="2910971" y="2353147"/>
                </a:lnTo>
                <a:lnTo>
                  <a:pt x="2262360" y="3052004"/>
                </a:lnTo>
                <a:lnTo>
                  <a:pt x="1776011" y="2600622"/>
                </a:lnTo>
                <a:close/>
                <a:moveTo>
                  <a:pt x="2105006" y="436307"/>
                </a:moveTo>
                <a:lnTo>
                  <a:pt x="2105006" y="1023116"/>
                </a:lnTo>
                <a:lnTo>
                  <a:pt x="2691815" y="1023116"/>
                </a:lnTo>
                <a:close/>
                <a:moveTo>
                  <a:pt x="1958212" y="0"/>
                </a:moveTo>
                <a:lnTo>
                  <a:pt x="1977393" y="19180"/>
                </a:lnTo>
                <a:lnTo>
                  <a:pt x="1980001" y="19180"/>
                </a:lnTo>
                <a:lnTo>
                  <a:pt x="1980001" y="21789"/>
                </a:lnTo>
                <a:lnTo>
                  <a:pt x="3103725" y="1145513"/>
                </a:lnTo>
                <a:lnTo>
                  <a:pt x="3082139" y="1167099"/>
                </a:lnTo>
                <a:lnTo>
                  <a:pt x="3106467" y="1167099"/>
                </a:lnTo>
                <a:lnTo>
                  <a:pt x="3309705" y="948117"/>
                </a:lnTo>
                <a:lnTo>
                  <a:pt x="3796054" y="1399499"/>
                </a:lnTo>
                <a:lnTo>
                  <a:pt x="3523901" y="1692736"/>
                </a:lnTo>
                <a:lnTo>
                  <a:pt x="3037551" y="1241354"/>
                </a:lnTo>
                <a:lnTo>
                  <a:pt x="3039644" y="1239099"/>
                </a:lnTo>
                <a:lnTo>
                  <a:pt x="3010139" y="1239099"/>
                </a:lnTo>
                <a:lnTo>
                  <a:pt x="2958968" y="1290270"/>
                </a:lnTo>
                <a:lnTo>
                  <a:pt x="2896532" y="1227833"/>
                </a:lnTo>
                <a:lnTo>
                  <a:pt x="1899103" y="1227833"/>
                </a:lnTo>
                <a:lnTo>
                  <a:pt x="1899103" y="1023116"/>
                </a:lnTo>
                <a:lnTo>
                  <a:pt x="1900289" y="1023116"/>
                </a:lnTo>
                <a:lnTo>
                  <a:pt x="1900289" y="231590"/>
                </a:lnTo>
                <a:lnTo>
                  <a:pt x="1892596" y="223897"/>
                </a:lnTo>
                <a:lnTo>
                  <a:pt x="204718" y="223897"/>
                </a:lnTo>
                <a:lnTo>
                  <a:pt x="204718" y="3507780"/>
                </a:lnTo>
                <a:lnTo>
                  <a:pt x="2907082" y="3507780"/>
                </a:lnTo>
                <a:lnTo>
                  <a:pt x="2907082" y="2992498"/>
                </a:lnTo>
                <a:lnTo>
                  <a:pt x="3111799" y="2992498"/>
                </a:lnTo>
                <a:lnTo>
                  <a:pt x="3111799" y="3712498"/>
                </a:lnTo>
                <a:lnTo>
                  <a:pt x="2907082" y="3712498"/>
                </a:lnTo>
                <a:lnTo>
                  <a:pt x="2907082" y="3712497"/>
                </a:lnTo>
                <a:lnTo>
                  <a:pt x="1" y="3712497"/>
                </a:lnTo>
                <a:lnTo>
                  <a:pt x="1" y="3655179"/>
                </a:lnTo>
                <a:lnTo>
                  <a:pt x="0" y="3655179"/>
                </a:lnTo>
                <a:lnTo>
                  <a:pt x="0" y="19179"/>
                </a:lnTo>
                <a:lnTo>
                  <a:pt x="204718" y="19179"/>
                </a:lnTo>
                <a:lnTo>
                  <a:pt x="204718" y="19180"/>
                </a:lnTo>
                <a:lnTo>
                  <a:pt x="1939032" y="1918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8"/>
          <p:cNvSpPr>
            <a:spLocks noChangeAspect="1"/>
          </p:cNvSpPr>
          <p:nvPr/>
        </p:nvSpPr>
        <p:spPr>
          <a:xfrm>
            <a:off x="7132348" y="496123"/>
            <a:ext cx="358647" cy="360000"/>
          </a:xfrm>
          <a:custGeom>
            <a:avLst/>
            <a:gdLst>
              <a:gd name="connsiteX0" fmla="*/ 2897696 w 3698544"/>
              <a:gd name="connsiteY0" fmla="*/ 1938775 h 3712498"/>
              <a:gd name="connsiteX1" fmla="*/ 2897696 w 3698544"/>
              <a:gd name="connsiteY1" fmla="*/ 2165026 h 3712498"/>
              <a:gd name="connsiteX2" fmla="*/ 2671445 w 3698544"/>
              <a:gd name="connsiteY2" fmla="*/ 2165026 h 3712498"/>
              <a:gd name="connsiteX3" fmla="*/ 2671445 w 3698544"/>
              <a:gd name="connsiteY3" fmla="*/ 2378011 h 3712498"/>
              <a:gd name="connsiteX4" fmla="*/ 2897696 w 3698544"/>
              <a:gd name="connsiteY4" fmla="*/ 2378011 h 3712498"/>
              <a:gd name="connsiteX5" fmla="*/ 2897696 w 3698544"/>
              <a:gd name="connsiteY5" fmla="*/ 2604262 h 3712498"/>
              <a:gd name="connsiteX6" fmla="*/ 3110681 w 3698544"/>
              <a:gd name="connsiteY6" fmla="*/ 2604262 h 3712498"/>
              <a:gd name="connsiteX7" fmla="*/ 3110681 w 3698544"/>
              <a:gd name="connsiteY7" fmla="*/ 2378011 h 3712498"/>
              <a:gd name="connsiteX8" fmla="*/ 3336932 w 3698544"/>
              <a:gd name="connsiteY8" fmla="*/ 2378011 h 3712498"/>
              <a:gd name="connsiteX9" fmla="*/ 3336932 w 3698544"/>
              <a:gd name="connsiteY9" fmla="*/ 2165026 h 3712498"/>
              <a:gd name="connsiteX10" fmla="*/ 3110681 w 3698544"/>
              <a:gd name="connsiteY10" fmla="*/ 2165026 h 3712498"/>
              <a:gd name="connsiteX11" fmla="*/ 3110681 w 3698544"/>
              <a:gd name="connsiteY11" fmla="*/ 1938775 h 3712498"/>
              <a:gd name="connsiteX12" fmla="*/ 2105005 w 3698544"/>
              <a:gd name="connsiteY12" fmla="*/ 436307 h 3712498"/>
              <a:gd name="connsiteX13" fmla="*/ 2105005 w 3698544"/>
              <a:gd name="connsiteY13" fmla="*/ 1023116 h 3712498"/>
              <a:gd name="connsiteX14" fmla="*/ 2691815 w 3698544"/>
              <a:gd name="connsiteY14" fmla="*/ 1023116 h 3712498"/>
              <a:gd name="connsiteX15" fmla="*/ 204717 w 3698544"/>
              <a:gd name="connsiteY15" fmla="*/ 223897 h 3712498"/>
              <a:gd name="connsiteX16" fmla="*/ 204717 w 3698544"/>
              <a:gd name="connsiteY16" fmla="*/ 3507780 h 3712498"/>
              <a:gd name="connsiteX17" fmla="*/ 2907082 w 3698544"/>
              <a:gd name="connsiteY17" fmla="*/ 3507780 h 3712498"/>
              <a:gd name="connsiteX18" fmla="*/ 2907082 w 3698544"/>
              <a:gd name="connsiteY18" fmla="*/ 2992498 h 3712498"/>
              <a:gd name="connsiteX19" fmla="*/ 2910971 w 3698544"/>
              <a:gd name="connsiteY19" fmla="*/ 2992498 h 3712498"/>
              <a:gd name="connsiteX20" fmla="*/ 2910971 w 3698544"/>
              <a:gd name="connsiteY20" fmla="*/ 2971518 h 3712498"/>
              <a:gd name="connsiteX21" fmla="*/ 2862233 w 3698544"/>
              <a:gd name="connsiteY21" fmla="*/ 2966604 h 3712498"/>
              <a:gd name="connsiteX22" fmla="*/ 2306472 w 3698544"/>
              <a:gd name="connsiteY22" fmla="*/ 2284709 h 3712498"/>
              <a:gd name="connsiteX23" fmla="*/ 2862233 w 3698544"/>
              <a:gd name="connsiteY23" fmla="*/ 1602814 h 3712498"/>
              <a:gd name="connsiteX24" fmla="*/ 2910971 w 3698544"/>
              <a:gd name="connsiteY24" fmla="*/ 1597901 h 3712498"/>
              <a:gd name="connsiteX25" fmla="*/ 2910971 w 3698544"/>
              <a:gd name="connsiteY25" fmla="*/ 1242272 h 3712498"/>
              <a:gd name="connsiteX26" fmla="*/ 2896532 w 3698544"/>
              <a:gd name="connsiteY26" fmla="*/ 1227833 h 3712498"/>
              <a:gd name="connsiteX27" fmla="*/ 1899103 w 3698544"/>
              <a:gd name="connsiteY27" fmla="*/ 1227833 h 3712498"/>
              <a:gd name="connsiteX28" fmla="*/ 1899103 w 3698544"/>
              <a:gd name="connsiteY28" fmla="*/ 1023116 h 3712498"/>
              <a:gd name="connsiteX29" fmla="*/ 1900288 w 3698544"/>
              <a:gd name="connsiteY29" fmla="*/ 1023116 h 3712498"/>
              <a:gd name="connsiteX30" fmla="*/ 1900288 w 3698544"/>
              <a:gd name="connsiteY30" fmla="*/ 231590 h 3712498"/>
              <a:gd name="connsiteX31" fmla="*/ 1892596 w 3698544"/>
              <a:gd name="connsiteY31" fmla="*/ 223897 h 3712498"/>
              <a:gd name="connsiteX32" fmla="*/ 1958212 w 3698544"/>
              <a:gd name="connsiteY32" fmla="*/ 0 h 3712498"/>
              <a:gd name="connsiteX33" fmla="*/ 1977392 w 3698544"/>
              <a:gd name="connsiteY33" fmla="*/ 19180 h 3712498"/>
              <a:gd name="connsiteX34" fmla="*/ 1980001 w 3698544"/>
              <a:gd name="connsiteY34" fmla="*/ 19180 h 3712498"/>
              <a:gd name="connsiteX35" fmla="*/ 1980001 w 3698544"/>
              <a:gd name="connsiteY35" fmla="*/ 21789 h 3712498"/>
              <a:gd name="connsiteX36" fmla="*/ 3097302 w 3698544"/>
              <a:gd name="connsiteY36" fmla="*/ 1139089 h 3712498"/>
              <a:gd name="connsiteX37" fmla="*/ 3116171 w 3698544"/>
              <a:gd name="connsiteY37" fmla="*/ 1139089 h 3712498"/>
              <a:gd name="connsiteX38" fmla="*/ 3116171 w 3698544"/>
              <a:gd name="connsiteY38" fmla="*/ 1167099 h 3712498"/>
              <a:gd name="connsiteX39" fmla="*/ 3116171 w 3698544"/>
              <a:gd name="connsiteY39" fmla="*/ 1239099 h 3712498"/>
              <a:gd name="connsiteX40" fmla="*/ 3116171 w 3698544"/>
              <a:gd name="connsiteY40" fmla="*/ 1600131 h 3712498"/>
              <a:gd name="connsiteX41" fmla="*/ 3142784 w 3698544"/>
              <a:gd name="connsiteY41" fmla="*/ 1602814 h 3712498"/>
              <a:gd name="connsiteX42" fmla="*/ 3698544 w 3698544"/>
              <a:gd name="connsiteY42" fmla="*/ 2284709 h 3712498"/>
              <a:gd name="connsiteX43" fmla="*/ 3142784 w 3698544"/>
              <a:gd name="connsiteY43" fmla="*/ 2966604 h 3712498"/>
              <a:gd name="connsiteX44" fmla="*/ 3116171 w 3698544"/>
              <a:gd name="connsiteY44" fmla="*/ 2969287 h 3712498"/>
              <a:gd name="connsiteX45" fmla="*/ 3116171 w 3698544"/>
              <a:gd name="connsiteY45" fmla="*/ 3047089 h 3712498"/>
              <a:gd name="connsiteX46" fmla="*/ 3111799 w 3698544"/>
              <a:gd name="connsiteY46" fmla="*/ 3047089 h 3712498"/>
              <a:gd name="connsiteX47" fmla="*/ 3111799 w 3698544"/>
              <a:gd name="connsiteY47" fmla="*/ 3712498 h 3712498"/>
              <a:gd name="connsiteX48" fmla="*/ 2907082 w 3698544"/>
              <a:gd name="connsiteY48" fmla="*/ 3712498 h 3712498"/>
              <a:gd name="connsiteX49" fmla="*/ 2907082 w 3698544"/>
              <a:gd name="connsiteY49" fmla="*/ 3712497 h 3712498"/>
              <a:gd name="connsiteX50" fmla="*/ 1 w 3698544"/>
              <a:gd name="connsiteY50" fmla="*/ 3712497 h 3712498"/>
              <a:gd name="connsiteX51" fmla="*/ 1 w 3698544"/>
              <a:gd name="connsiteY51" fmla="*/ 3655179 h 3712498"/>
              <a:gd name="connsiteX52" fmla="*/ 0 w 3698544"/>
              <a:gd name="connsiteY52" fmla="*/ 3655179 h 3712498"/>
              <a:gd name="connsiteX53" fmla="*/ 0 w 3698544"/>
              <a:gd name="connsiteY53" fmla="*/ 19179 h 3712498"/>
              <a:gd name="connsiteX54" fmla="*/ 204717 w 3698544"/>
              <a:gd name="connsiteY54" fmla="*/ 19179 h 3712498"/>
              <a:gd name="connsiteX55" fmla="*/ 204717 w 3698544"/>
              <a:gd name="connsiteY55" fmla="*/ 19180 h 3712498"/>
              <a:gd name="connsiteX56" fmla="*/ 1939031 w 3698544"/>
              <a:gd name="connsiteY56" fmla="*/ 19180 h 371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98544" h="3712498">
                <a:moveTo>
                  <a:pt x="2897696" y="1938775"/>
                </a:moveTo>
                <a:lnTo>
                  <a:pt x="2897696" y="2165026"/>
                </a:lnTo>
                <a:lnTo>
                  <a:pt x="2671445" y="2165026"/>
                </a:lnTo>
                <a:lnTo>
                  <a:pt x="2671445" y="2378011"/>
                </a:lnTo>
                <a:lnTo>
                  <a:pt x="2897696" y="2378011"/>
                </a:lnTo>
                <a:lnTo>
                  <a:pt x="2897696" y="2604262"/>
                </a:lnTo>
                <a:lnTo>
                  <a:pt x="3110681" y="2604262"/>
                </a:lnTo>
                <a:lnTo>
                  <a:pt x="3110681" y="2378011"/>
                </a:lnTo>
                <a:lnTo>
                  <a:pt x="3336932" y="2378011"/>
                </a:lnTo>
                <a:lnTo>
                  <a:pt x="3336932" y="2165026"/>
                </a:lnTo>
                <a:lnTo>
                  <a:pt x="3110681" y="2165026"/>
                </a:lnTo>
                <a:lnTo>
                  <a:pt x="3110681" y="1938775"/>
                </a:lnTo>
                <a:close/>
                <a:moveTo>
                  <a:pt x="2105005" y="436307"/>
                </a:moveTo>
                <a:lnTo>
                  <a:pt x="2105005" y="1023116"/>
                </a:lnTo>
                <a:lnTo>
                  <a:pt x="2691815" y="1023116"/>
                </a:lnTo>
                <a:close/>
                <a:moveTo>
                  <a:pt x="204717" y="223897"/>
                </a:moveTo>
                <a:lnTo>
                  <a:pt x="204717" y="3507780"/>
                </a:lnTo>
                <a:lnTo>
                  <a:pt x="2907082" y="3507780"/>
                </a:lnTo>
                <a:lnTo>
                  <a:pt x="2907082" y="2992498"/>
                </a:lnTo>
                <a:lnTo>
                  <a:pt x="2910971" y="2992498"/>
                </a:lnTo>
                <a:lnTo>
                  <a:pt x="2910971" y="2971518"/>
                </a:lnTo>
                <a:lnTo>
                  <a:pt x="2862233" y="2966604"/>
                </a:lnTo>
                <a:cubicBezTo>
                  <a:pt x="2545061" y="2901702"/>
                  <a:pt x="2306472" y="2621068"/>
                  <a:pt x="2306472" y="2284709"/>
                </a:cubicBezTo>
                <a:cubicBezTo>
                  <a:pt x="2306472" y="1948350"/>
                  <a:pt x="2545061" y="1667717"/>
                  <a:pt x="2862233" y="1602814"/>
                </a:cubicBezTo>
                <a:lnTo>
                  <a:pt x="2910971" y="1597901"/>
                </a:lnTo>
                <a:lnTo>
                  <a:pt x="2910971" y="1242272"/>
                </a:lnTo>
                <a:lnTo>
                  <a:pt x="2896532" y="1227833"/>
                </a:lnTo>
                <a:lnTo>
                  <a:pt x="1899103" y="1227833"/>
                </a:lnTo>
                <a:lnTo>
                  <a:pt x="1899103" y="1023116"/>
                </a:lnTo>
                <a:lnTo>
                  <a:pt x="1900288" y="1023116"/>
                </a:lnTo>
                <a:lnTo>
                  <a:pt x="1900288" y="231590"/>
                </a:lnTo>
                <a:lnTo>
                  <a:pt x="1892596" y="223897"/>
                </a:lnTo>
                <a:close/>
                <a:moveTo>
                  <a:pt x="1958212" y="0"/>
                </a:moveTo>
                <a:lnTo>
                  <a:pt x="1977392" y="19180"/>
                </a:lnTo>
                <a:lnTo>
                  <a:pt x="1980001" y="19180"/>
                </a:lnTo>
                <a:lnTo>
                  <a:pt x="1980001" y="21789"/>
                </a:lnTo>
                <a:lnTo>
                  <a:pt x="3097302" y="1139089"/>
                </a:lnTo>
                <a:lnTo>
                  <a:pt x="3116171" y="1139089"/>
                </a:lnTo>
                <a:lnTo>
                  <a:pt x="3116171" y="1167099"/>
                </a:lnTo>
                <a:lnTo>
                  <a:pt x="3116171" y="1239099"/>
                </a:lnTo>
                <a:lnTo>
                  <a:pt x="3116171" y="1600131"/>
                </a:lnTo>
                <a:lnTo>
                  <a:pt x="3142784" y="1602814"/>
                </a:lnTo>
                <a:cubicBezTo>
                  <a:pt x="3459956" y="1667717"/>
                  <a:pt x="3698544" y="1948350"/>
                  <a:pt x="3698544" y="2284709"/>
                </a:cubicBezTo>
                <a:cubicBezTo>
                  <a:pt x="3698544" y="2621068"/>
                  <a:pt x="3459956" y="2901702"/>
                  <a:pt x="3142784" y="2966604"/>
                </a:cubicBezTo>
                <a:lnTo>
                  <a:pt x="3116171" y="2969287"/>
                </a:lnTo>
                <a:lnTo>
                  <a:pt x="3116171" y="3047089"/>
                </a:lnTo>
                <a:lnTo>
                  <a:pt x="3111799" y="3047089"/>
                </a:lnTo>
                <a:lnTo>
                  <a:pt x="3111799" y="3712498"/>
                </a:lnTo>
                <a:lnTo>
                  <a:pt x="2907082" y="3712498"/>
                </a:lnTo>
                <a:lnTo>
                  <a:pt x="2907082" y="3712497"/>
                </a:lnTo>
                <a:lnTo>
                  <a:pt x="1" y="3712497"/>
                </a:lnTo>
                <a:lnTo>
                  <a:pt x="1" y="3655179"/>
                </a:lnTo>
                <a:lnTo>
                  <a:pt x="0" y="3655179"/>
                </a:lnTo>
                <a:lnTo>
                  <a:pt x="0" y="19179"/>
                </a:lnTo>
                <a:lnTo>
                  <a:pt x="204717" y="19179"/>
                </a:lnTo>
                <a:lnTo>
                  <a:pt x="204717" y="19180"/>
                </a:lnTo>
                <a:lnTo>
                  <a:pt x="1939031" y="1918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a:spLocks noChangeAspect="1"/>
          </p:cNvSpPr>
          <p:nvPr/>
        </p:nvSpPr>
        <p:spPr>
          <a:xfrm>
            <a:off x="6324653" y="496123"/>
            <a:ext cx="358744" cy="360000"/>
          </a:xfrm>
          <a:custGeom>
            <a:avLst/>
            <a:gdLst>
              <a:gd name="connsiteX0" fmla="*/ 2927233 w 3699543"/>
              <a:gd name="connsiteY0" fmla="*/ 2420184 h 3712498"/>
              <a:gd name="connsiteX1" fmla="*/ 3053233 w 3699543"/>
              <a:gd name="connsiteY1" fmla="*/ 2420184 h 3712498"/>
              <a:gd name="connsiteX2" fmla="*/ 3053233 w 3699543"/>
              <a:gd name="connsiteY2" fmla="*/ 2447480 h 3712498"/>
              <a:gd name="connsiteX3" fmla="*/ 2927233 w 3699543"/>
              <a:gd name="connsiteY3" fmla="*/ 2447480 h 3712498"/>
              <a:gd name="connsiteX4" fmla="*/ 2751398 w 3699543"/>
              <a:gd name="connsiteY4" fmla="*/ 2125506 h 3712498"/>
              <a:gd name="connsiteX5" fmla="*/ 2831891 w 3699543"/>
              <a:gd name="connsiteY5" fmla="*/ 2447480 h 3712498"/>
              <a:gd name="connsiteX6" fmla="*/ 2927233 w 3699543"/>
              <a:gd name="connsiteY6" fmla="*/ 2447480 h 3712498"/>
              <a:gd name="connsiteX7" fmla="*/ 2927233 w 3699543"/>
              <a:gd name="connsiteY7" fmla="*/ 2857915 h 3712498"/>
              <a:gd name="connsiteX8" fmla="*/ 3053233 w 3699543"/>
              <a:gd name="connsiteY8" fmla="*/ 2857915 h 3712498"/>
              <a:gd name="connsiteX9" fmla="*/ 3053233 w 3699543"/>
              <a:gd name="connsiteY9" fmla="*/ 2447480 h 3712498"/>
              <a:gd name="connsiteX10" fmla="*/ 3148576 w 3699543"/>
              <a:gd name="connsiteY10" fmla="*/ 2447480 h 3712498"/>
              <a:gd name="connsiteX11" fmla="*/ 3229070 w 3699543"/>
              <a:gd name="connsiteY11" fmla="*/ 2125506 h 3712498"/>
              <a:gd name="connsiteX12" fmla="*/ 2520060 w 3699543"/>
              <a:gd name="connsiteY12" fmla="*/ 1394675 h 3712498"/>
              <a:gd name="connsiteX13" fmla="*/ 2520060 w 3699543"/>
              <a:gd name="connsiteY13" fmla="*/ 1900156 h 3712498"/>
              <a:gd name="connsiteX14" fmla="*/ 3444015 w 3699543"/>
              <a:gd name="connsiteY14" fmla="*/ 1900156 h 3712498"/>
              <a:gd name="connsiteX15" fmla="*/ 3444015 w 3699543"/>
              <a:gd name="connsiteY15" fmla="*/ 1394675 h 3712498"/>
              <a:gd name="connsiteX16" fmla="*/ 2105005 w 3699543"/>
              <a:gd name="connsiteY16" fmla="*/ 436307 h 3712498"/>
              <a:gd name="connsiteX17" fmla="*/ 2105005 w 3699543"/>
              <a:gd name="connsiteY17" fmla="*/ 1023116 h 3712498"/>
              <a:gd name="connsiteX18" fmla="*/ 2691815 w 3699543"/>
              <a:gd name="connsiteY18" fmla="*/ 1023116 h 3712498"/>
              <a:gd name="connsiteX19" fmla="*/ 204717 w 3699543"/>
              <a:gd name="connsiteY19" fmla="*/ 223897 h 3712498"/>
              <a:gd name="connsiteX20" fmla="*/ 204717 w 3699543"/>
              <a:gd name="connsiteY20" fmla="*/ 3507780 h 3712498"/>
              <a:gd name="connsiteX21" fmla="*/ 2907082 w 3699543"/>
              <a:gd name="connsiteY21" fmla="*/ 3507780 h 3712498"/>
              <a:gd name="connsiteX22" fmla="*/ 2907082 w 3699543"/>
              <a:gd name="connsiteY22" fmla="*/ 3052156 h 3712498"/>
              <a:gd name="connsiteX23" fmla="*/ 2265529 w 3699543"/>
              <a:gd name="connsiteY23" fmla="*/ 3052156 h 3712498"/>
              <a:gd name="connsiteX24" fmla="*/ 2265529 w 3699543"/>
              <a:gd name="connsiteY24" fmla="*/ 1900156 h 3712498"/>
              <a:gd name="connsiteX25" fmla="*/ 2415655 w 3699543"/>
              <a:gd name="connsiteY25" fmla="*/ 1900156 h 3712498"/>
              <a:gd name="connsiteX26" fmla="*/ 2415655 w 3699543"/>
              <a:gd name="connsiteY26" fmla="*/ 1290270 h 3712498"/>
              <a:gd name="connsiteX27" fmla="*/ 2910971 w 3699543"/>
              <a:gd name="connsiteY27" fmla="*/ 1290270 h 3712498"/>
              <a:gd name="connsiteX28" fmla="*/ 2910971 w 3699543"/>
              <a:gd name="connsiteY28" fmla="*/ 1242272 h 3712498"/>
              <a:gd name="connsiteX29" fmla="*/ 2896532 w 3699543"/>
              <a:gd name="connsiteY29" fmla="*/ 1227833 h 3712498"/>
              <a:gd name="connsiteX30" fmla="*/ 1899103 w 3699543"/>
              <a:gd name="connsiteY30" fmla="*/ 1227833 h 3712498"/>
              <a:gd name="connsiteX31" fmla="*/ 1899103 w 3699543"/>
              <a:gd name="connsiteY31" fmla="*/ 1023116 h 3712498"/>
              <a:gd name="connsiteX32" fmla="*/ 1900288 w 3699543"/>
              <a:gd name="connsiteY32" fmla="*/ 1023116 h 3712498"/>
              <a:gd name="connsiteX33" fmla="*/ 1900288 w 3699543"/>
              <a:gd name="connsiteY33" fmla="*/ 231590 h 3712498"/>
              <a:gd name="connsiteX34" fmla="*/ 1892596 w 3699543"/>
              <a:gd name="connsiteY34" fmla="*/ 223897 h 3712498"/>
              <a:gd name="connsiteX35" fmla="*/ 1958212 w 3699543"/>
              <a:gd name="connsiteY35" fmla="*/ 0 h 3712498"/>
              <a:gd name="connsiteX36" fmla="*/ 1977392 w 3699543"/>
              <a:gd name="connsiteY36" fmla="*/ 19180 h 3712498"/>
              <a:gd name="connsiteX37" fmla="*/ 1980001 w 3699543"/>
              <a:gd name="connsiteY37" fmla="*/ 19180 h 3712498"/>
              <a:gd name="connsiteX38" fmla="*/ 1980001 w 3699543"/>
              <a:gd name="connsiteY38" fmla="*/ 21789 h 3712498"/>
              <a:gd name="connsiteX39" fmla="*/ 3097302 w 3699543"/>
              <a:gd name="connsiteY39" fmla="*/ 1139089 h 3712498"/>
              <a:gd name="connsiteX40" fmla="*/ 3116171 w 3699543"/>
              <a:gd name="connsiteY40" fmla="*/ 1139089 h 3712498"/>
              <a:gd name="connsiteX41" fmla="*/ 3116171 w 3699543"/>
              <a:gd name="connsiteY41" fmla="*/ 1167099 h 3712498"/>
              <a:gd name="connsiteX42" fmla="*/ 3116171 w 3699543"/>
              <a:gd name="connsiteY42" fmla="*/ 1239099 h 3712498"/>
              <a:gd name="connsiteX43" fmla="*/ 3116171 w 3699543"/>
              <a:gd name="connsiteY43" fmla="*/ 1290270 h 3712498"/>
              <a:gd name="connsiteX44" fmla="*/ 3548419 w 3699543"/>
              <a:gd name="connsiteY44" fmla="*/ 1290270 h 3712498"/>
              <a:gd name="connsiteX45" fmla="*/ 3548419 w 3699543"/>
              <a:gd name="connsiteY45" fmla="*/ 1900156 h 3712498"/>
              <a:gd name="connsiteX46" fmla="*/ 3699543 w 3699543"/>
              <a:gd name="connsiteY46" fmla="*/ 1900156 h 3712498"/>
              <a:gd name="connsiteX47" fmla="*/ 3699543 w 3699543"/>
              <a:gd name="connsiteY47" fmla="*/ 3052156 h 3712498"/>
              <a:gd name="connsiteX48" fmla="*/ 3111799 w 3699543"/>
              <a:gd name="connsiteY48" fmla="*/ 3052156 h 3712498"/>
              <a:gd name="connsiteX49" fmla="*/ 3111799 w 3699543"/>
              <a:gd name="connsiteY49" fmla="*/ 3712498 h 3712498"/>
              <a:gd name="connsiteX50" fmla="*/ 2907082 w 3699543"/>
              <a:gd name="connsiteY50" fmla="*/ 3712498 h 3712498"/>
              <a:gd name="connsiteX51" fmla="*/ 2907082 w 3699543"/>
              <a:gd name="connsiteY51" fmla="*/ 3712497 h 3712498"/>
              <a:gd name="connsiteX52" fmla="*/ 1 w 3699543"/>
              <a:gd name="connsiteY52" fmla="*/ 3712497 h 3712498"/>
              <a:gd name="connsiteX53" fmla="*/ 1 w 3699543"/>
              <a:gd name="connsiteY53" fmla="*/ 3655179 h 3712498"/>
              <a:gd name="connsiteX54" fmla="*/ 0 w 3699543"/>
              <a:gd name="connsiteY54" fmla="*/ 3655179 h 3712498"/>
              <a:gd name="connsiteX55" fmla="*/ 0 w 3699543"/>
              <a:gd name="connsiteY55" fmla="*/ 19179 h 3712498"/>
              <a:gd name="connsiteX56" fmla="*/ 204717 w 3699543"/>
              <a:gd name="connsiteY56" fmla="*/ 19179 h 3712498"/>
              <a:gd name="connsiteX57" fmla="*/ 204717 w 3699543"/>
              <a:gd name="connsiteY57" fmla="*/ 19180 h 3712498"/>
              <a:gd name="connsiteX58" fmla="*/ 1939031 w 3699543"/>
              <a:gd name="connsiteY58" fmla="*/ 19180 h 371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699543" h="3712498">
                <a:moveTo>
                  <a:pt x="2927233" y="2420184"/>
                </a:moveTo>
                <a:lnTo>
                  <a:pt x="3053233" y="2420184"/>
                </a:lnTo>
                <a:lnTo>
                  <a:pt x="3053233" y="2447480"/>
                </a:lnTo>
                <a:lnTo>
                  <a:pt x="2927233" y="2447480"/>
                </a:lnTo>
                <a:close/>
                <a:moveTo>
                  <a:pt x="2751398" y="2125506"/>
                </a:moveTo>
                <a:lnTo>
                  <a:pt x="2831891" y="2447480"/>
                </a:lnTo>
                <a:lnTo>
                  <a:pt x="2927233" y="2447480"/>
                </a:lnTo>
                <a:lnTo>
                  <a:pt x="2927233" y="2857915"/>
                </a:lnTo>
                <a:lnTo>
                  <a:pt x="3053233" y="2857915"/>
                </a:lnTo>
                <a:lnTo>
                  <a:pt x="3053233" y="2447480"/>
                </a:lnTo>
                <a:lnTo>
                  <a:pt x="3148576" y="2447480"/>
                </a:lnTo>
                <a:lnTo>
                  <a:pt x="3229070" y="2125506"/>
                </a:lnTo>
                <a:close/>
                <a:moveTo>
                  <a:pt x="2520060" y="1394675"/>
                </a:moveTo>
                <a:lnTo>
                  <a:pt x="2520060" y="1900156"/>
                </a:lnTo>
                <a:lnTo>
                  <a:pt x="3444015" y="1900156"/>
                </a:lnTo>
                <a:lnTo>
                  <a:pt x="3444015" y="1394675"/>
                </a:lnTo>
                <a:close/>
                <a:moveTo>
                  <a:pt x="2105005" y="436307"/>
                </a:moveTo>
                <a:lnTo>
                  <a:pt x="2105005" y="1023116"/>
                </a:lnTo>
                <a:lnTo>
                  <a:pt x="2691815" y="1023116"/>
                </a:lnTo>
                <a:close/>
                <a:moveTo>
                  <a:pt x="204717" y="223897"/>
                </a:moveTo>
                <a:lnTo>
                  <a:pt x="204717" y="3507780"/>
                </a:lnTo>
                <a:lnTo>
                  <a:pt x="2907082" y="3507780"/>
                </a:lnTo>
                <a:lnTo>
                  <a:pt x="2907082" y="3052156"/>
                </a:lnTo>
                <a:lnTo>
                  <a:pt x="2265529" y="3052156"/>
                </a:lnTo>
                <a:lnTo>
                  <a:pt x="2265529" y="1900156"/>
                </a:lnTo>
                <a:lnTo>
                  <a:pt x="2415655" y="1900156"/>
                </a:lnTo>
                <a:lnTo>
                  <a:pt x="2415655" y="1290270"/>
                </a:lnTo>
                <a:lnTo>
                  <a:pt x="2910971" y="1290270"/>
                </a:lnTo>
                <a:lnTo>
                  <a:pt x="2910971" y="1242272"/>
                </a:lnTo>
                <a:lnTo>
                  <a:pt x="2896532" y="1227833"/>
                </a:lnTo>
                <a:lnTo>
                  <a:pt x="1899103" y="1227833"/>
                </a:lnTo>
                <a:lnTo>
                  <a:pt x="1899103" y="1023116"/>
                </a:lnTo>
                <a:lnTo>
                  <a:pt x="1900288" y="1023116"/>
                </a:lnTo>
                <a:lnTo>
                  <a:pt x="1900288" y="231590"/>
                </a:lnTo>
                <a:lnTo>
                  <a:pt x="1892596" y="223897"/>
                </a:lnTo>
                <a:close/>
                <a:moveTo>
                  <a:pt x="1958212" y="0"/>
                </a:moveTo>
                <a:lnTo>
                  <a:pt x="1977392" y="19180"/>
                </a:lnTo>
                <a:lnTo>
                  <a:pt x="1980001" y="19180"/>
                </a:lnTo>
                <a:lnTo>
                  <a:pt x="1980001" y="21789"/>
                </a:lnTo>
                <a:lnTo>
                  <a:pt x="3097302" y="1139089"/>
                </a:lnTo>
                <a:lnTo>
                  <a:pt x="3116171" y="1139089"/>
                </a:lnTo>
                <a:lnTo>
                  <a:pt x="3116171" y="1167099"/>
                </a:lnTo>
                <a:lnTo>
                  <a:pt x="3116171" y="1239099"/>
                </a:lnTo>
                <a:lnTo>
                  <a:pt x="3116171" y="1290270"/>
                </a:lnTo>
                <a:lnTo>
                  <a:pt x="3548419" y="1290270"/>
                </a:lnTo>
                <a:lnTo>
                  <a:pt x="3548419" y="1900156"/>
                </a:lnTo>
                <a:lnTo>
                  <a:pt x="3699543" y="1900156"/>
                </a:lnTo>
                <a:lnTo>
                  <a:pt x="3699543" y="3052156"/>
                </a:lnTo>
                <a:lnTo>
                  <a:pt x="3111799" y="3052156"/>
                </a:lnTo>
                <a:lnTo>
                  <a:pt x="3111799" y="3712498"/>
                </a:lnTo>
                <a:lnTo>
                  <a:pt x="2907082" y="3712498"/>
                </a:lnTo>
                <a:lnTo>
                  <a:pt x="2907082" y="3712497"/>
                </a:lnTo>
                <a:lnTo>
                  <a:pt x="1" y="3712497"/>
                </a:lnTo>
                <a:lnTo>
                  <a:pt x="1" y="3655179"/>
                </a:lnTo>
                <a:lnTo>
                  <a:pt x="0" y="3655179"/>
                </a:lnTo>
                <a:lnTo>
                  <a:pt x="0" y="19179"/>
                </a:lnTo>
                <a:lnTo>
                  <a:pt x="204717" y="19179"/>
                </a:lnTo>
                <a:lnTo>
                  <a:pt x="204717" y="19180"/>
                </a:lnTo>
                <a:lnTo>
                  <a:pt x="1939031" y="1918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0"/>
          <p:cNvSpPr>
            <a:spLocks noChangeAspect="1"/>
          </p:cNvSpPr>
          <p:nvPr/>
        </p:nvSpPr>
        <p:spPr>
          <a:xfrm>
            <a:off x="7914480" y="496123"/>
            <a:ext cx="409668" cy="360000"/>
          </a:xfrm>
          <a:custGeom>
            <a:avLst/>
            <a:gdLst>
              <a:gd name="connsiteX0" fmla="*/ 2105005 w 4224699"/>
              <a:gd name="connsiteY0" fmla="*/ 436307 h 3712498"/>
              <a:gd name="connsiteX1" fmla="*/ 2105005 w 4224699"/>
              <a:gd name="connsiteY1" fmla="*/ 1023116 h 3712498"/>
              <a:gd name="connsiteX2" fmla="*/ 2691814 w 4224699"/>
              <a:gd name="connsiteY2" fmla="*/ 1023116 h 3712498"/>
              <a:gd name="connsiteX3" fmla="*/ 204717 w 4224699"/>
              <a:gd name="connsiteY3" fmla="*/ 223897 h 3712498"/>
              <a:gd name="connsiteX4" fmla="*/ 204717 w 4224699"/>
              <a:gd name="connsiteY4" fmla="*/ 3507780 h 3712498"/>
              <a:gd name="connsiteX5" fmla="*/ 2907081 w 4224699"/>
              <a:gd name="connsiteY5" fmla="*/ 3507780 h 3712498"/>
              <a:gd name="connsiteX6" fmla="*/ 2907081 w 4224699"/>
              <a:gd name="connsiteY6" fmla="*/ 2992498 h 3712498"/>
              <a:gd name="connsiteX7" fmla="*/ 2910970 w 4224699"/>
              <a:gd name="connsiteY7" fmla="*/ 2992498 h 3712498"/>
              <a:gd name="connsiteX8" fmla="*/ 2910970 w 4224699"/>
              <a:gd name="connsiteY8" fmla="*/ 2609390 h 3712498"/>
              <a:gd name="connsiteX9" fmla="*/ 2283198 w 4224699"/>
              <a:gd name="connsiteY9" fmla="*/ 3237162 h 3712498"/>
              <a:gd name="connsiteX10" fmla="*/ 2269438 w 4224699"/>
              <a:gd name="connsiteY10" fmla="*/ 3223402 h 3712498"/>
              <a:gd name="connsiteX11" fmla="*/ 2266648 w 4224699"/>
              <a:gd name="connsiteY11" fmla="*/ 3226191 h 3712498"/>
              <a:gd name="connsiteX12" fmla="*/ 1320907 w 4224699"/>
              <a:gd name="connsiteY12" fmla="*/ 2280449 h 3712498"/>
              <a:gd name="connsiteX13" fmla="*/ 1584169 w 4224699"/>
              <a:gd name="connsiteY13" fmla="*/ 2017187 h 3712498"/>
              <a:gd name="connsiteX14" fmla="*/ 2280409 w 4224699"/>
              <a:gd name="connsiteY14" fmla="*/ 2713427 h 3712498"/>
              <a:gd name="connsiteX15" fmla="*/ 2910970 w 4224699"/>
              <a:gd name="connsiteY15" fmla="*/ 2082866 h 3712498"/>
              <a:gd name="connsiteX16" fmla="*/ 2910970 w 4224699"/>
              <a:gd name="connsiteY16" fmla="*/ 1242273 h 3712498"/>
              <a:gd name="connsiteX17" fmla="*/ 2896531 w 4224699"/>
              <a:gd name="connsiteY17" fmla="*/ 1227833 h 3712498"/>
              <a:gd name="connsiteX18" fmla="*/ 1899102 w 4224699"/>
              <a:gd name="connsiteY18" fmla="*/ 1227833 h 3712498"/>
              <a:gd name="connsiteX19" fmla="*/ 1899102 w 4224699"/>
              <a:gd name="connsiteY19" fmla="*/ 1023116 h 3712498"/>
              <a:gd name="connsiteX20" fmla="*/ 1900288 w 4224699"/>
              <a:gd name="connsiteY20" fmla="*/ 1023116 h 3712498"/>
              <a:gd name="connsiteX21" fmla="*/ 1900288 w 4224699"/>
              <a:gd name="connsiteY21" fmla="*/ 231590 h 3712498"/>
              <a:gd name="connsiteX22" fmla="*/ 1892595 w 4224699"/>
              <a:gd name="connsiteY22" fmla="*/ 223897 h 3712498"/>
              <a:gd name="connsiteX23" fmla="*/ 1958211 w 4224699"/>
              <a:gd name="connsiteY23" fmla="*/ 0 h 3712498"/>
              <a:gd name="connsiteX24" fmla="*/ 1977392 w 4224699"/>
              <a:gd name="connsiteY24" fmla="*/ 19180 h 3712498"/>
              <a:gd name="connsiteX25" fmla="*/ 1980000 w 4224699"/>
              <a:gd name="connsiteY25" fmla="*/ 19180 h 3712498"/>
              <a:gd name="connsiteX26" fmla="*/ 1980000 w 4224699"/>
              <a:gd name="connsiteY26" fmla="*/ 21789 h 3712498"/>
              <a:gd name="connsiteX27" fmla="*/ 3097301 w 4224699"/>
              <a:gd name="connsiteY27" fmla="*/ 1139089 h 3712498"/>
              <a:gd name="connsiteX28" fmla="*/ 3116170 w 4224699"/>
              <a:gd name="connsiteY28" fmla="*/ 1139089 h 3712498"/>
              <a:gd name="connsiteX29" fmla="*/ 3116170 w 4224699"/>
              <a:gd name="connsiteY29" fmla="*/ 1167099 h 3712498"/>
              <a:gd name="connsiteX30" fmla="*/ 3116170 w 4224699"/>
              <a:gd name="connsiteY30" fmla="*/ 1239099 h 3712498"/>
              <a:gd name="connsiteX31" fmla="*/ 3116170 w 4224699"/>
              <a:gd name="connsiteY31" fmla="*/ 1877666 h 3712498"/>
              <a:gd name="connsiteX32" fmla="*/ 3961437 w 4224699"/>
              <a:gd name="connsiteY32" fmla="*/ 1032399 h 3712498"/>
              <a:gd name="connsiteX33" fmla="*/ 4224699 w 4224699"/>
              <a:gd name="connsiteY33" fmla="*/ 1295661 h 3712498"/>
              <a:gd name="connsiteX34" fmla="*/ 3116170 w 4224699"/>
              <a:gd name="connsiteY34" fmla="*/ 2404190 h 3712498"/>
              <a:gd name="connsiteX35" fmla="*/ 3116170 w 4224699"/>
              <a:gd name="connsiteY35" fmla="*/ 3047089 h 3712498"/>
              <a:gd name="connsiteX36" fmla="*/ 3111798 w 4224699"/>
              <a:gd name="connsiteY36" fmla="*/ 3047089 h 3712498"/>
              <a:gd name="connsiteX37" fmla="*/ 3111798 w 4224699"/>
              <a:gd name="connsiteY37" fmla="*/ 3712498 h 3712498"/>
              <a:gd name="connsiteX38" fmla="*/ 2907081 w 4224699"/>
              <a:gd name="connsiteY38" fmla="*/ 3712498 h 3712498"/>
              <a:gd name="connsiteX39" fmla="*/ 2907081 w 4224699"/>
              <a:gd name="connsiteY39" fmla="*/ 3712497 h 3712498"/>
              <a:gd name="connsiteX40" fmla="*/ 0 w 4224699"/>
              <a:gd name="connsiteY40" fmla="*/ 3712497 h 3712498"/>
              <a:gd name="connsiteX41" fmla="*/ 0 w 4224699"/>
              <a:gd name="connsiteY41" fmla="*/ 3655179 h 3712498"/>
              <a:gd name="connsiteX42" fmla="*/ 0 w 4224699"/>
              <a:gd name="connsiteY42" fmla="*/ 3655179 h 3712498"/>
              <a:gd name="connsiteX43" fmla="*/ 0 w 4224699"/>
              <a:gd name="connsiteY43" fmla="*/ 19179 h 3712498"/>
              <a:gd name="connsiteX44" fmla="*/ 204717 w 4224699"/>
              <a:gd name="connsiteY44" fmla="*/ 19179 h 3712498"/>
              <a:gd name="connsiteX45" fmla="*/ 204717 w 4224699"/>
              <a:gd name="connsiteY45" fmla="*/ 19180 h 3712498"/>
              <a:gd name="connsiteX46" fmla="*/ 1939031 w 4224699"/>
              <a:gd name="connsiteY46" fmla="*/ 19180 h 371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224699" h="3712498">
                <a:moveTo>
                  <a:pt x="2105005" y="436307"/>
                </a:moveTo>
                <a:lnTo>
                  <a:pt x="2105005" y="1023116"/>
                </a:lnTo>
                <a:lnTo>
                  <a:pt x="2691814" y="1023116"/>
                </a:lnTo>
                <a:close/>
                <a:moveTo>
                  <a:pt x="204717" y="223897"/>
                </a:moveTo>
                <a:lnTo>
                  <a:pt x="204717" y="3507780"/>
                </a:lnTo>
                <a:lnTo>
                  <a:pt x="2907081" y="3507780"/>
                </a:lnTo>
                <a:lnTo>
                  <a:pt x="2907081" y="2992498"/>
                </a:lnTo>
                <a:lnTo>
                  <a:pt x="2910970" y="2992498"/>
                </a:lnTo>
                <a:lnTo>
                  <a:pt x="2910970" y="2609390"/>
                </a:lnTo>
                <a:lnTo>
                  <a:pt x="2283198" y="3237162"/>
                </a:lnTo>
                <a:lnTo>
                  <a:pt x="2269438" y="3223402"/>
                </a:lnTo>
                <a:lnTo>
                  <a:pt x="2266648" y="3226191"/>
                </a:lnTo>
                <a:lnTo>
                  <a:pt x="1320907" y="2280449"/>
                </a:lnTo>
                <a:lnTo>
                  <a:pt x="1584169" y="2017187"/>
                </a:lnTo>
                <a:lnTo>
                  <a:pt x="2280409" y="2713427"/>
                </a:lnTo>
                <a:lnTo>
                  <a:pt x="2910970" y="2082866"/>
                </a:lnTo>
                <a:lnTo>
                  <a:pt x="2910970" y="1242273"/>
                </a:lnTo>
                <a:lnTo>
                  <a:pt x="2896531" y="1227833"/>
                </a:lnTo>
                <a:lnTo>
                  <a:pt x="1899102" y="1227833"/>
                </a:lnTo>
                <a:lnTo>
                  <a:pt x="1899102" y="1023116"/>
                </a:lnTo>
                <a:lnTo>
                  <a:pt x="1900288" y="1023116"/>
                </a:lnTo>
                <a:lnTo>
                  <a:pt x="1900288" y="231590"/>
                </a:lnTo>
                <a:lnTo>
                  <a:pt x="1892595" y="223897"/>
                </a:lnTo>
                <a:close/>
                <a:moveTo>
                  <a:pt x="1958211" y="0"/>
                </a:moveTo>
                <a:lnTo>
                  <a:pt x="1977392" y="19180"/>
                </a:lnTo>
                <a:lnTo>
                  <a:pt x="1980000" y="19180"/>
                </a:lnTo>
                <a:lnTo>
                  <a:pt x="1980000" y="21789"/>
                </a:lnTo>
                <a:lnTo>
                  <a:pt x="3097301" y="1139089"/>
                </a:lnTo>
                <a:lnTo>
                  <a:pt x="3116170" y="1139089"/>
                </a:lnTo>
                <a:lnTo>
                  <a:pt x="3116170" y="1167099"/>
                </a:lnTo>
                <a:lnTo>
                  <a:pt x="3116170" y="1239099"/>
                </a:lnTo>
                <a:lnTo>
                  <a:pt x="3116170" y="1877666"/>
                </a:lnTo>
                <a:lnTo>
                  <a:pt x="3961437" y="1032399"/>
                </a:lnTo>
                <a:lnTo>
                  <a:pt x="4224699" y="1295661"/>
                </a:lnTo>
                <a:lnTo>
                  <a:pt x="3116170" y="2404190"/>
                </a:lnTo>
                <a:lnTo>
                  <a:pt x="3116170" y="3047089"/>
                </a:lnTo>
                <a:lnTo>
                  <a:pt x="3111798" y="3047089"/>
                </a:lnTo>
                <a:lnTo>
                  <a:pt x="3111798" y="3712498"/>
                </a:lnTo>
                <a:lnTo>
                  <a:pt x="2907081" y="3712498"/>
                </a:lnTo>
                <a:lnTo>
                  <a:pt x="2907081" y="3712497"/>
                </a:lnTo>
                <a:lnTo>
                  <a:pt x="0" y="3712497"/>
                </a:lnTo>
                <a:lnTo>
                  <a:pt x="0" y="3655179"/>
                </a:lnTo>
                <a:lnTo>
                  <a:pt x="0" y="3655179"/>
                </a:lnTo>
                <a:lnTo>
                  <a:pt x="0" y="19179"/>
                </a:lnTo>
                <a:lnTo>
                  <a:pt x="204717" y="19179"/>
                </a:lnTo>
                <a:lnTo>
                  <a:pt x="204717" y="19180"/>
                </a:lnTo>
                <a:lnTo>
                  <a:pt x="1939031" y="1918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11"/>
          <p:cNvSpPr>
            <a:spLocks noChangeAspect="1"/>
          </p:cNvSpPr>
          <p:nvPr/>
        </p:nvSpPr>
        <p:spPr>
          <a:xfrm>
            <a:off x="707723" y="1284391"/>
            <a:ext cx="285589" cy="360000"/>
          </a:xfrm>
          <a:custGeom>
            <a:avLst/>
            <a:gdLst>
              <a:gd name="connsiteX0" fmla="*/ 951594 w 2930436"/>
              <a:gd name="connsiteY0" fmla="*/ 1401141 h 3693966"/>
              <a:gd name="connsiteX1" fmla="*/ 2067594 w 2930436"/>
              <a:gd name="connsiteY1" fmla="*/ 1401141 h 3693966"/>
              <a:gd name="connsiteX2" fmla="*/ 2067594 w 2930436"/>
              <a:gd name="connsiteY2" fmla="*/ 1556548 h 3693966"/>
              <a:gd name="connsiteX3" fmla="*/ 2067594 w 2930436"/>
              <a:gd name="connsiteY3" fmla="*/ 1617141 h 3693966"/>
              <a:gd name="connsiteX4" fmla="*/ 2067594 w 2930436"/>
              <a:gd name="connsiteY4" fmla="*/ 2564548 h 3693966"/>
              <a:gd name="connsiteX5" fmla="*/ 2054188 w 2930436"/>
              <a:gd name="connsiteY5" fmla="*/ 2564548 h 3693966"/>
              <a:gd name="connsiteX6" fmla="*/ 2054674 w 2930436"/>
              <a:gd name="connsiteY6" fmla="*/ 2565594 h 3693966"/>
              <a:gd name="connsiteX7" fmla="*/ 2060435 w 2930436"/>
              <a:gd name="connsiteY7" fmla="*/ 2603773 h 3693966"/>
              <a:gd name="connsiteX8" fmla="*/ 1776888 w 2930436"/>
              <a:gd name="connsiteY8" fmla="*/ 2793214 h 3693966"/>
              <a:gd name="connsiteX9" fmla="*/ 1493341 w 2930436"/>
              <a:gd name="connsiteY9" fmla="*/ 2603773 h 3693966"/>
              <a:gd name="connsiteX10" fmla="*/ 1776888 w 2930436"/>
              <a:gd name="connsiteY10" fmla="*/ 2414332 h 3693966"/>
              <a:gd name="connsiteX11" fmla="*/ 1851594 w 2930436"/>
              <a:gd name="connsiteY11" fmla="*/ 2424409 h 3693966"/>
              <a:gd name="connsiteX12" fmla="*/ 1851594 w 2930436"/>
              <a:gd name="connsiteY12" fmla="*/ 1617141 h 3693966"/>
              <a:gd name="connsiteX13" fmla="*/ 1167594 w 2930436"/>
              <a:gd name="connsiteY13" fmla="*/ 1617141 h 3693966"/>
              <a:gd name="connsiteX14" fmla="*/ 1167594 w 2930436"/>
              <a:gd name="connsiteY14" fmla="*/ 2744548 h 3693966"/>
              <a:gd name="connsiteX15" fmla="*/ 1162200 w 2930436"/>
              <a:gd name="connsiteY15" fmla="*/ 2744548 h 3693966"/>
              <a:gd name="connsiteX16" fmla="*/ 1167594 w 2930436"/>
              <a:gd name="connsiteY16" fmla="*/ 2780301 h 3693966"/>
              <a:gd name="connsiteX17" fmla="*/ 884047 w 2930436"/>
              <a:gd name="connsiteY17" fmla="*/ 2969742 h 3693966"/>
              <a:gd name="connsiteX18" fmla="*/ 600500 w 2930436"/>
              <a:gd name="connsiteY18" fmla="*/ 2780301 h 3693966"/>
              <a:gd name="connsiteX19" fmla="*/ 884047 w 2930436"/>
              <a:gd name="connsiteY19" fmla="*/ 2590860 h 3693966"/>
              <a:gd name="connsiteX20" fmla="*/ 951594 w 2930436"/>
              <a:gd name="connsiteY20" fmla="*/ 2599971 h 3693966"/>
              <a:gd name="connsiteX21" fmla="*/ 951594 w 2930436"/>
              <a:gd name="connsiteY21" fmla="*/ 1617141 h 3693966"/>
              <a:gd name="connsiteX22" fmla="*/ 951594 w 2930436"/>
              <a:gd name="connsiteY22" fmla="*/ 1556548 h 3693966"/>
              <a:gd name="connsiteX23" fmla="*/ 2102746 w 2930436"/>
              <a:gd name="connsiteY23" fmla="*/ 368735 h 3693966"/>
              <a:gd name="connsiteX24" fmla="*/ 2102746 w 2930436"/>
              <a:gd name="connsiteY24" fmla="*/ 896174 h 3693966"/>
              <a:gd name="connsiteX25" fmla="*/ 2630185 w 2930436"/>
              <a:gd name="connsiteY25" fmla="*/ 896174 h 3693966"/>
              <a:gd name="connsiteX26" fmla="*/ 216000 w 2930436"/>
              <a:gd name="connsiteY26" fmla="*/ 225069 h 3693966"/>
              <a:gd name="connsiteX27" fmla="*/ 216000 w 2930436"/>
              <a:gd name="connsiteY27" fmla="*/ 3477965 h 3693966"/>
              <a:gd name="connsiteX28" fmla="*/ 2702255 w 2930436"/>
              <a:gd name="connsiteY28" fmla="*/ 3477965 h 3693966"/>
              <a:gd name="connsiteX29" fmla="*/ 2702255 w 2930436"/>
              <a:gd name="connsiteY29" fmla="*/ 1112174 h 3693966"/>
              <a:gd name="connsiteX30" fmla="*/ 2009134 w 2930436"/>
              <a:gd name="connsiteY30" fmla="*/ 1112174 h 3693966"/>
              <a:gd name="connsiteX31" fmla="*/ 2009134 w 2930436"/>
              <a:gd name="connsiteY31" fmla="*/ 1108917 h 3693966"/>
              <a:gd name="connsiteX32" fmla="*/ 1886746 w 2930436"/>
              <a:gd name="connsiteY32" fmla="*/ 1108917 h 3693966"/>
              <a:gd name="connsiteX33" fmla="*/ 1886746 w 2930436"/>
              <a:gd name="connsiteY33" fmla="*/ 225069 h 3693966"/>
              <a:gd name="connsiteX34" fmla="*/ 2039481 w 2930436"/>
              <a:gd name="connsiteY34" fmla="*/ 0 h 3693966"/>
              <a:gd name="connsiteX35" fmla="*/ 2048550 w 2930436"/>
              <a:gd name="connsiteY35" fmla="*/ 9069 h 3693966"/>
              <a:gd name="connsiteX36" fmla="*/ 2052000 w 2930436"/>
              <a:gd name="connsiteY36" fmla="*/ 9069 h 3693966"/>
              <a:gd name="connsiteX37" fmla="*/ 2052000 w 2930436"/>
              <a:gd name="connsiteY37" fmla="*/ 12519 h 3693966"/>
              <a:gd name="connsiteX38" fmla="*/ 2930436 w 2930436"/>
              <a:gd name="connsiteY38" fmla="*/ 890955 h 3693966"/>
              <a:gd name="connsiteX39" fmla="*/ 2918255 w 2930436"/>
              <a:gd name="connsiteY39" fmla="*/ 903136 h 3693966"/>
              <a:gd name="connsiteX40" fmla="*/ 2918255 w 2930436"/>
              <a:gd name="connsiteY40" fmla="*/ 3477965 h 3693966"/>
              <a:gd name="connsiteX41" fmla="*/ 2918255 w 2930436"/>
              <a:gd name="connsiteY41" fmla="*/ 3693965 h 3693966"/>
              <a:gd name="connsiteX42" fmla="*/ 2702255 w 2930436"/>
              <a:gd name="connsiteY42" fmla="*/ 3693965 h 3693966"/>
              <a:gd name="connsiteX43" fmla="*/ 216000 w 2930436"/>
              <a:gd name="connsiteY43" fmla="*/ 3693965 h 3693966"/>
              <a:gd name="connsiteX44" fmla="*/ 216000 w 2930436"/>
              <a:gd name="connsiteY44" fmla="*/ 3693966 h 3693966"/>
              <a:gd name="connsiteX45" fmla="*/ 0 w 2930436"/>
              <a:gd name="connsiteY45" fmla="*/ 3693966 h 3693966"/>
              <a:gd name="connsiteX46" fmla="*/ 0 w 2930436"/>
              <a:gd name="connsiteY46" fmla="*/ 3693965 h 3693966"/>
              <a:gd name="connsiteX47" fmla="*/ 0 w 2930436"/>
              <a:gd name="connsiteY47" fmla="*/ 3477965 h 3693966"/>
              <a:gd name="connsiteX48" fmla="*/ 0 w 2930436"/>
              <a:gd name="connsiteY48" fmla="*/ 225069 h 3693966"/>
              <a:gd name="connsiteX49" fmla="*/ 0 w 2930436"/>
              <a:gd name="connsiteY49" fmla="*/ 9070 h 3693966"/>
              <a:gd name="connsiteX50" fmla="*/ 0 w 2930436"/>
              <a:gd name="connsiteY50" fmla="*/ 9069 h 3693966"/>
              <a:gd name="connsiteX51" fmla="*/ 2030413 w 2930436"/>
              <a:gd name="connsiteY51" fmla="*/ 9069 h 369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930436" h="3693966">
                <a:moveTo>
                  <a:pt x="951594" y="1401141"/>
                </a:moveTo>
                <a:lnTo>
                  <a:pt x="2067594" y="1401141"/>
                </a:lnTo>
                <a:lnTo>
                  <a:pt x="2067594" y="1556548"/>
                </a:lnTo>
                <a:lnTo>
                  <a:pt x="2067594" y="1617141"/>
                </a:lnTo>
                <a:lnTo>
                  <a:pt x="2067594" y="2564548"/>
                </a:lnTo>
                <a:lnTo>
                  <a:pt x="2054188" y="2564548"/>
                </a:lnTo>
                <a:lnTo>
                  <a:pt x="2054674" y="2565594"/>
                </a:lnTo>
                <a:cubicBezTo>
                  <a:pt x="2058452" y="2577927"/>
                  <a:pt x="2060435" y="2590695"/>
                  <a:pt x="2060435" y="2603773"/>
                </a:cubicBezTo>
                <a:cubicBezTo>
                  <a:pt x="2060435" y="2708398"/>
                  <a:pt x="1933487" y="2793214"/>
                  <a:pt x="1776888" y="2793214"/>
                </a:cubicBezTo>
                <a:cubicBezTo>
                  <a:pt x="1620289" y="2793214"/>
                  <a:pt x="1493341" y="2708398"/>
                  <a:pt x="1493341" y="2603773"/>
                </a:cubicBezTo>
                <a:cubicBezTo>
                  <a:pt x="1493341" y="2499148"/>
                  <a:pt x="1620289" y="2414332"/>
                  <a:pt x="1776888" y="2414332"/>
                </a:cubicBezTo>
                <a:lnTo>
                  <a:pt x="1851594" y="2424409"/>
                </a:lnTo>
                <a:lnTo>
                  <a:pt x="1851594" y="1617141"/>
                </a:lnTo>
                <a:lnTo>
                  <a:pt x="1167594" y="1617141"/>
                </a:lnTo>
                <a:lnTo>
                  <a:pt x="1167594" y="2744548"/>
                </a:lnTo>
                <a:lnTo>
                  <a:pt x="1162200" y="2744548"/>
                </a:lnTo>
                <a:lnTo>
                  <a:pt x="1167594" y="2780301"/>
                </a:lnTo>
                <a:cubicBezTo>
                  <a:pt x="1167594" y="2884926"/>
                  <a:pt x="1040646" y="2969742"/>
                  <a:pt x="884047" y="2969742"/>
                </a:cubicBezTo>
                <a:cubicBezTo>
                  <a:pt x="727448" y="2969742"/>
                  <a:pt x="600500" y="2884926"/>
                  <a:pt x="600500" y="2780301"/>
                </a:cubicBezTo>
                <a:cubicBezTo>
                  <a:pt x="600500" y="2675676"/>
                  <a:pt x="727448" y="2590860"/>
                  <a:pt x="884047" y="2590860"/>
                </a:cubicBezTo>
                <a:lnTo>
                  <a:pt x="951594" y="2599971"/>
                </a:lnTo>
                <a:lnTo>
                  <a:pt x="951594" y="1617141"/>
                </a:lnTo>
                <a:lnTo>
                  <a:pt x="951594" y="1556548"/>
                </a:lnTo>
                <a:close/>
                <a:moveTo>
                  <a:pt x="2102746" y="368735"/>
                </a:moveTo>
                <a:lnTo>
                  <a:pt x="2102746" y="896174"/>
                </a:lnTo>
                <a:lnTo>
                  <a:pt x="2630185" y="896174"/>
                </a:lnTo>
                <a:close/>
                <a:moveTo>
                  <a:pt x="216000" y="225069"/>
                </a:moveTo>
                <a:lnTo>
                  <a:pt x="216000" y="3477965"/>
                </a:lnTo>
                <a:lnTo>
                  <a:pt x="2702255" y="3477965"/>
                </a:lnTo>
                <a:lnTo>
                  <a:pt x="2702255" y="1112174"/>
                </a:lnTo>
                <a:lnTo>
                  <a:pt x="2009134" y="1112174"/>
                </a:lnTo>
                <a:lnTo>
                  <a:pt x="2009134" y="1108917"/>
                </a:lnTo>
                <a:lnTo>
                  <a:pt x="1886746" y="1108917"/>
                </a:lnTo>
                <a:lnTo>
                  <a:pt x="1886746" y="225069"/>
                </a:lnTo>
                <a:close/>
                <a:moveTo>
                  <a:pt x="2039481" y="0"/>
                </a:moveTo>
                <a:lnTo>
                  <a:pt x="2048550" y="9069"/>
                </a:lnTo>
                <a:lnTo>
                  <a:pt x="2052000" y="9069"/>
                </a:lnTo>
                <a:lnTo>
                  <a:pt x="2052000" y="12519"/>
                </a:lnTo>
                <a:lnTo>
                  <a:pt x="2930436" y="890955"/>
                </a:lnTo>
                <a:lnTo>
                  <a:pt x="2918255" y="903136"/>
                </a:lnTo>
                <a:lnTo>
                  <a:pt x="2918255" y="3477965"/>
                </a:lnTo>
                <a:lnTo>
                  <a:pt x="2918255" y="3693965"/>
                </a:lnTo>
                <a:lnTo>
                  <a:pt x="2702255" y="3693965"/>
                </a:lnTo>
                <a:lnTo>
                  <a:pt x="216000" y="3693965"/>
                </a:lnTo>
                <a:lnTo>
                  <a:pt x="216000" y="3693966"/>
                </a:lnTo>
                <a:lnTo>
                  <a:pt x="0" y="3693966"/>
                </a:lnTo>
                <a:lnTo>
                  <a:pt x="0" y="3693965"/>
                </a:lnTo>
                <a:lnTo>
                  <a:pt x="0" y="3477965"/>
                </a:lnTo>
                <a:lnTo>
                  <a:pt x="0" y="225069"/>
                </a:lnTo>
                <a:lnTo>
                  <a:pt x="0" y="9070"/>
                </a:lnTo>
                <a:lnTo>
                  <a:pt x="0" y="9069"/>
                </a:lnTo>
                <a:lnTo>
                  <a:pt x="2030413" y="90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a:spLocks noChangeAspect="1"/>
          </p:cNvSpPr>
          <p:nvPr/>
        </p:nvSpPr>
        <p:spPr>
          <a:xfrm>
            <a:off x="1515367" y="1284391"/>
            <a:ext cx="285589" cy="360000"/>
          </a:xfrm>
          <a:custGeom>
            <a:avLst/>
            <a:gdLst>
              <a:gd name="connsiteX0" fmla="*/ 1774704 w 2930436"/>
              <a:gd name="connsiteY0" fmla="*/ 2123865 h 3693966"/>
              <a:gd name="connsiteX1" fmla="*/ 1568884 w 2930436"/>
              <a:gd name="connsiteY1" fmla="*/ 2329685 h 3693966"/>
              <a:gd name="connsiteX2" fmla="*/ 1774704 w 2930436"/>
              <a:gd name="connsiteY2" fmla="*/ 2535505 h 3693966"/>
              <a:gd name="connsiteX3" fmla="*/ 1980524 w 2930436"/>
              <a:gd name="connsiteY3" fmla="*/ 2329685 h 3693966"/>
              <a:gd name="connsiteX4" fmla="*/ 1774704 w 2930436"/>
              <a:gd name="connsiteY4" fmla="*/ 2123865 h 3693966"/>
              <a:gd name="connsiteX5" fmla="*/ 1774704 w 2930436"/>
              <a:gd name="connsiteY5" fmla="*/ 2001643 h 3693966"/>
              <a:gd name="connsiteX6" fmla="*/ 2102746 w 2930436"/>
              <a:gd name="connsiteY6" fmla="*/ 2329685 h 3693966"/>
              <a:gd name="connsiteX7" fmla="*/ 1774704 w 2930436"/>
              <a:gd name="connsiteY7" fmla="*/ 2657727 h 3693966"/>
              <a:gd name="connsiteX8" fmla="*/ 1446662 w 2930436"/>
              <a:gd name="connsiteY8" fmla="*/ 2329685 h 3693966"/>
              <a:gd name="connsiteX9" fmla="*/ 1774704 w 2930436"/>
              <a:gd name="connsiteY9" fmla="*/ 2001643 h 3693966"/>
              <a:gd name="connsiteX10" fmla="*/ 777923 w 2930436"/>
              <a:gd name="connsiteY10" fmla="*/ 1919756 h 3693966"/>
              <a:gd name="connsiteX11" fmla="*/ 777923 w 2930436"/>
              <a:gd name="connsiteY11" fmla="*/ 2738622 h 3693966"/>
              <a:gd name="connsiteX12" fmla="*/ 2300304 w 2930436"/>
              <a:gd name="connsiteY12" fmla="*/ 2738622 h 3693966"/>
              <a:gd name="connsiteX13" fmla="*/ 2300304 w 2930436"/>
              <a:gd name="connsiteY13" fmla="*/ 1919756 h 3693966"/>
              <a:gd name="connsiteX14" fmla="*/ 1561434 w 2930436"/>
              <a:gd name="connsiteY14" fmla="*/ 1543173 h 3693966"/>
              <a:gd name="connsiteX15" fmla="*/ 2052000 w 2930436"/>
              <a:gd name="connsiteY15" fmla="*/ 1543173 h 3693966"/>
              <a:gd name="connsiteX16" fmla="*/ 2052000 w 2930436"/>
              <a:gd name="connsiteY16" fmla="*/ 1783278 h 3693966"/>
              <a:gd name="connsiteX17" fmla="*/ 2436782 w 2930436"/>
              <a:gd name="connsiteY17" fmla="*/ 1783278 h 3693966"/>
              <a:gd name="connsiteX18" fmla="*/ 2436782 w 2930436"/>
              <a:gd name="connsiteY18" fmla="*/ 2875100 h 3693966"/>
              <a:gd name="connsiteX19" fmla="*/ 641445 w 2930436"/>
              <a:gd name="connsiteY19" fmla="*/ 2875100 h 3693966"/>
              <a:gd name="connsiteX20" fmla="*/ 641445 w 2930436"/>
              <a:gd name="connsiteY20" fmla="*/ 1783278 h 3693966"/>
              <a:gd name="connsiteX21" fmla="*/ 768873 w 2930436"/>
              <a:gd name="connsiteY21" fmla="*/ 1783278 h 3693966"/>
              <a:gd name="connsiteX22" fmla="*/ 768873 w 2930436"/>
              <a:gd name="connsiteY22" fmla="*/ 1646801 h 3693966"/>
              <a:gd name="connsiteX23" fmla="*/ 1310185 w 2930436"/>
              <a:gd name="connsiteY23" fmla="*/ 1646801 h 3693966"/>
              <a:gd name="connsiteX24" fmla="*/ 1310185 w 2930436"/>
              <a:gd name="connsiteY24" fmla="*/ 1783278 h 3693966"/>
              <a:gd name="connsiteX25" fmla="*/ 1561434 w 2930436"/>
              <a:gd name="connsiteY25" fmla="*/ 1783278 h 3693966"/>
              <a:gd name="connsiteX26" fmla="*/ 2102746 w 2930436"/>
              <a:gd name="connsiteY26" fmla="*/ 368735 h 3693966"/>
              <a:gd name="connsiteX27" fmla="*/ 2102746 w 2930436"/>
              <a:gd name="connsiteY27" fmla="*/ 896174 h 3693966"/>
              <a:gd name="connsiteX28" fmla="*/ 2630185 w 2930436"/>
              <a:gd name="connsiteY28" fmla="*/ 896174 h 3693966"/>
              <a:gd name="connsiteX29" fmla="*/ 216000 w 2930436"/>
              <a:gd name="connsiteY29" fmla="*/ 225069 h 3693966"/>
              <a:gd name="connsiteX30" fmla="*/ 216000 w 2930436"/>
              <a:gd name="connsiteY30" fmla="*/ 3477965 h 3693966"/>
              <a:gd name="connsiteX31" fmla="*/ 2702255 w 2930436"/>
              <a:gd name="connsiteY31" fmla="*/ 3477965 h 3693966"/>
              <a:gd name="connsiteX32" fmla="*/ 2702255 w 2930436"/>
              <a:gd name="connsiteY32" fmla="*/ 1112174 h 3693966"/>
              <a:gd name="connsiteX33" fmla="*/ 2009134 w 2930436"/>
              <a:gd name="connsiteY33" fmla="*/ 1112174 h 3693966"/>
              <a:gd name="connsiteX34" fmla="*/ 2009134 w 2930436"/>
              <a:gd name="connsiteY34" fmla="*/ 1108917 h 3693966"/>
              <a:gd name="connsiteX35" fmla="*/ 1886746 w 2930436"/>
              <a:gd name="connsiteY35" fmla="*/ 1108917 h 3693966"/>
              <a:gd name="connsiteX36" fmla="*/ 1886746 w 2930436"/>
              <a:gd name="connsiteY36" fmla="*/ 225069 h 3693966"/>
              <a:gd name="connsiteX37" fmla="*/ 2039481 w 2930436"/>
              <a:gd name="connsiteY37" fmla="*/ 0 h 3693966"/>
              <a:gd name="connsiteX38" fmla="*/ 2048550 w 2930436"/>
              <a:gd name="connsiteY38" fmla="*/ 9069 h 3693966"/>
              <a:gd name="connsiteX39" fmla="*/ 2052000 w 2930436"/>
              <a:gd name="connsiteY39" fmla="*/ 9069 h 3693966"/>
              <a:gd name="connsiteX40" fmla="*/ 2052000 w 2930436"/>
              <a:gd name="connsiteY40" fmla="*/ 12519 h 3693966"/>
              <a:gd name="connsiteX41" fmla="*/ 2930436 w 2930436"/>
              <a:gd name="connsiteY41" fmla="*/ 890955 h 3693966"/>
              <a:gd name="connsiteX42" fmla="*/ 2918255 w 2930436"/>
              <a:gd name="connsiteY42" fmla="*/ 903136 h 3693966"/>
              <a:gd name="connsiteX43" fmla="*/ 2918255 w 2930436"/>
              <a:gd name="connsiteY43" fmla="*/ 3477965 h 3693966"/>
              <a:gd name="connsiteX44" fmla="*/ 2918255 w 2930436"/>
              <a:gd name="connsiteY44" fmla="*/ 3693965 h 3693966"/>
              <a:gd name="connsiteX45" fmla="*/ 2702255 w 2930436"/>
              <a:gd name="connsiteY45" fmla="*/ 3693965 h 3693966"/>
              <a:gd name="connsiteX46" fmla="*/ 216000 w 2930436"/>
              <a:gd name="connsiteY46" fmla="*/ 3693965 h 3693966"/>
              <a:gd name="connsiteX47" fmla="*/ 216000 w 2930436"/>
              <a:gd name="connsiteY47" fmla="*/ 3693966 h 3693966"/>
              <a:gd name="connsiteX48" fmla="*/ 0 w 2930436"/>
              <a:gd name="connsiteY48" fmla="*/ 3693966 h 3693966"/>
              <a:gd name="connsiteX49" fmla="*/ 0 w 2930436"/>
              <a:gd name="connsiteY49" fmla="*/ 3693965 h 3693966"/>
              <a:gd name="connsiteX50" fmla="*/ 0 w 2930436"/>
              <a:gd name="connsiteY50" fmla="*/ 3477965 h 3693966"/>
              <a:gd name="connsiteX51" fmla="*/ 0 w 2930436"/>
              <a:gd name="connsiteY51" fmla="*/ 225069 h 3693966"/>
              <a:gd name="connsiteX52" fmla="*/ 0 w 2930436"/>
              <a:gd name="connsiteY52" fmla="*/ 9070 h 3693966"/>
              <a:gd name="connsiteX53" fmla="*/ 0 w 2930436"/>
              <a:gd name="connsiteY53" fmla="*/ 9069 h 3693966"/>
              <a:gd name="connsiteX54" fmla="*/ 2030413 w 2930436"/>
              <a:gd name="connsiteY54" fmla="*/ 9069 h 369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930436" h="3693966">
                <a:moveTo>
                  <a:pt x="1774704" y="2123865"/>
                </a:moveTo>
                <a:cubicBezTo>
                  <a:pt x="1661033" y="2123865"/>
                  <a:pt x="1568884" y="2216014"/>
                  <a:pt x="1568884" y="2329685"/>
                </a:cubicBezTo>
                <a:cubicBezTo>
                  <a:pt x="1568884" y="2443356"/>
                  <a:pt x="1661033" y="2535505"/>
                  <a:pt x="1774704" y="2535505"/>
                </a:cubicBezTo>
                <a:cubicBezTo>
                  <a:pt x="1888375" y="2535505"/>
                  <a:pt x="1980524" y="2443356"/>
                  <a:pt x="1980524" y="2329685"/>
                </a:cubicBezTo>
                <a:cubicBezTo>
                  <a:pt x="1980524" y="2216014"/>
                  <a:pt x="1888375" y="2123865"/>
                  <a:pt x="1774704" y="2123865"/>
                </a:cubicBezTo>
                <a:close/>
                <a:moveTo>
                  <a:pt x="1774704" y="2001643"/>
                </a:moveTo>
                <a:cubicBezTo>
                  <a:pt x="1955877" y="2001643"/>
                  <a:pt x="2102746" y="2148512"/>
                  <a:pt x="2102746" y="2329685"/>
                </a:cubicBezTo>
                <a:cubicBezTo>
                  <a:pt x="2102746" y="2510858"/>
                  <a:pt x="1955877" y="2657727"/>
                  <a:pt x="1774704" y="2657727"/>
                </a:cubicBezTo>
                <a:cubicBezTo>
                  <a:pt x="1593531" y="2657727"/>
                  <a:pt x="1446662" y="2510858"/>
                  <a:pt x="1446662" y="2329685"/>
                </a:cubicBezTo>
                <a:cubicBezTo>
                  <a:pt x="1446662" y="2148512"/>
                  <a:pt x="1593531" y="2001643"/>
                  <a:pt x="1774704" y="2001643"/>
                </a:cubicBezTo>
                <a:close/>
                <a:moveTo>
                  <a:pt x="777923" y="1919756"/>
                </a:moveTo>
                <a:lnTo>
                  <a:pt x="777923" y="2738622"/>
                </a:lnTo>
                <a:lnTo>
                  <a:pt x="2300304" y="2738622"/>
                </a:lnTo>
                <a:lnTo>
                  <a:pt x="2300304" y="1919756"/>
                </a:lnTo>
                <a:close/>
                <a:moveTo>
                  <a:pt x="1561434" y="1543173"/>
                </a:moveTo>
                <a:lnTo>
                  <a:pt x="2052000" y="1543173"/>
                </a:lnTo>
                <a:lnTo>
                  <a:pt x="2052000" y="1783278"/>
                </a:lnTo>
                <a:lnTo>
                  <a:pt x="2436782" y="1783278"/>
                </a:lnTo>
                <a:lnTo>
                  <a:pt x="2436782" y="2875100"/>
                </a:lnTo>
                <a:lnTo>
                  <a:pt x="641445" y="2875100"/>
                </a:lnTo>
                <a:lnTo>
                  <a:pt x="641445" y="1783278"/>
                </a:lnTo>
                <a:lnTo>
                  <a:pt x="768873" y="1783278"/>
                </a:lnTo>
                <a:lnTo>
                  <a:pt x="768873" y="1646801"/>
                </a:lnTo>
                <a:lnTo>
                  <a:pt x="1310185" y="1646801"/>
                </a:lnTo>
                <a:lnTo>
                  <a:pt x="1310185" y="1783278"/>
                </a:lnTo>
                <a:lnTo>
                  <a:pt x="1561434" y="1783278"/>
                </a:lnTo>
                <a:close/>
                <a:moveTo>
                  <a:pt x="2102746" y="368735"/>
                </a:moveTo>
                <a:lnTo>
                  <a:pt x="2102746" y="896174"/>
                </a:lnTo>
                <a:lnTo>
                  <a:pt x="2630185" y="896174"/>
                </a:lnTo>
                <a:close/>
                <a:moveTo>
                  <a:pt x="216000" y="225069"/>
                </a:moveTo>
                <a:lnTo>
                  <a:pt x="216000" y="3477965"/>
                </a:lnTo>
                <a:lnTo>
                  <a:pt x="2702255" y="3477965"/>
                </a:lnTo>
                <a:lnTo>
                  <a:pt x="2702255" y="1112174"/>
                </a:lnTo>
                <a:lnTo>
                  <a:pt x="2009134" y="1112174"/>
                </a:lnTo>
                <a:lnTo>
                  <a:pt x="2009134" y="1108917"/>
                </a:lnTo>
                <a:lnTo>
                  <a:pt x="1886746" y="1108917"/>
                </a:lnTo>
                <a:lnTo>
                  <a:pt x="1886746" y="225069"/>
                </a:lnTo>
                <a:close/>
                <a:moveTo>
                  <a:pt x="2039481" y="0"/>
                </a:moveTo>
                <a:lnTo>
                  <a:pt x="2048550" y="9069"/>
                </a:lnTo>
                <a:lnTo>
                  <a:pt x="2052000" y="9069"/>
                </a:lnTo>
                <a:lnTo>
                  <a:pt x="2052000" y="12519"/>
                </a:lnTo>
                <a:lnTo>
                  <a:pt x="2930436" y="890955"/>
                </a:lnTo>
                <a:lnTo>
                  <a:pt x="2918255" y="903136"/>
                </a:lnTo>
                <a:lnTo>
                  <a:pt x="2918255" y="3477965"/>
                </a:lnTo>
                <a:lnTo>
                  <a:pt x="2918255" y="3693965"/>
                </a:lnTo>
                <a:lnTo>
                  <a:pt x="2702255" y="3693965"/>
                </a:lnTo>
                <a:lnTo>
                  <a:pt x="216000" y="3693965"/>
                </a:lnTo>
                <a:lnTo>
                  <a:pt x="216000" y="3693966"/>
                </a:lnTo>
                <a:lnTo>
                  <a:pt x="0" y="3693966"/>
                </a:lnTo>
                <a:lnTo>
                  <a:pt x="0" y="3693965"/>
                </a:lnTo>
                <a:lnTo>
                  <a:pt x="0" y="3477965"/>
                </a:lnTo>
                <a:lnTo>
                  <a:pt x="0" y="225069"/>
                </a:lnTo>
                <a:lnTo>
                  <a:pt x="0" y="9070"/>
                </a:lnTo>
                <a:lnTo>
                  <a:pt x="0" y="9069"/>
                </a:lnTo>
                <a:lnTo>
                  <a:pt x="2030413" y="90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a:spLocks noChangeAspect="1"/>
          </p:cNvSpPr>
          <p:nvPr/>
        </p:nvSpPr>
        <p:spPr>
          <a:xfrm>
            <a:off x="2323011" y="1284391"/>
            <a:ext cx="285589" cy="360000"/>
          </a:xfrm>
          <a:custGeom>
            <a:avLst/>
            <a:gdLst>
              <a:gd name="connsiteX0" fmla="*/ 991408 w 2930436"/>
              <a:gd name="connsiteY0" fmla="*/ 1462137 h 3693966"/>
              <a:gd name="connsiteX1" fmla="*/ 1467135 w 2930436"/>
              <a:gd name="connsiteY1" fmla="*/ 1790103 h 3693966"/>
              <a:gd name="connsiteX2" fmla="*/ 1467135 w 2930436"/>
              <a:gd name="connsiteY2" fmla="*/ 2834157 h 3693966"/>
              <a:gd name="connsiteX3" fmla="*/ 991408 w 2930436"/>
              <a:gd name="connsiteY3" fmla="*/ 1462137 h 3693966"/>
              <a:gd name="connsiteX4" fmla="*/ 2102746 w 2930436"/>
              <a:gd name="connsiteY4" fmla="*/ 368735 h 3693966"/>
              <a:gd name="connsiteX5" fmla="*/ 2102746 w 2930436"/>
              <a:gd name="connsiteY5" fmla="*/ 896174 h 3693966"/>
              <a:gd name="connsiteX6" fmla="*/ 2630185 w 2930436"/>
              <a:gd name="connsiteY6" fmla="*/ 896174 h 3693966"/>
              <a:gd name="connsiteX7" fmla="*/ 216000 w 2930436"/>
              <a:gd name="connsiteY7" fmla="*/ 225069 h 3693966"/>
              <a:gd name="connsiteX8" fmla="*/ 216000 w 2930436"/>
              <a:gd name="connsiteY8" fmla="*/ 3477965 h 3693966"/>
              <a:gd name="connsiteX9" fmla="*/ 2702255 w 2930436"/>
              <a:gd name="connsiteY9" fmla="*/ 3477965 h 3693966"/>
              <a:gd name="connsiteX10" fmla="*/ 2702255 w 2930436"/>
              <a:gd name="connsiteY10" fmla="*/ 1112174 h 3693966"/>
              <a:gd name="connsiteX11" fmla="*/ 2009134 w 2930436"/>
              <a:gd name="connsiteY11" fmla="*/ 1112174 h 3693966"/>
              <a:gd name="connsiteX12" fmla="*/ 2009134 w 2930436"/>
              <a:gd name="connsiteY12" fmla="*/ 1108917 h 3693966"/>
              <a:gd name="connsiteX13" fmla="*/ 1886746 w 2930436"/>
              <a:gd name="connsiteY13" fmla="*/ 1108917 h 3693966"/>
              <a:gd name="connsiteX14" fmla="*/ 1886746 w 2930436"/>
              <a:gd name="connsiteY14" fmla="*/ 225069 h 3693966"/>
              <a:gd name="connsiteX15" fmla="*/ 2039481 w 2930436"/>
              <a:gd name="connsiteY15" fmla="*/ 0 h 3693966"/>
              <a:gd name="connsiteX16" fmla="*/ 2048550 w 2930436"/>
              <a:gd name="connsiteY16" fmla="*/ 9069 h 3693966"/>
              <a:gd name="connsiteX17" fmla="*/ 2052000 w 2930436"/>
              <a:gd name="connsiteY17" fmla="*/ 9069 h 3693966"/>
              <a:gd name="connsiteX18" fmla="*/ 2052000 w 2930436"/>
              <a:gd name="connsiteY18" fmla="*/ 12519 h 3693966"/>
              <a:gd name="connsiteX19" fmla="*/ 2930436 w 2930436"/>
              <a:gd name="connsiteY19" fmla="*/ 890955 h 3693966"/>
              <a:gd name="connsiteX20" fmla="*/ 2918255 w 2930436"/>
              <a:gd name="connsiteY20" fmla="*/ 903136 h 3693966"/>
              <a:gd name="connsiteX21" fmla="*/ 2918255 w 2930436"/>
              <a:gd name="connsiteY21" fmla="*/ 3477965 h 3693966"/>
              <a:gd name="connsiteX22" fmla="*/ 2918255 w 2930436"/>
              <a:gd name="connsiteY22" fmla="*/ 3693965 h 3693966"/>
              <a:gd name="connsiteX23" fmla="*/ 2702255 w 2930436"/>
              <a:gd name="connsiteY23" fmla="*/ 3693965 h 3693966"/>
              <a:gd name="connsiteX24" fmla="*/ 216000 w 2930436"/>
              <a:gd name="connsiteY24" fmla="*/ 3693965 h 3693966"/>
              <a:gd name="connsiteX25" fmla="*/ 216000 w 2930436"/>
              <a:gd name="connsiteY25" fmla="*/ 3693966 h 3693966"/>
              <a:gd name="connsiteX26" fmla="*/ 0 w 2930436"/>
              <a:gd name="connsiteY26" fmla="*/ 3693966 h 3693966"/>
              <a:gd name="connsiteX27" fmla="*/ 0 w 2930436"/>
              <a:gd name="connsiteY27" fmla="*/ 3693965 h 3693966"/>
              <a:gd name="connsiteX28" fmla="*/ 0 w 2930436"/>
              <a:gd name="connsiteY28" fmla="*/ 3477965 h 3693966"/>
              <a:gd name="connsiteX29" fmla="*/ 0 w 2930436"/>
              <a:gd name="connsiteY29" fmla="*/ 225069 h 3693966"/>
              <a:gd name="connsiteX30" fmla="*/ 0 w 2930436"/>
              <a:gd name="connsiteY30" fmla="*/ 9070 h 3693966"/>
              <a:gd name="connsiteX31" fmla="*/ 0 w 2930436"/>
              <a:gd name="connsiteY31" fmla="*/ 9069 h 3693966"/>
              <a:gd name="connsiteX32" fmla="*/ 2030413 w 2930436"/>
              <a:gd name="connsiteY32" fmla="*/ 9069 h 369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30436" h="3693966">
                <a:moveTo>
                  <a:pt x="991408" y="1462137"/>
                </a:moveTo>
                <a:cubicBezTo>
                  <a:pt x="1165009" y="1441179"/>
                  <a:pt x="1363178" y="1536340"/>
                  <a:pt x="1467135" y="1790103"/>
                </a:cubicBezTo>
                <a:cubicBezTo>
                  <a:pt x="1799799" y="978061"/>
                  <a:pt x="3097189" y="1790103"/>
                  <a:pt x="1467135" y="2834157"/>
                </a:cubicBezTo>
                <a:cubicBezTo>
                  <a:pt x="346473" y="2116370"/>
                  <a:pt x="609486" y="1508245"/>
                  <a:pt x="991408" y="1462137"/>
                </a:cubicBezTo>
                <a:close/>
                <a:moveTo>
                  <a:pt x="2102746" y="368735"/>
                </a:moveTo>
                <a:lnTo>
                  <a:pt x="2102746" y="896174"/>
                </a:lnTo>
                <a:lnTo>
                  <a:pt x="2630185" y="896174"/>
                </a:lnTo>
                <a:close/>
                <a:moveTo>
                  <a:pt x="216000" y="225069"/>
                </a:moveTo>
                <a:lnTo>
                  <a:pt x="216000" y="3477965"/>
                </a:lnTo>
                <a:lnTo>
                  <a:pt x="2702255" y="3477965"/>
                </a:lnTo>
                <a:lnTo>
                  <a:pt x="2702255" y="1112174"/>
                </a:lnTo>
                <a:lnTo>
                  <a:pt x="2009134" y="1112174"/>
                </a:lnTo>
                <a:lnTo>
                  <a:pt x="2009134" y="1108917"/>
                </a:lnTo>
                <a:lnTo>
                  <a:pt x="1886746" y="1108917"/>
                </a:lnTo>
                <a:lnTo>
                  <a:pt x="1886746" y="225069"/>
                </a:lnTo>
                <a:close/>
                <a:moveTo>
                  <a:pt x="2039481" y="0"/>
                </a:moveTo>
                <a:lnTo>
                  <a:pt x="2048550" y="9069"/>
                </a:lnTo>
                <a:lnTo>
                  <a:pt x="2052000" y="9069"/>
                </a:lnTo>
                <a:lnTo>
                  <a:pt x="2052000" y="12519"/>
                </a:lnTo>
                <a:lnTo>
                  <a:pt x="2930436" y="890955"/>
                </a:lnTo>
                <a:lnTo>
                  <a:pt x="2918255" y="903136"/>
                </a:lnTo>
                <a:lnTo>
                  <a:pt x="2918255" y="3477965"/>
                </a:lnTo>
                <a:lnTo>
                  <a:pt x="2918255" y="3693965"/>
                </a:lnTo>
                <a:lnTo>
                  <a:pt x="2702255" y="3693965"/>
                </a:lnTo>
                <a:lnTo>
                  <a:pt x="216000" y="3693965"/>
                </a:lnTo>
                <a:lnTo>
                  <a:pt x="216000" y="3693966"/>
                </a:lnTo>
                <a:lnTo>
                  <a:pt x="0" y="3693966"/>
                </a:lnTo>
                <a:lnTo>
                  <a:pt x="0" y="3693965"/>
                </a:lnTo>
                <a:lnTo>
                  <a:pt x="0" y="3477965"/>
                </a:lnTo>
                <a:lnTo>
                  <a:pt x="0" y="225069"/>
                </a:lnTo>
                <a:lnTo>
                  <a:pt x="0" y="9070"/>
                </a:lnTo>
                <a:lnTo>
                  <a:pt x="0" y="9069"/>
                </a:lnTo>
                <a:lnTo>
                  <a:pt x="2030413" y="90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a:spLocks noChangeAspect="1"/>
          </p:cNvSpPr>
          <p:nvPr/>
        </p:nvSpPr>
        <p:spPr>
          <a:xfrm>
            <a:off x="3093449" y="1284391"/>
            <a:ext cx="360000" cy="360000"/>
          </a:xfrm>
          <a:custGeom>
            <a:avLst/>
            <a:gdLst>
              <a:gd name="connsiteX0" fmla="*/ 2141835 w 4326342"/>
              <a:gd name="connsiteY0" fmla="*/ 2181536 h 4326342"/>
              <a:gd name="connsiteX1" fmla="*/ 1966361 w 4326342"/>
              <a:gd name="connsiteY1" fmla="*/ 2357010 h 4326342"/>
              <a:gd name="connsiteX2" fmla="*/ 2141835 w 4326342"/>
              <a:gd name="connsiteY2" fmla="*/ 2532484 h 4326342"/>
              <a:gd name="connsiteX3" fmla="*/ 2317309 w 4326342"/>
              <a:gd name="connsiteY3" fmla="*/ 2357010 h 4326342"/>
              <a:gd name="connsiteX4" fmla="*/ 2141835 w 4326342"/>
              <a:gd name="connsiteY4" fmla="*/ 2181536 h 4326342"/>
              <a:gd name="connsiteX5" fmla="*/ 3050078 w 4326342"/>
              <a:gd name="connsiteY5" fmla="*/ 1235440 h 4326342"/>
              <a:gd name="connsiteX6" fmla="*/ 3224097 w 4326342"/>
              <a:gd name="connsiteY6" fmla="*/ 1235440 h 4326342"/>
              <a:gd name="connsiteX7" fmla="*/ 3224097 w 4326342"/>
              <a:gd name="connsiteY7" fmla="*/ 1409459 h 4326342"/>
              <a:gd name="connsiteX8" fmla="*/ 2442853 w 4326342"/>
              <a:gd name="connsiteY8" fmla="*/ 2190704 h 4326342"/>
              <a:gd name="connsiteX9" fmla="*/ 2460136 w 4326342"/>
              <a:gd name="connsiteY9" fmla="*/ 2222546 h 4326342"/>
              <a:gd name="connsiteX10" fmla="*/ 2487283 w 4326342"/>
              <a:gd name="connsiteY10" fmla="*/ 2357010 h 4326342"/>
              <a:gd name="connsiteX11" fmla="*/ 2141835 w 4326342"/>
              <a:gd name="connsiteY11" fmla="*/ 2702458 h 4326342"/>
              <a:gd name="connsiteX12" fmla="*/ 1796387 w 4326342"/>
              <a:gd name="connsiteY12" fmla="*/ 2357010 h 4326342"/>
              <a:gd name="connsiteX13" fmla="*/ 2141835 w 4326342"/>
              <a:gd name="connsiteY13" fmla="*/ 2011562 h 4326342"/>
              <a:gd name="connsiteX14" fmla="*/ 2211455 w 4326342"/>
              <a:gd name="connsiteY14" fmla="*/ 2018580 h 4326342"/>
              <a:gd name="connsiteX15" fmla="*/ 2253796 w 4326342"/>
              <a:gd name="connsiteY15" fmla="*/ 2031724 h 4326342"/>
              <a:gd name="connsiteX16" fmla="*/ 2351587 w 4326342"/>
              <a:gd name="connsiteY16" fmla="*/ 394265 h 4326342"/>
              <a:gd name="connsiteX17" fmla="*/ 2351587 w 4326342"/>
              <a:gd name="connsiteY17" fmla="*/ 819065 h 4326342"/>
              <a:gd name="connsiteX18" fmla="*/ 1969450 w 4326342"/>
              <a:gd name="connsiteY18" fmla="*/ 819065 h 4326342"/>
              <a:gd name="connsiteX19" fmla="*/ 1969450 w 4326342"/>
              <a:gd name="connsiteY19" fmla="*/ 395057 h 4326342"/>
              <a:gd name="connsiteX20" fmla="*/ 1886601 w 4326342"/>
              <a:gd name="connsiteY20" fmla="*/ 404718 h 4326342"/>
              <a:gd name="connsiteX21" fmla="*/ 1150382 w 4326342"/>
              <a:gd name="connsiteY21" fmla="*/ 699421 h 4326342"/>
              <a:gd name="connsiteX22" fmla="*/ 1076090 w 4326342"/>
              <a:gd name="connsiteY22" fmla="*/ 755673 h 4326342"/>
              <a:gd name="connsiteX23" fmla="*/ 1076090 w 4326342"/>
              <a:gd name="connsiteY23" fmla="*/ 1146511 h 4326342"/>
              <a:gd name="connsiteX24" fmla="*/ 703548 w 4326342"/>
              <a:gd name="connsiteY24" fmla="*/ 1146511 h 4326342"/>
              <a:gd name="connsiteX25" fmla="*/ 641027 w 4326342"/>
              <a:gd name="connsiteY25" fmla="*/ 1240273 h 4326342"/>
              <a:gd name="connsiteX26" fmla="*/ 419517 w 4326342"/>
              <a:gd name="connsiteY26" fmla="*/ 1804477 h 4326342"/>
              <a:gd name="connsiteX27" fmla="*/ 393934 w 4326342"/>
              <a:gd name="connsiteY27" fmla="*/ 1972102 h 4326342"/>
              <a:gd name="connsiteX28" fmla="*/ 870805 w 4326342"/>
              <a:gd name="connsiteY28" fmla="*/ 1972102 h 4326342"/>
              <a:gd name="connsiteX29" fmla="*/ 870805 w 4326342"/>
              <a:gd name="connsiteY29" fmla="*/ 2354239 h 4326342"/>
              <a:gd name="connsiteX30" fmla="*/ 393934 w 4326342"/>
              <a:gd name="connsiteY30" fmla="*/ 2354239 h 4326342"/>
              <a:gd name="connsiteX31" fmla="*/ 419517 w 4326342"/>
              <a:gd name="connsiteY31" fmla="*/ 2521866 h 4326342"/>
              <a:gd name="connsiteX32" fmla="*/ 641027 w 4326342"/>
              <a:gd name="connsiteY32" fmla="*/ 3086069 h 4326342"/>
              <a:gd name="connsiteX33" fmla="*/ 717330 w 4326342"/>
              <a:gd name="connsiteY33" fmla="*/ 3200500 h 4326342"/>
              <a:gd name="connsiteX34" fmla="*/ 1076090 w 4326342"/>
              <a:gd name="connsiteY34" fmla="*/ 3200500 h 4326342"/>
              <a:gd name="connsiteX35" fmla="*/ 1076090 w 4326342"/>
              <a:gd name="connsiteY35" fmla="*/ 3570670 h 4326342"/>
              <a:gd name="connsiteX36" fmla="*/ 1150382 w 4326342"/>
              <a:gd name="connsiteY36" fmla="*/ 3626922 h 4326342"/>
              <a:gd name="connsiteX37" fmla="*/ 2163170 w 4326342"/>
              <a:gd name="connsiteY37" fmla="*/ 3942984 h 4326342"/>
              <a:gd name="connsiteX38" fmla="*/ 3175958 w 4326342"/>
              <a:gd name="connsiteY38" fmla="*/ 3626922 h 4326342"/>
              <a:gd name="connsiteX39" fmla="*/ 3252911 w 4326342"/>
              <a:gd name="connsiteY39" fmla="*/ 3568655 h 4326342"/>
              <a:gd name="connsiteX40" fmla="*/ 3252911 w 4326342"/>
              <a:gd name="connsiteY40" fmla="*/ 3200500 h 4326342"/>
              <a:gd name="connsiteX41" fmla="*/ 3609011 w 4326342"/>
              <a:gd name="connsiteY41" fmla="*/ 3200500 h 4326342"/>
              <a:gd name="connsiteX42" fmla="*/ 3685314 w 4326342"/>
              <a:gd name="connsiteY42" fmla="*/ 3086069 h 4326342"/>
              <a:gd name="connsiteX43" fmla="*/ 3906824 w 4326342"/>
              <a:gd name="connsiteY43" fmla="*/ 2521866 h 4326342"/>
              <a:gd name="connsiteX44" fmla="*/ 3932407 w 4326342"/>
              <a:gd name="connsiteY44" fmla="*/ 2354240 h 4326342"/>
              <a:gd name="connsiteX45" fmla="*/ 3477530 w 4326342"/>
              <a:gd name="connsiteY45" fmla="*/ 2354240 h 4326342"/>
              <a:gd name="connsiteX46" fmla="*/ 3477530 w 4326342"/>
              <a:gd name="connsiteY46" fmla="*/ 1972103 h 4326342"/>
              <a:gd name="connsiteX47" fmla="*/ 3932407 w 4326342"/>
              <a:gd name="connsiteY47" fmla="*/ 1972103 h 4326342"/>
              <a:gd name="connsiteX48" fmla="*/ 3906824 w 4326342"/>
              <a:gd name="connsiteY48" fmla="*/ 1804477 h 4326342"/>
              <a:gd name="connsiteX49" fmla="*/ 2478227 w 4326342"/>
              <a:gd name="connsiteY49" fmla="*/ 411157 h 4326342"/>
              <a:gd name="connsiteX50" fmla="*/ 2163171 w 4326342"/>
              <a:gd name="connsiteY50" fmla="*/ 0 h 4326342"/>
              <a:gd name="connsiteX51" fmla="*/ 4326342 w 4326342"/>
              <a:gd name="connsiteY51" fmla="*/ 2163171 h 4326342"/>
              <a:gd name="connsiteX52" fmla="*/ 2163171 w 4326342"/>
              <a:gd name="connsiteY52" fmla="*/ 4326342 h 4326342"/>
              <a:gd name="connsiteX53" fmla="*/ 0 w 4326342"/>
              <a:gd name="connsiteY53" fmla="*/ 2163171 h 4326342"/>
              <a:gd name="connsiteX54" fmla="*/ 2163171 w 4326342"/>
              <a:gd name="connsiteY54" fmla="*/ 0 h 4326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326342" h="4326342">
                <a:moveTo>
                  <a:pt x="2141835" y="2181536"/>
                </a:moveTo>
                <a:cubicBezTo>
                  <a:pt x="2044923" y="2181536"/>
                  <a:pt x="1966361" y="2260098"/>
                  <a:pt x="1966361" y="2357010"/>
                </a:cubicBezTo>
                <a:cubicBezTo>
                  <a:pt x="1966361" y="2453922"/>
                  <a:pt x="2044923" y="2532484"/>
                  <a:pt x="2141835" y="2532484"/>
                </a:cubicBezTo>
                <a:cubicBezTo>
                  <a:pt x="2238747" y="2532484"/>
                  <a:pt x="2317309" y="2453922"/>
                  <a:pt x="2317309" y="2357010"/>
                </a:cubicBezTo>
                <a:cubicBezTo>
                  <a:pt x="2317309" y="2260098"/>
                  <a:pt x="2238747" y="2181536"/>
                  <a:pt x="2141835" y="2181536"/>
                </a:cubicBezTo>
                <a:close/>
                <a:moveTo>
                  <a:pt x="3050078" y="1235440"/>
                </a:moveTo>
                <a:lnTo>
                  <a:pt x="3224097" y="1235440"/>
                </a:lnTo>
                <a:lnTo>
                  <a:pt x="3224097" y="1409459"/>
                </a:lnTo>
                <a:lnTo>
                  <a:pt x="2442853" y="2190704"/>
                </a:lnTo>
                <a:lnTo>
                  <a:pt x="2460136" y="2222546"/>
                </a:lnTo>
                <a:cubicBezTo>
                  <a:pt x="2477617" y="2263875"/>
                  <a:pt x="2487283" y="2309314"/>
                  <a:pt x="2487283" y="2357010"/>
                </a:cubicBezTo>
                <a:cubicBezTo>
                  <a:pt x="2487283" y="2547796"/>
                  <a:pt x="2332621" y="2702458"/>
                  <a:pt x="2141835" y="2702458"/>
                </a:cubicBezTo>
                <a:cubicBezTo>
                  <a:pt x="1951049" y="2702458"/>
                  <a:pt x="1796387" y="2547796"/>
                  <a:pt x="1796387" y="2357010"/>
                </a:cubicBezTo>
                <a:cubicBezTo>
                  <a:pt x="1796387" y="2166224"/>
                  <a:pt x="1951049" y="2011562"/>
                  <a:pt x="2141835" y="2011562"/>
                </a:cubicBezTo>
                <a:cubicBezTo>
                  <a:pt x="2165684" y="2011562"/>
                  <a:pt x="2188967" y="2013979"/>
                  <a:pt x="2211455" y="2018580"/>
                </a:cubicBezTo>
                <a:lnTo>
                  <a:pt x="2253796" y="2031724"/>
                </a:lnTo>
                <a:close/>
                <a:moveTo>
                  <a:pt x="2351587" y="394265"/>
                </a:moveTo>
                <a:lnTo>
                  <a:pt x="2351587" y="819065"/>
                </a:lnTo>
                <a:lnTo>
                  <a:pt x="1969450" y="819065"/>
                </a:lnTo>
                <a:lnTo>
                  <a:pt x="1969450" y="395057"/>
                </a:lnTo>
                <a:lnTo>
                  <a:pt x="1886601" y="404718"/>
                </a:lnTo>
                <a:cubicBezTo>
                  <a:pt x="1616217" y="446903"/>
                  <a:pt x="1365993" y="549955"/>
                  <a:pt x="1150382" y="699421"/>
                </a:cubicBezTo>
                <a:lnTo>
                  <a:pt x="1076090" y="755673"/>
                </a:lnTo>
                <a:lnTo>
                  <a:pt x="1076090" y="1146511"/>
                </a:lnTo>
                <a:lnTo>
                  <a:pt x="703548" y="1146511"/>
                </a:lnTo>
                <a:lnTo>
                  <a:pt x="641027" y="1240273"/>
                </a:lnTo>
                <a:cubicBezTo>
                  <a:pt x="536974" y="1411520"/>
                  <a:pt x="461007" y="1601719"/>
                  <a:pt x="419517" y="1804477"/>
                </a:cubicBezTo>
                <a:lnTo>
                  <a:pt x="393934" y="1972102"/>
                </a:lnTo>
                <a:lnTo>
                  <a:pt x="870805" y="1972102"/>
                </a:lnTo>
                <a:lnTo>
                  <a:pt x="870805" y="2354239"/>
                </a:lnTo>
                <a:lnTo>
                  <a:pt x="393934" y="2354239"/>
                </a:lnTo>
                <a:lnTo>
                  <a:pt x="419517" y="2521866"/>
                </a:lnTo>
                <a:cubicBezTo>
                  <a:pt x="461007" y="2724623"/>
                  <a:pt x="536974" y="2914822"/>
                  <a:pt x="641027" y="3086069"/>
                </a:cubicBezTo>
                <a:lnTo>
                  <a:pt x="717330" y="3200500"/>
                </a:lnTo>
                <a:lnTo>
                  <a:pt x="1076090" y="3200500"/>
                </a:lnTo>
                <a:lnTo>
                  <a:pt x="1076090" y="3570670"/>
                </a:lnTo>
                <a:lnTo>
                  <a:pt x="1150382" y="3626922"/>
                </a:lnTo>
                <a:cubicBezTo>
                  <a:pt x="1437863" y="3826210"/>
                  <a:pt x="1786879" y="3942984"/>
                  <a:pt x="2163170" y="3942984"/>
                </a:cubicBezTo>
                <a:cubicBezTo>
                  <a:pt x="2539461" y="3942984"/>
                  <a:pt x="2888478" y="3826210"/>
                  <a:pt x="3175958" y="3626922"/>
                </a:cubicBezTo>
                <a:lnTo>
                  <a:pt x="3252911" y="3568655"/>
                </a:lnTo>
                <a:lnTo>
                  <a:pt x="3252911" y="3200500"/>
                </a:lnTo>
                <a:lnTo>
                  <a:pt x="3609011" y="3200500"/>
                </a:lnTo>
                <a:lnTo>
                  <a:pt x="3685314" y="3086069"/>
                </a:lnTo>
                <a:cubicBezTo>
                  <a:pt x="3789366" y="2914822"/>
                  <a:pt x="3865333" y="2724623"/>
                  <a:pt x="3906824" y="2521866"/>
                </a:cubicBezTo>
                <a:lnTo>
                  <a:pt x="3932407" y="2354240"/>
                </a:lnTo>
                <a:lnTo>
                  <a:pt x="3477530" y="2354240"/>
                </a:lnTo>
                <a:lnTo>
                  <a:pt x="3477530" y="1972103"/>
                </a:lnTo>
                <a:lnTo>
                  <a:pt x="3932407" y="1972103"/>
                </a:lnTo>
                <a:lnTo>
                  <a:pt x="3906824" y="1804477"/>
                </a:lnTo>
                <a:cubicBezTo>
                  <a:pt x="3761608" y="1094825"/>
                  <a:pt x="3194044" y="539020"/>
                  <a:pt x="2478227" y="411157"/>
                </a:cubicBezTo>
                <a:close/>
                <a:moveTo>
                  <a:pt x="2163171" y="0"/>
                </a:moveTo>
                <a:cubicBezTo>
                  <a:pt x="3357857" y="0"/>
                  <a:pt x="4326342" y="968485"/>
                  <a:pt x="4326342" y="2163171"/>
                </a:cubicBezTo>
                <a:cubicBezTo>
                  <a:pt x="4326342" y="3357857"/>
                  <a:pt x="3357857" y="4326342"/>
                  <a:pt x="2163171" y="4326342"/>
                </a:cubicBezTo>
                <a:cubicBezTo>
                  <a:pt x="968485" y="4326342"/>
                  <a:pt x="0" y="3357857"/>
                  <a:pt x="0" y="2163171"/>
                </a:cubicBezTo>
                <a:cubicBezTo>
                  <a:pt x="0" y="968485"/>
                  <a:pt x="968485" y="0"/>
                  <a:pt x="216317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任意多边形 15"/>
          <p:cNvSpPr>
            <a:spLocks noChangeAspect="1"/>
          </p:cNvSpPr>
          <p:nvPr/>
        </p:nvSpPr>
        <p:spPr>
          <a:xfrm>
            <a:off x="3914012" y="1284391"/>
            <a:ext cx="334162" cy="360000"/>
          </a:xfrm>
          <a:custGeom>
            <a:avLst/>
            <a:gdLst>
              <a:gd name="connsiteX0" fmla="*/ 2149595 w 4366834"/>
              <a:gd name="connsiteY0" fmla="*/ 2482640 h 4704489"/>
              <a:gd name="connsiteX1" fmla="*/ 2102840 w 4366834"/>
              <a:gd name="connsiteY1" fmla="*/ 2492080 h 4704489"/>
              <a:gd name="connsiteX2" fmla="*/ 2012340 w 4366834"/>
              <a:gd name="connsiteY2" fmla="*/ 2628611 h 4704489"/>
              <a:gd name="connsiteX3" fmla="*/ 2160516 w 4366834"/>
              <a:gd name="connsiteY3" fmla="*/ 2776787 h 4704489"/>
              <a:gd name="connsiteX4" fmla="*/ 2308692 w 4366834"/>
              <a:gd name="connsiteY4" fmla="*/ 2628611 h 4704489"/>
              <a:gd name="connsiteX5" fmla="*/ 2218193 w 4366834"/>
              <a:gd name="connsiteY5" fmla="*/ 2492080 h 4704489"/>
              <a:gd name="connsiteX6" fmla="*/ 2171438 w 4366834"/>
              <a:gd name="connsiteY6" fmla="*/ 2482640 h 4704489"/>
              <a:gd name="connsiteX7" fmla="*/ 2160518 w 4366834"/>
              <a:gd name="connsiteY7" fmla="*/ 951351 h 4704489"/>
              <a:gd name="connsiteX8" fmla="*/ 2302218 w 4366834"/>
              <a:gd name="connsiteY8" fmla="*/ 1093052 h 4704489"/>
              <a:gd name="connsiteX9" fmla="*/ 2302218 w 4366834"/>
              <a:gd name="connsiteY9" fmla="*/ 2314238 h 4704489"/>
              <a:gd name="connsiteX10" fmla="*/ 2353661 w 4366834"/>
              <a:gd name="connsiteY10" fmla="*/ 2342160 h 4704489"/>
              <a:gd name="connsiteX11" fmla="*/ 2505965 w 4366834"/>
              <a:gd name="connsiteY11" fmla="*/ 2628611 h 4704489"/>
              <a:gd name="connsiteX12" fmla="*/ 2160517 w 4366834"/>
              <a:gd name="connsiteY12" fmla="*/ 2974059 h 4704489"/>
              <a:gd name="connsiteX13" fmla="*/ 1815069 w 4366834"/>
              <a:gd name="connsiteY13" fmla="*/ 2628611 h 4704489"/>
              <a:gd name="connsiteX14" fmla="*/ 1967374 w 4366834"/>
              <a:gd name="connsiteY14" fmla="*/ 2342160 h 4704489"/>
              <a:gd name="connsiteX15" fmla="*/ 2018817 w 4366834"/>
              <a:gd name="connsiteY15" fmla="*/ 2314238 h 4704489"/>
              <a:gd name="connsiteX16" fmla="*/ 2018817 w 4366834"/>
              <a:gd name="connsiteY16" fmla="*/ 1093052 h 4704489"/>
              <a:gd name="connsiteX17" fmla="*/ 2163170 w 4366834"/>
              <a:gd name="connsiteY17" fmla="*/ 761506 h 4704489"/>
              <a:gd name="connsiteX18" fmla="*/ 383357 w 4366834"/>
              <a:gd name="connsiteY18" fmla="*/ 2541318 h 4704489"/>
              <a:gd name="connsiteX19" fmla="*/ 2163170 w 4366834"/>
              <a:gd name="connsiteY19" fmla="*/ 4321131 h 4704489"/>
              <a:gd name="connsiteX20" fmla="*/ 3942983 w 4366834"/>
              <a:gd name="connsiteY20" fmla="*/ 2541318 h 4704489"/>
              <a:gd name="connsiteX21" fmla="*/ 2163170 w 4366834"/>
              <a:gd name="connsiteY21" fmla="*/ 761506 h 4704489"/>
              <a:gd name="connsiteX22" fmla="*/ 1914854 w 4366834"/>
              <a:gd name="connsiteY22" fmla="*/ 0 h 4704489"/>
              <a:gd name="connsiteX23" fmla="*/ 2451372 w 4366834"/>
              <a:gd name="connsiteY23" fmla="*/ 0 h 4704489"/>
              <a:gd name="connsiteX24" fmla="*/ 2451372 w 4366834"/>
              <a:gd name="connsiteY24" fmla="*/ 398363 h 4704489"/>
              <a:gd name="connsiteX25" fmla="*/ 2492601 w 4366834"/>
              <a:gd name="connsiteY25" fmla="*/ 403072 h 4704489"/>
              <a:gd name="connsiteX26" fmla="*/ 3372621 w 4366834"/>
              <a:gd name="connsiteY26" fmla="*/ 747583 h 4704489"/>
              <a:gd name="connsiteX27" fmla="*/ 3532765 w 4366834"/>
              <a:gd name="connsiteY27" fmla="*/ 867337 h 4704489"/>
              <a:gd name="connsiteX28" fmla="*/ 3733861 w 4366834"/>
              <a:gd name="connsiteY28" fmla="*/ 666241 h 4704489"/>
              <a:gd name="connsiteX29" fmla="*/ 3498760 w 4366834"/>
              <a:gd name="connsiteY29" fmla="*/ 431140 h 4704489"/>
              <a:gd name="connsiteX30" fmla="*/ 3711472 w 4366834"/>
              <a:gd name="connsiteY30" fmla="*/ 218428 h 4704489"/>
              <a:gd name="connsiteX31" fmla="*/ 4366834 w 4366834"/>
              <a:gd name="connsiteY31" fmla="*/ 873790 h 4704489"/>
              <a:gd name="connsiteX32" fmla="*/ 4154122 w 4366834"/>
              <a:gd name="connsiteY32" fmla="*/ 1086502 h 4704489"/>
              <a:gd name="connsiteX33" fmla="*/ 3919022 w 4366834"/>
              <a:gd name="connsiteY33" fmla="*/ 851401 h 4704489"/>
              <a:gd name="connsiteX34" fmla="*/ 3724157 w 4366834"/>
              <a:gd name="connsiteY34" fmla="*/ 1046266 h 4704489"/>
              <a:gd name="connsiteX35" fmla="*/ 3832379 w 4366834"/>
              <a:gd name="connsiteY35" fmla="*/ 1165341 h 4704489"/>
              <a:gd name="connsiteX36" fmla="*/ 4326342 w 4366834"/>
              <a:gd name="connsiteY36" fmla="*/ 2541318 h 4704489"/>
              <a:gd name="connsiteX37" fmla="*/ 2163171 w 4366834"/>
              <a:gd name="connsiteY37" fmla="*/ 4704489 h 4704489"/>
              <a:gd name="connsiteX38" fmla="*/ 0 w 4366834"/>
              <a:gd name="connsiteY38" fmla="*/ 2541318 h 4704489"/>
              <a:gd name="connsiteX39" fmla="*/ 1727217 w 4366834"/>
              <a:gd name="connsiteY39" fmla="*/ 422095 h 4704489"/>
              <a:gd name="connsiteX40" fmla="*/ 1914854 w 4366834"/>
              <a:gd name="connsiteY40" fmla="*/ 393458 h 470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366834" h="4704489">
                <a:moveTo>
                  <a:pt x="2149595" y="2482640"/>
                </a:moveTo>
                <a:lnTo>
                  <a:pt x="2102840" y="2492080"/>
                </a:lnTo>
                <a:cubicBezTo>
                  <a:pt x="2049657" y="2514574"/>
                  <a:pt x="2012340" y="2567235"/>
                  <a:pt x="2012340" y="2628611"/>
                </a:cubicBezTo>
                <a:cubicBezTo>
                  <a:pt x="2012340" y="2710446"/>
                  <a:pt x="2078681" y="2776787"/>
                  <a:pt x="2160516" y="2776787"/>
                </a:cubicBezTo>
                <a:cubicBezTo>
                  <a:pt x="2242351" y="2776787"/>
                  <a:pt x="2308692" y="2710446"/>
                  <a:pt x="2308692" y="2628611"/>
                </a:cubicBezTo>
                <a:cubicBezTo>
                  <a:pt x="2308692" y="2567235"/>
                  <a:pt x="2271375" y="2514574"/>
                  <a:pt x="2218193" y="2492080"/>
                </a:cubicBezTo>
                <a:lnTo>
                  <a:pt x="2171438" y="2482640"/>
                </a:lnTo>
                <a:close/>
                <a:moveTo>
                  <a:pt x="2160518" y="951351"/>
                </a:moveTo>
                <a:lnTo>
                  <a:pt x="2302218" y="1093052"/>
                </a:lnTo>
                <a:lnTo>
                  <a:pt x="2302218" y="2314238"/>
                </a:lnTo>
                <a:lnTo>
                  <a:pt x="2353661" y="2342160"/>
                </a:lnTo>
                <a:cubicBezTo>
                  <a:pt x="2445550" y="2404240"/>
                  <a:pt x="2505965" y="2509370"/>
                  <a:pt x="2505965" y="2628611"/>
                </a:cubicBezTo>
                <a:cubicBezTo>
                  <a:pt x="2505965" y="2819397"/>
                  <a:pt x="2351303" y="2974059"/>
                  <a:pt x="2160517" y="2974059"/>
                </a:cubicBezTo>
                <a:cubicBezTo>
                  <a:pt x="1969731" y="2974059"/>
                  <a:pt x="1815069" y="2819397"/>
                  <a:pt x="1815069" y="2628611"/>
                </a:cubicBezTo>
                <a:cubicBezTo>
                  <a:pt x="1815069" y="2509370"/>
                  <a:pt x="1875484" y="2404240"/>
                  <a:pt x="1967374" y="2342160"/>
                </a:cubicBezTo>
                <a:lnTo>
                  <a:pt x="2018817" y="2314238"/>
                </a:lnTo>
                <a:lnTo>
                  <a:pt x="2018817" y="1093052"/>
                </a:lnTo>
                <a:close/>
                <a:moveTo>
                  <a:pt x="2163170" y="761506"/>
                </a:moveTo>
                <a:cubicBezTo>
                  <a:pt x="1180206" y="761506"/>
                  <a:pt x="383357" y="1558354"/>
                  <a:pt x="383357" y="2541318"/>
                </a:cubicBezTo>
                <a:cubicBezTo>
                  <a:pt x="383357" y="3524282"/>
                  <a:pt x="1180206" y="4321131"/>
                  <a:pt x="2163170" y="4321131"/>
                </a:cubicBezTo>
                <a:cubicBezTo>
                  <a:pt x="3146134" y="4321131"/>
                  <a:pt x="3942983" y="3524282"/>
                  <a:pt x="3942983" y="2541318"/>
                </a:cubicBezTo>
                <a:cubicBezTo>
                  <a:pt x="3942983" y="1558354"/>
                  <a:pt x="3146134" y="761506"/>
                  <a:pt x="2163170" y="761506"/>
                </a:cubicBezTo>
                <a:close/>
                <a:moveTo>
                  <a:pt x="1914854" y="0"/>
                </a:moveTo>
                <a:lnTo>
                  <a:pt x="2451372" y="0"/>
                </a:lnTo>
                <a:lnTo>
                  <a:pt x="2451372" y="398363"/>
                </a:lnTo>
                <a:lnTo>
                  <a:pt x="2492601" y="403072"/>
                </a:lnTo>
                <a:cubicBezTo>
                  <a:pt x="2814843" y="452310"/>
                  <a:pt x="3113687" y="572651"/>
                  <a:pt x="3372621" y="747583"/>
                </a:cubicBezTo>
                <a:lnTo>
                  <a:pt x="3532765" y="867337"/>
                </a:lnTo>
                <a:lnTo>
                  <a:pt x="3733861" y="666241"/>
                </a:lnTo>
                <a:lnTo>
                  <a:pt x="3498760" y="431140"/>
                </a:lnTo>
                <a:lnTo>
                  <a:pt x="3711472" y="218428"/>
                </a:lnTo>
                <a:lnTo>
                  <a:pt x="4366834" y="873790"/>
                </a:lnTo>
                <a:lnTo>
                  <a:pt x="4154122" y="1086502"/>
                </a:lnTo>
                <a:lnTo>
                  <a:pt x="3919022" y="851401"/>
                </a:lnTo>
                <a:lnTo>
                  <a:pt x="3724157" y="1046266"/>
                </a:lnTo>
                <a:lnTo>
                  <a:pt x="3832379" y="1165341"/>
                </a:lnTo>
                <a:cubicBezTo>
                  <a:pt x="4140968" y="1539264"/>
                  <a:pt x="4326342" y="2018643"/>
                  <a:pt x="4326342" y="2541318"/>
                </a:cubicBezTo>
                <a:cubicBezTo>
                  <a:pt x="4326342" y="3736004"/>
                  <a:pt x="3357857" y="4704489"/>
                  <a:pt x="2163171" y="4704489"/>
                </a:cubicBezTo>
                <a:cubicBezTo>
                  <a:pt x="968485" y="4704489"/>
                  <a:pt x="0" y="3736004"/>
                  <a:pt x="0" y="2541318"/>
                </a:cubicBezTo>
                <a:cubicBezTo>
                  <a:pt x="0" y="1495968"/>
                  <a:pt x="741497" y="623803"/>
                  <a:pt x="1727217" y="422095"/>
                </a:cubicBezTo>
                <a:lnTo>
                  <a:pt x="1914854" y="3934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任意多边形 16"/>
          <p:cNvSpPr>
            <a:spLocks noChangeAspect="1"/>
          </p:cNvSpPr>
          <p:nvPr/>
        </p:nvSpPr>
        <p:spPr>
          <a:xfrm>
            <a:off x="4715183" y="1284391"/>
            <a:ext cx="347108" cy="360000"/>
          </a:xfrm>
          <a:custGeom>
            <a:avLst/>
            <a:gdLst>
              <a:gd name="connsiteX0" fmla="*/ 1998111 w 4326348"/>
              <a:gd name="connsiteY0" fmla="*/ 793664 h 4487029"/>
              <a:gd name="connsiteX1" fmla="*/ 2328229 w 4326348"/>
              <a:gd name="connsiteY1" fmla="*/ 793664 h 4487029"/>
              <a:gd name="connsiteX2" fmla="*/ 2328229 w 4326348"/>
              <a:gd name="connsiteY2" fmla="*/ 1998111 h 4487029"/>
              <a:gd name="connsiteX3" fmla="*/ 3047623 w 4326348"/>
              <a:gd name="connsiteY3" fmla="*/ 1998111 h 4487029"/>
              <a:gd name="connsiteX4" fmla="*/ 3047623 w 4326348"/>
              <a:gd name="connsiteY4" fmla="*/ 2328229 h 4487029"/>
              <a:gd name="connsiteX5" fmla="*/ 1998111 w 4326348"/>
              <a:gd name="connsiteY5" fmla="*/ 2328229 h 4487029"/>
              <a:gd name="connsiteX6" fmla="*/ 1998111 w 4326348"/>
              <a:gd name="connsiteY6" fmla="*/ 2324952 h 4487029"/>
              <a:gd name="connsiteX7" fmla="*/ 1998111 w 4326348"/>
              <a:gd name="connsiteY7" fmla="*/ 1998111 h 4487029"/>
              <a:gd name="connsiteX8" fmla="*/ 3567996 w 4326348"/>
              <a:gd name="connsiteY8" fmla="*/ 420687 h 4487029"/>
              <a:gd name="connsiteX9" fmla="*/ 3507260 w 4326348"/>
              <a:gd name="connsiteY9" fmla="*/ 423879 h 4487029"/>
              <a:gd name="connsiteX10" fmla="*/ 3457756 w 4326348"/>
              <a:gd name="connsiteY10" fmla="*/ 433099 h 4487029"/>
              <a:gd name="connsiteX11" fmla="*/ 3539149 w 4326348"/>
              <a:gd name="connsiteY11" fmla="*/ 493963 h 4487029"/>
              <a:gd name="connsiteX12" fmla="*/ 3956907 w 4326348"/>
              <a:gd name="connsiteY12" fmla="*/ 953722 h 4487029"/>
              <a:gd name="connsiteX13" fmla="*/ 4000710 w 4326348"/>
              <a:gd name="connsiteY13" fmla="*/ 1025824 h 4487029"/>
              <a:gd name="connsiteX14" fmla="*/ 4001674 w 4326348"/>
              <a:gd name="connsiteY14" fmla="*/ 1023380 h 4487029"/>
              <a:gd name="connsiteX15" fmla="*/ 4021754 w 4326348"/>
              <a:gd name="connsiteY15" fmla="*/ 840538 h 4487029"/>
              <a:gd name="connsiteX16" fmla="*/ 3747743 w 4326348"/>
              <a:gd name="connsiteY16" fmla="*/ 459739 h 4487029"/>
              <a:gd name="connsiteX17" fmla="*/ 3567996 w 4326348"/>
              <a:gd name="connsiteY17" fmla="*/ 420687 h 4487029"/>
              <a:gd name="connsiteX18" fmla="*/ 779255 w 4326348"/>
              <a:gd name="connsiteY18" fmla="*/ 420687 h 4487029"/>
              <a:gd name="connsiteX19" fmla="*/ 599508 w 4326348"/>
              <a:gd name="connsiteY19" fmla="*/ 459739 h 4487029"/>
              <a:gd name="connsiteX20" fmla="*/ 325497 w 4326348"/>
              <a:gd name="connsiteY20" fmla="*/ 840538 h 4487029"/>
              <a:gd name="connsiteX21" fmla="*/ 330836 w 4326348"/>
              <a:gd name="connsiteY21" fmla="*/ 964125 h 4487029"/>
              <a:gd name="connsiteX22" fmla="*/ 340214 w 4326348"/>
              <a:gd name="connsiteY22" fmla="*/ 1001822 h 4487029"/>
              <a:gd name="connsiteX23" fmla="*/ 369436 w 4326348"/>
              <a:gd name="connsiteY23" fmla="*/ 953722 h 4487029"/>
              <a:gd name="connsiteX24" fmla="*/ 787194 w 4326348"/>
              <a:gd name="connsiteY24" fmla="*/ 493963 h 4487029"/>
              <a:gd name="connsiteX25" fmla="*/ 872756 w 4326348"/>
              <a:gd name="connsiteY25" fmla="*/ 429981 h 4487029"/>
              <a:gd name="connsiteX26" fmla="*/ 839992 w 4326348"/>
              <a:gd name="connsiteY26" fmla="*/ 423879 h 4487029"/>
              <a:gd name="connsiteX27" fmla="*/ 779255 w 4326348"/>
              <a:gd name="connsiteY27" fmla="*/ 420687 h 4487029"/>
              <a:gd name="connsiteX28" fmla="*/ 2163170 w 4326348"/>
              <a:gd name="connsiteY28" fmla="*/ 383359 h 4487029"/>
              <a:gd name="connsiteX29" fmla="*/ 383357 w 4326348"/>
              <a:gd name="connsiteY29" fmla="*/ 2163171 h 4487029"/>
              <a:gd name="connsiteX30" fmla="*/ 2163170 w 4326348"/>
              <a:gd name="connsiteY30" fmla="*/ 3942984 h 4487029"/>
              <a:gd name="connsiteX31" fmla="*/ 3942983 w 4326348"/>
              <a:gd name="connsiteY31" fmla="*/ 2163171 h 4487029"/>
              <a:gd name="connsiteX32" fmla="*/ 2163170 w 4326348"/>
              <a:gd name="connsiteY32" fmla="*/ 383359 h 4487029"/>
              <a:gd name="connsiteX33" fmla="*/ 2163171 w 4326348"/>
              <a:gd name="connsiteY33" fmla="*/ 0 h 4487029"/>
              <a:gd name="connsiteX34" fmla="*/ 3005175 w 4326348"/>
              <a:gd name="connsiteY34" fmla="*/ 169993 h 4487029"/>
              <a:gd name="connsiteX35" fmla="*/ 3150498 w 4326348"/>
              <a:gd name="connsiteY35" fmla="*/ 239999 h 4487029"/>
              <a:gd name="connsiteX36" fmla="*/ 3184680 w 4326348"/>
              <a:gd name="connsiteY36" fmla="*/ 217430 h 4487029"/>
              <a:gd name="connsiteX37" fmla="*/ 3869603 w 4326348"/>
              <a:gd name="connsiteY37" fmla="*/ 182681 h 4487029"/>
              <a:gd name="connsiteX38" fmla="*/ 4323173 w 4326348"/>
              <a:gd name="connsiteY38" fmla="*/ 813019 h 4487029"/>
              <a:gd name="connsiteX39" fmla="*/ 4204058 w 4326348"/>
              <a:gd name="connsiteY39" fmla="*/ 1297313 h 4487029"/>
              <a:gd name="connsiteX40" fmla="*/ 4166234 w 4326348"/>
              <a:gd name="connsiteY40" fmla="*/ 1348174 h 4487029"/>
              <a:gd name="connsiteX41" fmla="*/ 4229090 w 4326348"/>
              <a:gd name="connsiteY41" fmla="*/ 1519910 h 4487029"/>
              <a:gd name="connsiteX42" fmla="*/ 4326342 w 4326348"/>
              <a:gd name="connsiteY42" fmla="*/ 2163171 h 4487029"/>
              <a:gd name="connsiteX43" fmla="*/ 3692764 w 4326348"/>
              <a:gd name="connsiteY43" fmla="*/ 3692764 h 4487029"/>
              <a:gd name="connsiteX44" fmla="*/ 3646527 w 4326348"/>
              <a:gd name="connsiteY44" fmla="*/ 3734787 h 4487029"/>
              <a:gd name="connsiteX45" fmla="*/ 4100149 w 4326348"/>
              <a:gd name="connsiteY45" fmla="*/ 4278745 h 4487029"/>
              <a:gd name="connsiteX46" fmla="*/ 3850387 w 4326348"/>
              <a:gd name="connsiteY46" fmla="*/ 4487028 h 4487029"/>
              <a:gd name="connsiteX47" fmla="*/ 3394599 w 4326348"/>
              <a:gd name="connsiteY47" fmla="*/ 3940472 h 4487029"/>
              <a:gd name="connsiteX48" fmla="*/ 3372621 w 4326348"/>
              <a:gd name="connsiteY48" fmla="*/ 3956907 h 4487029"/>
              <a:gd name="connsiteX49" fmla="*/ 2163171 w 4326348"/>
              <a:gd name="connsiteY49" fmla="*/ 4326342 h 4487029"/>
              <a:gd name="connsiteX50" fmla="*/ 953722 w 4326348"/>
              <a:gd name="connsiteY50" fmla="*/ 3956907 h 4487029"/>
              <a:gd name="connsiteX51" fmla="*/ 942521 w 4326348"/>
              <a:gd name="connsiteY51" fmla="*/ 3948531 h 4487029"/>
              <a:gd name="connsiteX52" fmla="*/ 493453 w 4326348"/>
              <a:gd name="connsiteY52" fmla="*/ 4487029 h 4487029"/>
              <a:gd name="connsiteX53" fmla="*/ 243691 w 4326348"/>
              <a:gd name="connsiteY53" fmla="*/ 4278746 h 4487029"/>
              <a:gd name="connsiteX54" fmla="*/ 689769 w 4326348"/>
              <a:gd name="connsiteY54" fmla="*/ 3743834 h 4487029"/>
              <a:gd name="connsiteX55" fmla="*/ 633578 w 4326348"/>
              <a:gd name="connsiteY55" fmla="*/ 3692764 h 4487029"/>
              <a:gd name="connsiteX56" fmla="*/ 0 w 4326348"/>
              <a:gd name="connsiteY56" fmla="*/ 2163171 h 4487029"/>
              <a:gd name="connsiteX57" fmla="*/ 97252 w 4326348"/>
              <a:gd name="connsiteY57" fmla="*/ 1519910 h 4487029"/>
              <a:gd name="connsiteX58" fmla="*/ 167005 w 4326348"/>
              <a:gd name="connsiteY58" fmla="*/ 1329332 h 4487029"/>
              <a:gd name="connsiteX59" fmla="*/ 143193 w 4326348"/>
              <a:gd name="connsiteY59" fmla="*/ 1297313 h 4487029"/>
              <a:gd name="connsiteX60" fmla="*/ 24078 w 4326348"/>
              <a:gd name="connsiteY60" fmla="*/ 813019 h 4487029"/>
              <a:gd name="connsiteX61" fmla="*/ 477648 w 4326348"/>
              <a:gd name="connsiteY61" fmla="*/ 182681 h 4487029"/>
              <a:gd name="connsiteX62" fmla="*/ 1162571 w 4326348"/>
              <a:gd name="connsiteY62" fmla="*/ 217430 h 4487029"/>
              <a:gd name="connsiteX63" fmla="*/ 1187933 w 4326348"/>
              <a:gd name="connsiteY63" fmla="*/ 234175 h 4487029"/>
              <a:gd name="connsiteX64" fmla="*/ 1321168 w 4326348"/>
              <a:gd name="connsiteY64" fmla="*/ 169993 h 4487029"/>
              <a:gd name="connsiteX65" fmla="*/ 2163171 w 4326348"/>
              <a:gd name="connsiteY65" fmla="*/ 0 h 448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326348" h="4487029">
                <a:moveTo>
                  <a:pt x="1998111" y="793664"/>
                </a:moveTo>
                <a:lnTo>
                  <a:pt x="2328229" y="793664"/>
                </a:lnTo>
                <a:lnTo>
                  <a:pt x="2328229" y="1998111"/>
                </a:lnTo>
                <a:lnTo>
                  <a:pt x="3047623" y="1998111"/>
                </a:lnTo>
                <a:lnTo>
                  <a:pt x="3047623" y="2328229"/>
                </a:lnTo>
                <a:lnTo>
                  <a:pt x="1998111" y="2328229"/>
                </a:lnTo>
                <a:lnTo>
                  <a:pt x="1998111" y="2324952"/>
                </a:lnTo>
                <a:lnTo>
                  <a:pt x="1998111" y="1998111"/>
                </a:lnTo>
                <a:close/>
                <a:moveTo>
                  <a:pt x="3567996" y="420687"/>
                </a:moveTo>
                <a:cubicBezTo>
                  <a:pt x="3547684" y="420417"/>
                  <a:pt x="3527393" y="421486"/>
                  <a:pt x="3507260" y="423879"/>
                </a:cubicBezTo>
                <a:lnTo>
                  <a:pt x="3457756" y="433099"/>
                </a:lnTo>
                <a:lnTo>
                  <a:pt x="3539149" y="493963"/>
                </a:lnTo>
                <a:cubicBezTo>
                  <a:pt x="3699402" y="626216"/>
                  <a:pt x="3840285" y="781100"/>
                  <a:pt x="3956907" y="953722"/>
                </a:cubicBezTo>
                <a:lnTo>
                  <a:pt x="4000710" y="1025824"/>
                </a:lnTo>
                <a:lnTo>
                  <a:pt x="4001674" y="1023380"/>
                </a:lnTo>
                <a:cubicBezTo>
                  <a:pt x="4020265" y="965342"/>
                  <a:pt x="4027483" y="903285"/>
                  <a:pt x="4021754" y="840538"/>
                </a:cubicBezTo>
                <a:cubicBezTo>
                  <a:pt x="4006477" y="673215"/>
                  <a:pt x="3901543" y="527385"/>
                  <a:pt x="3747743" y="459739"/>
                </a:cubicBezTo>
                <a:cubicBezTo>
                  <a:pt x="3690068" y="434372"/>
                  <a:pt x="3628933" y="421499"/>
                  <a:pt x="3567996" y="420687"/>
                </a:cubicBezTo>
                <a:close/>
                <a:moveTo>
                  <a:pt x="779255" y="420687"/>
                </a:moveTo>
                <a:cubicBezTo>
                  <a:pt x="718318" y="421499"/>
                  <a:pt x="657183" y="434371"/>
                  <a:pt x="599508" y="459739"/>
                </a:cubicBezTo>
                <a:cubicBezTo>
                  <a:pt x="445708" y="527385"/>
                  <a:pt x="340774" y="673215"/>
                  <a:pt x="325497" y="840538"/>
                </a:cubicBezTo>
                <a:cubicBezTo>
                  <a:pt x="321678" y="882369"/>
                  <a:pt x="323613" y="923894"/>
                  <a:pt x="330836" y="964125"/>
                </a:cubicBezTo>
                <a:lnTo>
                  <a:pt x="340214" y="1001822"/>
                </a:lnTo>
                <a:lnTo>
                  <a:pt x="369436" y="953722"/>
                </a:lnTo>
                <a:cubicBezTo>
                  <a:pt x="486057" y="781100"/>
                  <a:pt x="626941" y="626216"/>
                  <a:pt x="787194" y="493963"/>
                </a:cubicBezTo>
                <a:lnTo>
                  <a:pt x="872756" y="429981"/>
                </a:lnTo>
                <a:lnTo>
                  <a:pt x="839992" y="423879"/>
                </a:lnTo>
                <a:cubicBezTo>
                  <a:pt x="819858" y="421486"/>
                  <a:pt x="799568" y="420417"/>
                  <a:pt x="779255" y="420687"/>
                </a:cubicBezTo>
                <a:close/>
                <a:moveTo>
                  <a:pt x="2163170" y="383359"/>
                </a:moveTo>
                <a:cubicBezTo>
                  <a:pt x="1180206" y="383359"/>
                  <a:pt x="383357" y="1180207"/>
                  <a:pt x="383357" y="2163171"/>
                </a:cubicBezTo>
                <a:cubicBezTo>
                  <a:pt x="383357" y="3146135"/>
                  <a:pt x="1180206" y="3942984"/>
                  <a:pt x="2163170" y="3942984"/>
                </a:cubicBezTo>
                <a:cubicBezTo>
                  <a:pt x="3146134" y="3942984"/>
                  <a:pt x="3942983" y="3146135"/>
                  <a:pt x="3942983" y="2163171"/>
                </a:cubicBezTo>
                <a:cubicBezTo>
                  <a:pt x="3942983" y="1180207"/>
                  <a:pt x="3146134" y="383359"/>
                  <a:pt x="2163170" y="383359"/>
                </a:cubicBezTo>
                <a:close/>
                <a:moveTo>
                  <a:pt x="2163171" y="0"/>
                </a:moveTo>
                <a:cubicBezTo>
                  <a:pt x="2461843" y="0"/>
                  <a:pt x="2746377" y="60531"/>
                  <a:pt x="3005175" y="169993"/>
                </a:cubicBezTo>
                <a:lnTo>
                  <a:pt x="3150498" y="239999"/>
                </a:lnTo>
                <a:lnTo>
                  <a:pt x="3184680" y="217430"/>
                </a:lnTo>
                <a:cubicBezTo>
                  <a:pt x="3392898" y="99333"/>
                  <a:pt x="3646840" y="84703"/>
                  <a:pt x="3869603" y="182681"/>
                </a:cubicBezTo>
                <a:cubicBezTo>
                  <a:pt x="4124188" y="294656"/>
                  <a:pt x="4297886" y="536048"/>
                  <a:pt x="4323173" y="813019"/>
                </a:cubicBezTo>
                <a:cubicBezTo>
                  <a:pt x="4338978" y="986125"/>
                  <a:pt x="4295252" y="1156062"/>
                  <a:pt x="4204058" y="1297313"/>
                </a:cubicBezTo>
                <a:lnTo>
                  <a:pt x="4166234" y="1348174"/>
                </a:lnTo>
                <a:lnTo>
                  <a:pt x="4229090" y="1519910"/>
                </a:lnTo>
                <a:cubicBezTo>
                  <a:pt x="4292294" y="1723116"/>
                  <a:pt x="4326342" y="1939168"/>
                  <a:pt x="4326342" y="2163171"/>
                </a:cubicBezTo>
                <a:cubicBezTo>
                  <a:pt x="4326342" y="2760514"/>
                  <a:pt x="4084221" y="3301307"/>
                  <a:pt x="3692764" y="3692764"/>
                </a:cubicBezTo>
                <a:lnTo>
                  <a:pt x="3646527" y="3734787"/>
                </a:lnTo>
                <a:lnTo>
                  <a:pt x="4100149" y="4278745"/>
                </a:lnTo>
                <a:lnTo>
                  <a:pt x="3850387" y="4487028"/>
                </a:lnTo>
                <a:lnTo>
                  <a:pt x="3394599" y="3940472"/>
                </a:lnTo>
                <a:lnTo>
                  <a:pt x="3372621" y="3956907"/>
                </a:lnTo>
                <a:cubicBezTo>
                  <a:pt x="3027376" y="4190149"/>
                  <a:pt x="2611178" y="4326342"/>
                  <a:pt x="2163171" y="4326342"/>
                </a:cubicBezTo>
                <a:cubicBezTo>
                  <a:pt x="1715164" y="4326342"/>
                  <a:pt x="1298966" y="4190149"/>
                  <a:pt x="953722" y="3956907"/>
                </a:cubicBezTo>
                <a:lnTo>
                  <a:pt x="942521" y="3948531"/>
                </a:lnTo>
                <a:lnTo>
                  <a:pt x="493453" y="4487029"/>
                </a:lnTo>
                <a:lnTo>
                  <a:pt x="243691" y="4278746"/>
                </a:lnTo>
                <a:lnTo>
                  <a:pt x="689769" y="3743834"/>
                </a:lnTo>
                <a:lnTo>
                  <a:pt x="633578" y="3692764"/>
                </a:lnTo>
                <a:cubicBezTo>
                  <a:pt x="242121" y="3301307"/>
                  <a:pt x="0" y="2760514"/>
                  <a:pt x="0" y="2163171"/>
                </a:cubicBezTo>
                <a:cubicBezTo>
                  <a:pt x="0" y="1939168"/>
                  <a:pt x="34048" y="1723116"/>
                  <a:pt x="97252" y="1519910"/>
                </a:cubicBezTo>
                <a:lnTo>
                  <a:pt x="167005" y="1329332"/>
                </a:lnTo>
                <a:lnTo>
                  <a:pt x="143193" y="1297313"/>
                </a:lnTo>
                <a:cubicBezTo>
                  <a:pt x="51999" y="1156062"/>
                  <a:pt x="8273" y="986125"/>
                  <a:pt x="24078" y="813019"/>
                </a:cubicBezTo>
                <a:cubicBezTo>
                  <a:pt x="49365" y="536048"/>
                  <a:pt x="223063" y="294656"/>
                  <a:pt x="477648" y="182681"/>
                </a:cubicBezTo>
                <a:cubicBezTo>
                  <a:pt x="700411" y="84703"/>
                  <a:pt x="954354" y="99333"/>
                  <a:pt x="1162571" y="217430"/>
                </a:cubicBezTo>
                <a:lnTo>
                  <a:pt x="1187933" y="234175"/>
                </a:lnTo>
                <a:lnTo>
                  <a:pt x="1321168" y="169993"/>
                </a:lnTo>
                <a:cubicBezTo>
                  <a:pt x="1579966" y="60531"/>
                  <a:pt x="1864500" y="0"/>
                  <a:pt x="216317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任意多边形 17"/>
          <p:cNvSpPr>
            <a:spLocks noChangeAspect="1"/>
          </p:cNvSpPr>
          <p:nvPr/>
        </p:nvSpPr>
        <p:spPr>
          <a:xfrm>
            <a:off x="5516381" y="1284391"/>
            <a:ext cx="360000" cy="360000"/>
          </a:xfrm>
          <a:custGeom>
            <a:avLst/>
            <a:gdLst>
              <a:gd name="connsiteX0" fmla="*/ 3009329 w 4544704"/>
              <a:gd name="connsiteY0" fmla="*/ 2055014 h 4544704"/>
              <a:gd name="connsiteX1" fmla="*/ 3391467 w 4544704"/>
              <a:gd name="connsiteY1" fmla="*/ 2055014 h 4544704"/>
              <a:gd name="connsiteX2" fmla="*/ 3391467 w 4544704"/>
              <a:gd name="connsiteY2" fmla="*/ 3528972 h 4544704"/>
              <a:gd name="connsiteX3" fmla="*/ 3009329 w 4544704"/>
              <a:gd name="connsiteY3" fmla="*/ 3528972 h 4544704"/>
              <a:gd name="connsiteX4" fmla="*/ 1132765 w 4544704"/>
              <a:gd name="connsiteY4" fmla="*/ 1495456 h 4544704"/>
              <a:gd name="connsiteX5" fmla="*/ 1514903 w 4544704"/>
              <a:gd name="connsiteY5" fmla="*/ 1495456 h 4544704"/>
              <a:gd name="connsiteX6" fmla="*/ 1514903 w 4544704"/>
              <a:gd name="connsiteY6" fmla="*/ 3528972 h 4544704"/>
              <a:gd name="connsiteX7" fmla="*/ 1132765 w 4544704"/>
              <a:gd name="connsiteY7" fmla="*/ 3528972 h 4544704"/>
              <a:gd name="connsiteX8" fmla="*/ 2081283 w 4544704"/>
              <a:gd name="connsiteY8" fmla="*/ 894954 h 4544704"/>
              <a:gd name="connsiteX9" fmla="*/ 2463421 w 4544704"/>
              <a:gd name="connsiteY9" fmla="*/ 894954 h 4544704"/>
              <a:gd name="connsiteX10" fmla="*/ 2463421 w 4544704"/>
              <a:gd name="connsiteY10" fmla="*/ 3528972 h 4544704"/>
              <a:gd name="connsiteX11" fmla="*/ 2081283 w 4544704"/>
              <a:gd name="connsiteY11" fmla="*/ 3528972 h 4544704"/>
              <a:gd name="connsiteX12" fmla="*/ 631912 w 4544704"/>
              <a:gd name="connsiteY12" fmla="*/ 249116 h 4544704"/>
              <a:gd name="connsiteX13" fmla="*/ 249116 w 4544704"/>
              <a:gd name="connsiteY13" fmla="*/ 631912 h 4544704"/>
              <a:gd name="connsiteX14" fmla="*/ 249116 w 4544704"/>
              <a:gd name="connsiteY14" fmla="*/ 3912793 h 4544704"/>
              <a:gd name="connsiteX15" fmla="*/ 631912 w 4544704"/>
              <a:gd name="connsiteY15" fmla="*/ 4295589 h 4544704"/>
              <a:gd name="connsiteX16" fmla="*/ 3912793 w 4544704"/>
              <a:gd name="connsiteY16" fmla="*/ 4295589 h 4544704"/>
              <a:gd name="connsiteX17" fmla="*/ 4295589 w 4544704"/>
              <a:gd name="connsiteY17" fmla="*/ 3912793 h 4544704"/>
              <a:gd name="connsiteX18" fmla="*/ 4295589 w 4544704"/>
              <a:gd name="connsiteY18" fmla="*/ 631912 h 4544704"/>
              <a:gd name="connsiteX19" fmla="*/ 3912793 w 4544704"/>
              <a:gd name="connsiteY19" fmla="*/ 249116 h 4544704"/>
              <a:gd name="connsiteX20" fmla="*/ 429929 w 4544704"/>
              <a:gd name="connsiteY20" fmla="*/ 0 h 4544704"/>
              <a:gd name="connsiteX21" fmla="*/ 4114775 w 4544704"/>
              <a:gd name="connsiteY21" fmla="*/ 0 h 4544704"/>
              <a:gd name="connsiteX22" fmla="*/ 4544704 w 4544704"/>
              <a:gd name="connsiteY22" fmla="*/ 429929 h 4544704"/>
              <a:gd name="connsiteX23" fmla="*/ 4544704 w 4544704"/>
              <a:gd name="connsiteY23" fmla="*/ 4114775 h 4544704"/>
              <a:gd name="connsiteX24" fmla="*/ 4114775 w 4544704"/>
              <a:gd name="connsiteY24" fmla="*/ 4544704 h 4544704"/>
              <a:gd name="connsiteX25" fmla="*/ 429929 w 4544704"/>
              <a:gd name="connsiteY25" fmla="*/ 4544704 h 4544704"/>
              <a:gd name="connsiteX26" fmla="*/ 0 w 4544704"/>
              <a:gd name="connsiteY26" fmla="*/ 4114775 h 4544704"/>
              <a:gd name="connsiteX27" fmla="*/ 0 w 4544704"/>
              <a:gd name="connsiteY27" fmla="*/ 429929 h 4544704"/>
              <a:gd name="connsiteX28" fmla="*/ 429929 w 4544704"/>
              <a:gd name="connsiteY28" fmla="*/ 0 h 45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44704" h="4544704">
                <a:moveTo>
                  <a:pt x="3009329" y="2055014"/>
                </a:moveTo>
                <a:lnTo>
                  <a:pt x="3391467" y="2055014"/>
                </a:lnTo>
                <a:lnTo>
                  <a:pt x="3391467" y="3528972"/>
                </a:lnTo>
                <a:lnTo>
                  <a:pt x="3009329" y="3528972"/>
                </a:lnTo>
                <a:close/>
                <a:moveTo>
                  <a:pt x="1132765" y="1495456"/>
                </a:moveTo>
                <a:lnTo>
                  <a:pt x="1514903" y="1495456"/>
                </a:lnTo>
                <a:lnTo>
                  <a:pt x="1514903" y="3528972"/>
                </a:lnTo>
                <a:lnTo>
                  <a:pt x="1132765" y="3528972"/>
                </a:lnTo>
                <a:close/>
                <a:moveTo>
                  <a:pt x="2081283" y="894954"/>
                </a:moveTo>
                <a:lnTo>
                  <a:pt x="2463421" y="894954"/>
                </a:lnTo>
                <a:lnTo>
                  <a:pt x="2463421" y="3528972"/>
                </a:lnTo>
                <a:lnTo>
                  <a:pt x="2081283" y="3528972"/>
                </a:lnTo>
                <a:close/>
                <a:moveTo>
                  <a:pt x="631912" y="249116"/>
                </a:moveTo>
                <a:cubicBezTo>
                  <a:pt x="420500" y="249116"/>
                  <a:pt x="249116" y="420500"/>
                  <a:pt x="249116" y="631912"/>
                </a:cubicBezTo>
                <a:lnTo>
                  <a:pt x="249116" y="3912793"/>
                </a:lnTo>
                <a:cubicBezTo>
                  <a:pt x="249116" y="4124205"/>
                  <a:pt x="420500" y="4295589"/>
                  <a:pt x="631912" y="4295589"/>
                </a:cubicBezTo>
                <a:lnTo>
                  <a:pt x="3912793" y="4295589"/>
                </a:lnTo>
                <a:cubicBezTo>
                  <a:pt x="4124205" y="4295589"/>
                  <a:pt x="4295589" y="4124205"/>
                  <a:pt x="4295589" y="3912793"/>
                </a:cubicBezTo>
                <a:lnTo>
                  <a:pt x="4295589" y="631912"/>
                </a:lnTo>
                <a:cubicBezTo>
                  <a:pt x="4295589" y="420500"/>
                  <a:pt x="4124205" y="249116"/>
                  <a:pt x="3912793" y="249116"/>
                </a:cubicBezTo>
                <a:close/>
                <a:moveTo>
                  <a:pt x="429929" y="0"/>
                </a:moveTo>
                <a:lnTo>
                  <a:pt x="4114775" y="0"/>
                </a:lnTo>
                <a:cubicBezTo>
                  <a:pt x="4352218" y="0"/>
                  <a:pt x="4544704" y="192486"/>
                  <a:pt x="4544704" y="429929"/>
                </a:cubicBezTo>
                <a:lnTo>
                  <a:pt x="4544704" y="4114775"/>
                </a:lnTo>
                <a:cubicBezTo>
                  <a:pt x="4544704" y="4352218"/>
                  <a:pt x="4352218" y="4544704"/>
                  <a:pt x="4114775" y="4544704"/>
                </a:cubicBezTo>
                <a:lnTo>
                  <a:pt x="429929" y="4544704"/>
                </a:lnTo>
                <a:cubicBezTo>
                  <a:pt x="192486" y="4544704"/>
                  <a:pt x="0" y="4352218"/>
                  <a:pt x="0" y="4114775"/>
                </a:cubicBezTo>
                <a:lnTo>
                  <a:pt x="0" y="429929"/>
                </a:lnTo>
                <a:cubicBezTo>
                  <a:pt x="0" y="192486"/>
                  <a:pt x="192486" y="0"/>
                  <a:pt x="42992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8"/>
          <p:cNvSpPr>
            <a:spLocks noChangeAspect="1"/>
          </p:cNvSpPr>
          <p:nvPr/>
        </p:nvSpPr>
        <p:spPr>
          <a:xfrm>
            <a:off x="7136110" y="1284391"/>
            <a:ext cx="351123" cy="360000"/>
          </a:xfrm>
          <a:custGeom>
            <a:avLst/>
            <a:gdLst>
              <a:gd name="connsiteX0" fmla="*/ 2429303 w 4858607"/>
              <a:gd name="connsiteY0" fmla="*/ 566170 h 4981435"/>
              <a:gd name="connsiteX1" fmla="*/ 408311 w 4858607"/>
              <a:gd name="connsiteY1" fmla="*/ 2468125 h 4981435"/>
              <a:gd name="connsiteX2" fmla="*/ 1023582 w 4858607"/>
              <a:gd name="connsiteY2" fmla="*/ 2468125 h 4981435"/>
              <a:gd name="connsiteX3" fmla="*/ 1023582 w 4858607"/>
              <a:gd name="connsiteY3" fmla="*/ 2523405 h 4981435"/>
              <a:gd name="connsiteX4" fmla="*/ 1028702 w 4858607"/>
              <a:gd name="connsiteY4" fmla="*/ 2523405 h 4981435"/>
              <a:gd name="connsiteX5" fmla="*/ 1028702 w 4858607"/>
              <a:gd name="connsiteY5" fmla="*/ 4599293 h 4981435"/>
              <a:gd name="connsiteX6" fmla="*/ 1675256 w 4858607"/>
              <a:gd name="connsiteY6" fmla="*/ 4599293 h 4981435"/>
              <a:gd name="connsiteX7" fmla="*/ 1675256 w 4858607"/>
              <a:gd name="connsiteY7" fmla="*/ 2850266 h 4981435"/>
              <a:gd name="connsiteX8" fmla="*/ 1675265 w 4858607"/>
              <a:gd name="connsiteY8" fmla="*/ 2850266 h 4981435"/>
              <a:gd name="connsiteX9" fmla="*/ 1675265 w 4858607"/>
              <a:gd name="connsiteY9" fmla="*/ 2850266 h 4981435"/>
              <a:gd name="connsiteX10" fmla="*/ 2801200 w 4858607"/>
              <a:gd name="connsiteY10" fmla="*/ 2850266 h 4981435"/>
              <a:gd name="connsiteX11" fmla="*/ 2801200 w 4858607"/>
              <a:gd name="connsiteY11" fmla="*/ 2850265 h 4981435"/>
              <a:gd name="connsiteX12" fmla="*/ 3183342 w 4858607"/>
              <a:gd name="connsiteY12" fmla="*/ 2850265 h 4981435"/>
              <a:gd name="connsiteX13" fmla="*/ 3183342 w 4858607"/>
              <a:gd name="connsiteY13" fmla="*/ 2850266 h 4981435"/>
              <a:gd name="connsiteX14" fmla="*/ 3183342 w 4858607"/>
              <a:gd name="connsiteY14" fmla="*/ 2850266 h 4981435"/>
              <a:gd name="connsiteX15" fmla="*/ 3183342 w 4858607"/>
              <a:gd name="connsiteY15" fmla="*/ 3232407 h 4981435"/>
              <a:gd name="connsiteX16" fmla="*/ 3183342 w 4858607"/>
              <a:gd name="connsiteY16" fmla="*/ 3232407 h 4981435"/>
              <a:gd name="connsiteX17" fmla="*/ 3183342 w 4858607"/>
              <a:gd name="connsiteY17" fmla="*/ 4599293 h 4981435"/>
              <a:gd name="connsiteX18" fmla="*/ 3829904 w 4858607"/>
              <a:gd name="connsiteY18" fmla="*/ 4599293 h 4981435"/>
              <a:gd name="connsiteX19" fmla="*/ 3829904 w 4858607"/>
              <a:gd name="connsiteY19" fmla="*/ 2523405 h 4981435"/>
              <a:gd name="connsiteX20" fmla="*/ 3835025 w 4858607"/>
              <a:gd name="connsiteY20" fmla="*/ 2523405 h 4981435"/>
              <a:gd name="connsiteX21" fmla="*/ 3835025 w 4858607"/>
              <a:gd name="connsiteY21" fmla="*/ 2468125 h 4981435"/>
              <a:gd name="connsiteX22" fmla="*/ 4450297 w 4858607"/>
              <a:gd name="connsiteY22" fmla="*/ 2468125 h 4981435"/>
              <a:gd name="connsiteX23" fmla="*/ 2429303 w 4858607"/>
              <a:gd name="connsiteY23" fmla="*/ 0 h 4981435"/>
              <a:gd name="connsiteX24" fmla="*/ 4858607 w 4858607"/>
              <a:gd name="connsiteY24" fmla="*/ 2286215 h 4981435"/>
              <a:gd name="connsiteX25" fmla="*/ 4858607 w 4858607"/>
              <a:gd name="connsiteY25" fmla="*/ 2468125 h 4981435"/>
              <a:gd name="connsiteX26" fmla="*/ 4858607 w 4858607"/>
              <a:gd name="connsiteY26" fmla="*/ 2468125 h 4981435"/>
              <a:gd name="connsiteX27" fmla="*/ 4858607 w 4858607"/>
              <a:gd name="connsiteY27" fmla="*/ 2850266 h 4981435"/>
              <a:gd name="connsiteX28" fmla="*/ 4858607 w 4858607"/>
              <a:gd name="connsiteY28" fmla="*/ 2850266 h 4981435"/>
              <a:gd name="connsiteX29" fmla="*/ 4858607 w 4858607"/>
              <a:gd name="connsiteY29" fmla="*/ 2852385 h 4981435"/>
              <a:gd name="connsiteX30" fmla="*/ 4856355 w 4858607"/>
              <a:gd name="connsiteY30" fmla="*/ 2850266 h 4981435"/>
              <a:gd name="connsiteX31" fmla="*/ 4212045 w 4858607"/>
              <a:gd name="connsiteY31" fmla="*/ 2850266 h 4981435"/>
              <a:gd name="connsiteX32" fmla="*/ 4212045 w 4858607"/>
              <a:gd name="connsiteY32" fmla="*/ 4981434 h 4981435"/>
              <a:gd name="connsiteX33" fmla="*/ 4088357 w 4858607"/>
              <a:gd name="connsiteY33" fmla="*/ 4981434 h 4981435"/>
              <a:gd name="connsiteX34" fmla="*/ 3829904 w 4858607"/>
              <a:gd name="connsiteY34" fmla="*/ 4981434 h 4981435"/>
              <a:gd name="connsiteX35" fmla="*/ 2924889 w 4858607"/>
              <a:gd name="connsiteY35" fmla="*/ 4981434 h 4981435"/>
              <a:gd name="connsiteX36" fmla="*/ 2924889 w 4858607"/>
              <a:gd name="connsiteY36" fmla="*/ 4981434 h 4981435"/>
              <a:gd name="connsiteX37" fmla="*/ 2801200 w 4858607"/>
              <a:gd name="connsiteY37" fmla="*/ 4981434 h 4981435"/>
              <a:gd name="connsiteX38" fmla="*/ 2801200 w 4858607"/>
              <a:gd name="connsiteY38" fmla="*/ 3232407 h 4981435"/>
              <a:gd name="connsiteX39" fmla="*/ 2057397 w 4858607"/>
              <a:gd name="connsiteY39" fmla="*/ 3232407 h 4981435"/>
              <a:gd name="connsiteX40" fmla="*/ 2057397 w 4858607"/>
              <a:gd name="connsiteY40" fmla="*/ 4981435 h 4981435"/>
              <a:gd name="connsiteX41" fmla="*/ 1675256 w 4858607"/>
              <a:gd name="connsiteY41" fmla="*/ 4981435 h 4981435"/>
              <a:gd name="connsiteX42" fmla="*/ 1675256 w 4858607"/>
              <a:gd name="connsiteY42" fmla="*/ 4981434 h 4981435"/>
              <a:gd name="connsiteX43" fmla="*/ 1028702 w 4858607"/>
              <a:gd name="connsiteY43" fmla="*/ 4981434 h 4981435"/>
              <a:gd name="connsiteX44" fmla="*/ 733573 w 4858607"/>
              <a:gd name="connsiteY44" fmla="*/ 4981434 h 4981435"/>
              <a:gd name="connsiteX45" fmla="*/ 646561 w 4858607"/>
              <a:gd name="connsiteY45" fmla="*/ 4981434 h 4981435"/>
              <a:gd name="connsiteX46" fmla="*/ 646561 w 4858607"/>
              <a:gd name="connsiteY46" fmla="*/ 2850266 h 4981435"/>
              <a:gd name="connsiteX47" fmla="*/ 2253 w 4858607"/>
              <a:gd name="connsiteY47" fmla="*/ 2850266 h 4981435"/>
              <a:gd name="connsiteX48" fmla="*/ 0 w 4858607"/>
              <a:gd name="connsiteY48" fmla="*/ 2852385 h 4981435"/>
              <a:gd name="connsiteX49" fmla="*/ 0 w 4858607"/>
              <a:gd name="connsiteY49" fmla="*/ 2850266 h 4981435"/>
              <a:gd name="connsiteX50" fmla="*/ 0 w 4858607"/>
              <a:gd name="connsiteY50" fmla="*/ 2850266 h 4981435"/>
              <a:gd name="connsiteX51" fmla="*/ 0 w 4858607"/>
              <a:gd name="connsiteY51" fmla="*/ 2468125 h 4981435"/>
              <a:gd name="connsiteX52" fmla="*/ 0 w 4858607"/>
              <a:gd name="connsiteY52" fmla="*/ 2468125 h 4981435"/>
              <a:gd name="connsiteX53" fmla="*/ 0 w 4858607"/>
              <a:gd name="connsiteY53" fmla="*/ 2286215 h 498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858607" h="4981435">
                <a:moveTo>
                  <a:pt x="2429303" y="566170"/>
                </a:moveTo>
                <a:lnTo>
                  <a:pt x="408311" y="2468125"/>
                </a:lnTo>
                <a:lnTo>
                  <a:pt x="1023582" y="2468125"/>
                </a:lnTo>
                <a:lnTo>
                  <a:pt x="1023582" y="2523405"/>
                </a:lnTo>
                <a:lnTo>
                  <a:pt x="1028702" y="2523405"/>
                </a:lnTo>
                <a:lnTo>
                  <a:pt x="1028702" y="4599293"/>
                </a:lnTo>
                <a:lnTo>
                  <a:pt x="1675256" y="4599293"/>
                </a:lnTo>
                <a:lnTo>
                  <a:pt x="1675256" y="2850266"/>
                </a:lnTo>
                <a:lnTo>
                  <a:pt x="1675265" y="2850266"/>
                </a:lnTo>
                <a:lnTo>
                  <a:pt x="1675265" y="2850266"/>
                </a:lnTo>
                <a:lnTo>
                  <a:pt x="2801200" y="2850266"/>
                </a:lnTo>
                <a:lnTo>
                  <a:pt x="2801200" y="2850265"/>
                </a:lnTo>
                <a:lnTo>
                  <a:pt x="3183342" y="2850265"/>
                </a:lnTo>
                <a:lnTo>
                  <a:pt x="3183342" y="2850266"/>
                </a:lnTo>
                <a:lnTo>
                  <a:pt x="3183342" y="2850266"/>
                </a:lnTo>
                <a:lnTo>
                  <a:pt x="3183342" y="3232407"/>
                </a:lnTo>
                <a:lnTo>
                  <a:pt x="3183342" y="3232407"/>
                </a:lnTo>
                <a:lnTo>
                  <a:pt x="3183342" y="4599293"/>
                </a:lnTo>
                <a:lnTo>
                  <a:pt x="3829904" y="4599293"/>
                </a:lnTo>
                <a:lnTo>
                  <a:pt x="3829904" y="2523405"/>
                </a:lnTo>
                <a:lnTo>
                  <a:pt x="3835025" y="2523405"/>
                </a:lnTo>
                <a:lnTo>
                  <a:pt x="3835025" y="2468125"/>
                </a:lnTo>
                <a:lnTo>
                  <a:pt x="4450297" y="2468125"/>
                </a:lnTo>
                <a:close/>
                <a:moveTo>
                  <a:pt x="2429303" y="0"/>
                </a:moveTo>
                <a:lnTo>
                  <a:pt x="4858607" y="2286215"/>
                </a:lnTo>
                <a:lnTo>
                  <a:pt x="4858607" y="2468125"/>
                </a:lnTo>
                <a:lnTo>
                  <a:pt x="4858607" y="2468125"/>
                </a:lnTo>
                <a:lnTo>
                  <a:pt x="4858607" y="2850266"/>
                </a:lnTo>
                <a:lnTo>
                  <a:pt x="4858607" y="2850266"/>
                </a:lnTo>
                <a:lnTo>
                  <a:pt x="4858607" y="2852385"/>
                </a:lnTo>
                <a:lnTo>
                  <a:pt x="4856355" y="2850266"/>
                </a:lnTo>
                <a:lnTo>
                  <a:pt x="4212045" y="2850266"/>
                </a:lnTo>
                <a:lnTo>
                  <a:pt x="4212045" y="4981434"/>
                </a:lnTo>
                <a:lnTo>
                  <a:pt x="4088357" y="4981434"/>
                </a:lnTo>
                <a:lnTo>
                  <a:pt x="3829904" y="4981434"/>
                </a:lnTo>
                <a:lnTo>
                  <a:pt x="2924889" y="4981434"/>
                </a:lnTo>
                <a:lnTo>
                  <a:pt x="2924889" y="4981434"/>
                </a:lnTo>
                <a:lnTo>
                  <a:pt x="2801200" y="4981434"/>
                </a:lnTo>
                <a:lnTo>
                  <a:pt x="2801200" y="3232407"/>
                </a:lnTo>
                <a:lnTo>
                  <a:pt x="2057397" y="3232407"/>
                </a:lnTo>
                <a:lnTo>
                  <a:pt x="2057397" y="4981435"/>
                </a:lnTo>
                <a:lnTo>
                  <a:pt x="1675256" y="4981435"/>
                </a:lnTo>
                <a:lnTo>
                  <a:pt x="1675256" y="4981434"/>
                </a:lnTo>
                <a:lnTo>
                  <a:pt x="1028702" y="4981434"/>
                </a:lnTo>
                <a:lnTo>
                  <a:pt x="733573" y="4981434"/>
                </a:lnTo>
                <a:lnTo>
                  <a:pt x="646561" y="4981434"/>
                </a:lnTo>
                <a:lnTo>
                  <a:pt x="646561" y="2850266"/>
                </a:lnTo>
                <a:lnTo>
                  <a:pt x="2253" y="2850266"/>
                </a:lnTo>
                <a:lnTo>
                  <a:pt x="0" y="2852385"/>
                </a:lnTo>
                <a:lnTo>
                  <a:pt x="0" y="2850266"/>
                </a:lnTo>
                <a:lnTo>
                  <a:pt x="0" y="2850266"/>
                </a:lnTo>
                <a:lnTo>
                  <a:pt x="0" y="2468125"/>
                </a:lnTo>
                <a:lnTo>
                  <a:pt x="0" y="2468125"/>
                </a:lnTo>
                <a:lnTo>
                  <a:pt x="0" y="228621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a:spLocks noChangeAspect="1"/>
          </p:cNvSpPr>
          <p:nvPr/>
        </p:nvSpPr>
        <p:spPr>
          <a:xfrm flipH="1">
            <a:off x="7939216" y="1284391"/>
            <a:ext cx="360199" cy="360000"/>
          </a:xfrm>
          <a:custGeom>
            <a:avLst/>
            <a:gdLst>
              <a:gd name="connsiteX0" fmla="*/ 3129220 w 4795376"/>
              <a:gd name="connsiteY0" fmla="*/ 3771364 h 4792731"/>
              <a:gd name="connsiteX1" fmla="*/ 609220 w 4795376"/>
              <a:gd name="connsiteY1" fmla="*/ 3771364 h 4792731"/>
              <a:gd name="connsiteX2" fmla="*/ 609220 w 4795376"/>
              <a:gd name="connsiteY2" fmla="*/ 4059364 h 4792731"/>
              <a:gd name="connsiteX3" fmla="*/ 3129220 w 4795376"/>
              <a:gd name="connsiteY3" fmla="*/ 4059364 h 4792731"/>
              <a:gd name="connsiteX4" fmla="*/ 3129220 w 4795376"/>
              <a:gd name="connsiteY4" fmla="*/ 3136728 h 4792731"/>
              <a:gd name="connsiteX5" fmla="*/ 609220 w 4795376"/>
              <a:gd name="connsiteY5" fmla="*/ 3136728 h 4792731"/>
              <a:gd name="connsiteX6" fmla="*/ 609220 w 4795376"/>
              <a:gd name="connsiteY6" fmla="*/ 3424728 h 4792731"/>
              <a:gd name="connsiteX7" fmla="*/ 3129220 w 4795376"/>
              <a:gd name="connsiteY7" fmla="*/ 3424728 h 4792731"/>
              <a:gd name="connsiteX8" fmla="*/ 4506267 w 4795376"/>
              <a:gd name="connsiteY8" fmla="*/ 2831759 h 4792731"/>
              <a:gd name="connsiteX9" fmla="*/ 4506267 w 4795376"/>
              <a:gd name="connsiteY9" fmla="*/ 4272679 h 4792731"/>
              <a:gd name="connsiteX10" fmla="*/ 4274215 w 4795376"/>
              <a:gd name="connsiteY10" fmla="*/ 4504731 h 4792731"/>
              <a:gd name="connsiteX11" fmla="*/ 3733052 w 4795376"/>
              <a:gd name="connsiteY11" fmla="*/ 4504731 h 4792731"/>
              <a:gd name="connsiteX12" fmla="*/ 3733052 w 4795376"/>
              <a:gd name="connsiteY12" fmla="*/ 2831759 h 4792731"/>
              <a:gd name="connsiteX13" fmla="*/ 2840648 w 4795376"/>
              <a:gd name="connsiteY13" fmla="*/ 1509424 h 4792731"/>
              <a:gd name="connsiteX14" fmla="*/ 2840648 w 4795376"/>
              <a:gd name="connsiteY14" fmla="*/ 2445427 h 4792731"/>
              <a:gd name="connsiteX15" fmla="*/ 893511 w 4795376"/>
              <a:gd name="connsiteY15" fmla="*/ 2445427 h 4792731"/>
              <a:gd name="connsiteX16" fmla="*/ 893511 w 4795376"/>
              <a:gd name="connsiteY16" fmla="*/ 1509424 h 4792731"/>
              <a:gd name="connsiteX17" fmla="*/ 3129220 w 4795376"/>
              <a:gd name="connsiteY17" fmla="*/ 1221424 h 4792731"/>
              <a:gd name="connsiteX18" fmla="*/ 609220 w 4795376"/>
              <a:gd name="connsiteY18" fmla="*/ 1221424 h 4792731"/>
              <a:gd name="connsiteX19" fmla="*/ 609220 w 4795376"/>
              <a:gd name="connsiteY19" fmla="*/ 1221426 h 4792731"/>
              <a:gd name="connsiteX20" fmla="*/ 605511 w 4795376"/>
              <a:gd name="connsiteY20" fmla="*/ 1221426 h 4792731"/>
              <a:gd name="connsiteX21" fmla="*/ 605511 w 4795376"/>
              <a:gd name="connsiteY21" fmla="*/ 2733426 h 4792731"/>
              <a:gd name="connsiteX22" fmla="*/ 609220 w 4795376"/>
              <a:gd name="connsiteY22" fmla="*/ 2733426 h 4792731"/>
              <a:gd name="connsiteX23" fmla="*/ 609220 w 4795376"/>
              <a:gd name="connsiteY23" fmla="*/ 2733427 h 4792731"/>
              <a:gd name="connsiteX24" fmla="*/ 3129220 w 4795376"/>
              <a:gd name="connsiteY24" fmla="*/ 2733427 h 4792731"/>
              <a:gd name="connsiteX25" fmla="*/ 3129220 w 4795376"/>
              <a:gd name="connsiteY25" fmla="*/ 2445427 h 4792731"/>
              <a:gd name="connsiteX26" fmla="*/ 3128648 w 4795376"/>
              <a:gd name="connsiteY26" fmla="*/ 2445427 h 4792731"/>
              <a:gd name="connsiteX27" fmla="*/ 3128648 w 4795376"/>
              <a:gd name="connsiteY27" fmla="*/ 1509424 h 4792731"/>
              <a:gd name="connsiteX28" fmla="*/ 3129220 w 4795376"/>
              <a:gd name="connsiteY28" fmla="*/ 1509424 h 4792731"/>
              <a:gd name="connsiteX29" fmla="*/ 3129220 w 4795376"/>
              <a:gd name="connsiteY29" fmla="*/ 605511 h 4792731"/>
              <a:gd name="connsiteX30" fmla="*/ 609220 w 4795376"/>
              <a:gd name="connsiteY30" fmla="*/ 605511 h 4792731"/>
              <a:gd name="connsiteX31" fmla="*/ 609220 w 4795376"/>
              <a:gd name="connsiteY31" fmla="*/ 893511 h 4792731"/>
              <a:gd name="connsiteX32" fmla="*/ 3129220 w 4795376"/>
              <a:gd name="connsiteY32" fmla="*/ 893511 h 4792731"/>
              <a:gd name="connsiteX33" fmla="*/ 3445052 w 4795376"/>
              <a:gd name="connsiteY33" fmla="*/ 288000 h 4792731"/>
              <a:gd name="connsiteX34" fmla="*/ 3445052 w 4795376"/>
              <a:gd name="connsiteY34" fmla="*/ 4504731 h 4792731"/>
              <a:gd name="connsiteX35" fmla="*/ 521157 w 4795376"/>
              <a:gd name="connsiteY35" fmla="*/ 4504731 h 4792731"/>
              <a:gd name="connsiteX36" fmla="*/ 289108 w 4795376"/>
              <a:gd name="connsiteY36" fmla="*/ 4272682 h 4792731"/>
              <a:gd name="connsiteX37" fmla="*/ 289108 w 4795376"/>
              <a:gd name="connsiteY37" fmla="*/ 288000 h 4792731"/>
              <a:gd name="connsiteX38" fmla="*/ 3649079 w 4795376"/>
              <a:gd name="connsiteY38" fmla="*/ 0 h 4792731"/>
              <a:gd name="connsiteX39" fmla="*/ 85079 w 4795376"/>
              <a:gd name="connsiteY39" fmla="*/ 0 h 4792731"/>
              <a:gd name="connsiteX40" fmla="*/ 85079 w 4795376"/>
              <a:gd name="connsiteY40" fmla="*/ 2 h 4792731"/>
              <a:gd name="connsiteX41" fmla="*/ 1108 w 4795376"/>
              <a:gd name="connsiteY41" fmla="*/ 2 h 4792731"/>
              <a:gd name="connsiteX42" fmla="*/ 1108 w 4795376"/>
              <a:gd name="connsiteY42" fmla="*/ 4389760 h 4792731"/>
              <a:gd name="connsiteX43" fmla="*/ 0 w 4795376"/>
              <a:gd name="connsiteY43" fmla="*/ 4390868 h 4792731"/>
              <a:gd name="connsiteX44" fmla="*/ 1108 w 4795376"/>
              <a:gd name="connsiteY44" fmla="*/ 4391975 h 4792731"/>
              <a:gd name="connsiteX45" fmla="*/ 1108 w 4795376"/>
              <a:gd name="connsiteY45" fmla="*/ 4392002 h 4792731"/>
              <a:gd name="connsiteX46" fmla="*/ 1135 w 4795376"/>
              <a:gd name="connsiteY46" fmla="*/ 4392002 h 4792731"/>
              <a:gd name="connsiteX47" fmla="*/ 401864 w 4795376"/>
              <a:gd name="connsiteY47" fmla="*/ 4792731 h 4792731"/>
              <a:gd name="connsiteX48" fmla="*/ 429271 w 4795376"/>
              <a:gd name="connsiteY48" fmla="*/ 4765324 h 4792731"/>
              <a:gd name="connsiteX49" fmla="*/ 429271 w 4795376"/>
              <a:gd name="connsiteY49" fmla="*/ 4792731 h 4792731"/>
              <a:gd name="connsiteX50" fmla="*/ 4389271 w 4795376"/>
              <a:gd name="connsiteY50" fmla="*/ 4792731 h 4792731"/>
              <a:gd name="connsiteX51" fmla="*/ 4389271 w 4795376"/>
              <a:gd name="connsiteY51" fmla="*/ 4788492 h 4792731"/>
              <a:gd name="connsiteX52" fmla="*/ 4393509 w 4795376"/>
              <a:gd name="connsiteY52" fmla="*/ 4792730 h 4792731"/>
              <a:gd name="connsiteX53" fmla="*/ 4794236 w 4795376"/>
              <a:gd name="connsiteY53" fmla="*/ 4392002 h 4792731"/>
              <a:gd name="connsiteX54" fmla="*/ 4794266 w 4795376"/>
              <a:gd name="connsiteY54" fmla="*/ 4392002 h 4792731"/>
              <a:gd name="connsiteX55" fmla="*/ 4794266 w 4795376"/>
              <a:gd name="connsiteY55" fmla="*/ 4391972 h 4792731"/>
              <a:gd name="connsiteX56" fmla="*/ 4795372 w 4795376"/>
              <a:gd name="connsiteY56" fmla="*/ 4390867 h 4792731"/>
              <a:gd name="connsiteX57" fmla="*/ 4794266 w 4795376"/>
              <a:gd name="connsiteY57" fmla="*/ 4389761 h 4792731"/>
              <a:gd name="connsiteX58" fmla="*/ 4794266 w 4795376"/>
              <a:gd name="connsiteY58" fmla="*/ 2831759 h 4792731"/>
              <a:gd name="connsiteX59" fmla="*/ 4795376 w 4795376"/>
              <a:gd name="connsiteY59" fmla="*/ 2831759 h 4792731"/>
              <a:gd name="connsiteX60" fmla="*/ 4795376 w 4795376"/>
              <a:gd name="connsiteY60" fmla="*/ 2543759 h 4792731"/>
              <a:gd name="connsiteX61" fmla="*/ 3733052 w 4795376"/>
              <a:gd name="connsiteY61" fmla="*/ 2543759 h 4792731"/>
              <a:gd name="connsiteX62" fmla="*/ 3733052 w 4795376"/>
              <a:gd name="connsiteY62" fmla="*/ 2 h 4792731"/>
              <a:gd name="connsiteX63" fmla="*/ 3649079 w 4795376"/>
              <a:gd name="connsiteY63" fmla="*/ 2 h 479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795376" h="4792731">
                <a:moveTo>
                  <a:pt x="3129220" y="3771364"/>
                </a:moveTo>
                <a:lnTo>
                  <a:pt x="609220" y="3771364"/>
                </a:lnTo>
                <a:lnTo>
                  <a:pt x="609220" y="4059364"/>
                </a:lnTo>
                <a:lnTo>
                  <a:pt x="3129220" y="4059364"/>
                </a:lnTo>
                <a:close/>
                <a:moveTo>
                  <a:pt x="3129220" y="3136728"/>
                </a:moveTo>
                <a:lnTo>
                  <a:pt x="609220" y="3136728"/>
                </a:lnTo>
                <a:lnTo>
                  <a:pt x="609220" y="3424728"/>
                </a:lnTo>
                <a:lnTo>
                  <a:pt x="3129220" y="3424728"/>
                </a:lnTo>
                <a:close/>
                <a:moveTo>
                  <a:pt x="4506267" y="2831759"/>
                </a:moveTo>
                <a:lnTo>
                  <a:pt x="4506267" y="4272679"/>
                </a:lnTo>
                <a:lnTo>
                  <a:pt x="4274215" y="4504731"/>
                </a:lnTo>
                <a:lnTo>
                  <a:pt x="3733052" y="4504731"/>
                </a:lnTo>
                <a:lnTo>
                  <a:pt x="3733052" y="2831759"/>
                </a:lnTo>
                <a:close/>
                <a:moveTo>
                  <a:pt x="2840648" y="1509424"/>
                </a:moveTo>
                <a:lnTo>
                  <a:pt x="2840648" y="2445427"/>
                </a:lnTo>
                <a:lnTo>
                  <a:pt x="893511" y="2445427"/>
                </a:lnTo>
                <a:lnTo>
                  <a:pt x="893511" y="1509424"/>
                </a:lnTo>
                <a:close/>
                <a:moveTo>
                  <a:pt x="3129220" y="1221424"/>
                </a:moveTo>
                <a:lnTo>
                  <a:pt x="609220" y="1221424"/>
                </a:lnTo>
                <a:lnTo>
                  <a:pt x="609220" y="1221426"/>
                </a:lnTo>
                <a:lnTo>
                  <a:pt x="605511" y="1221426"/>
                </a:lnTo>
                <a:lnTo>
                  <a:pt x="605511" y="2733426"/>
                </a:lnTo>
                <a:lnTo>
                  <a:pt x="609220" y="2733426"/>
                </a:lnTo>
                <a:lnTo>
                  <a:pt x="609220" y="2733427"/>
                </a:lnTo>
                <a:lnTo>
                  <a:pt x="3129220" y="2733427"/>
                </a:lnTo>
                <a:lnTo>
                  <a:pt x="3129220" y="2445427"/>
                </a:lnTo>
                <a:lnTo>
                  <a:pt x="3128648" y="2445427"/>
                </a:lnTo>
                <a:lnTo>
                  <a:pt x="3128648" y="1509424"/>
                </a:lnTo>
                <a:lnTo>
                  <a:pt x="3129220" y="1509424"/>
                </a:lnTo>
                <a:close/>
                <a:moveTo>
                  <a:pt x="3129220" y="605511"/>
                </a:moveTo>
                <a:lnTo>
                  <a:pt x="609220" y="605511"/>
                </a:lnTo>
                <a:lnTo>
                  <a:pt x="609220" y="893511"/>
                </a:lnTo>
                <a:lnTo>
                  <a:pt x="3129220" y="893511"/>
                </a:lnTo>
                <a:close/>
                <a:moveTo>
                  <a:pt x="3445052" y="288000"/>
                </a:moveTo>
                <a:lnTo>
                  <a:pt x="3445052" y="4504731"/>
                </a:lnTo>
                <a:lnTo>
                  <a:pt x="521157" y="4504731"/>
                </a:lnTo>
                <a:lnTo>
                  <a:pt x="289108" y="4272682"/>
                </a:lnTo>
                <a:lnTo>
                  <a:pt x="289108" y="288000"/>
                </a:lnTo>
                <a:close/>
                <a:moveTo>
                  <a:pt x="3649079" y="0"/>
                </a:moveTo>
                <a:lnTo>
                  <a:pt x="85079" y="0"/>
                </a:lnTo>
                <a:lnTo>
                  <a:pt x="85079" y="2"/>
                </a:lnTo>
                <a:lnTo>
                  <a:pt x="1108" y="2"/>
                </a:lnTo>
                <a:lnTo>
                  <a:pt x="1108" y="4389760"/>
                </a:lnTo>
                <a:lnTo>
                  <a:pt x="0" y="4390868"/>
                </a:lnTo>
                <a:lnTo>
                  <a:pt x="1108" y="4391975"/>
                </a:lnTo>
                <a:lnTo>
                  <a:pt x="1108" y="4392002"/>
                </a:lnTo>
                <a:lnTo>
                  <a:pt x="1135" y="4392002"/>
                </a:lnTo>
                <a:lnTo>
                  <a:pt x="401864" y="4792731"/>
                </a:lnTo>
                <a:lnTo>
                  <a:pt x="429271" y="4765324"/>
                </a:lnTo>
                <a:lnTo>
                  <a:pt x="429271" y="4792731"/>
                </a:lnTo>
                <a:lnTo>
                  <a:pt x="4389271" y="4792731"/>
                </a:lnTo>
                <a:lnTo>
                  <a:pt x="4389271" y="4788492"/>
                </a:lnTo>
                <a:lnTo>
                  <a:pt x="4393509" y="4792730"/>
                </a:lnTo>
                <a:lnTo>
                  <a:pt x="4794236" y="4392002"/>
                </a:lnTo>
                <a:lnTo>
                  <a:pt x="4794266" y="4392002"/>
                </a:lnTo>
                <a:lnTo>
                  <a:pt x="4794266" y="4391972"/>
                </a:lnTo>
                <a:lnTo>
                  <a:pt x="4795372" y="4390867"/>
                </a:lnTo>
                <a:lnTo>
                  <a:pt x="4794266" y="4389761"/>
                </a:lnTo>
                <a:lnTo>
                  <a:pt x="4794266" y="2831759"/>
                </a:lnTo>
                <a:lnTo>
                  <a:pt x="4795376" y="2831759"/>
                </a:lnTo>
                <a:lnTo>
                  <a:pt x="4795376" y="2543759"/>
                </a:lnTo>
                <a:lnTo>
                  <a:pt x="3733052" y="2543759"/>
                </a:lnTo>
                <a:lnTo>
                  <a:pt x="3733052" y="2"/>
                </a:lnTo>
                <a:lnTo>
                  <a:pt x="3649079" y="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任意多边形 20"/>
          <p:cNvSpPr>
            <a:spLocks noChangeAspect="1"/>
          </p:cNvSpPr>
          <p:nvPr/>
        </p:nvSpPr>
        <p:spPr>
          <a:xfrm>
            <a:off x="5557395" y="2072661"/>
            <a:ext cx="277975" cy="360000"/>
          </a:xfrm>
          <a:custGeom>
            <a:avLst/>
            <a:gdLst>
              <a:gd name="connsiteX0" fmla="*/ 316523 w 1716258"/>
              <a:gd name="connsiteY0" fmla="*/ 1782758 h 2222695"/>
              <a:gd name="connsiteX1" fmla="*/ 1399735 w 1716258"/>
              <a:gd name="connsiteY1" fmla="*/ 1782758 h 2222695"/>
              <a:gd name="connsiteX2" fmla="*/ 1399735 w 1716258"/>
              <a:gd name="connsiteY2" fmla="*/ 1923435 h 2222695"/>
              <a:gd name="connsiteX3" fmla="*/ 316523 w 1716258"/>
              <a:gd name="connsiteY3" fmla="*/ 1923435 h 2222695"/>
              <a:gd name="connsiteX4" fmla="*/ 316523 w 1716258"/>
              <a:gd name="connsiteY4" fmla="*/ 1512488 h 2222695"/>
              <a:gd name="connsiteX5" fmla="*/ 1399735 w 1716258"/>
              <a:gd name="connsiteY5" fmla="*/ 1512488 h 2222695"/>
              <a:gd name="connsiteX6" fmla="*/ 1399735 w 1716258"/>
              <a:gd name="connsiteY6" fmla="*/ 1653165 h 2222695"/>
              <a:gd name="connsiteX7" fmla="*/ 316523 w 1716258"/>
              <a:gd name="connsiteY7" fmla="*/ 1653165 h 2222695"/>
              <a:gd name="connsiteX8" fmla="*/ 316523 w 1716258"/>
              <a:gd name="connsiteY8" fmla="*/ 1242219 h 2222695"/>
              <a:gd name="connsiteX9" fmla="*/ 1399735 w 1716258"/>
              <a:gd name="connsiteY9" fmla="*/ 1242219 h 2222695"/>
              <a:gd name="connsiteX10" fmla="*/ 1399735 w 1716258"/>
              <a:gd name="connsiteY10" fmla="*/ 1382896 h 2222695"/>
              <a:gd name="connsiteX11" fmla="*/ 316523 w 1716258"/>
              <a:gd name="connsiteY11" fmla="*/ 1382896 h 2222695"/>
              <a:gd name="connsiteX12" fmla="*/ 1272463 w 1716258"/>
              <a:gd name="connsiteY12" fmla="*/ 302660 h 2222695"/>
              <a:gd name="connsiteX13" fmla="*/ 1272463 w 1716258"/>
              <a:gd name="connsiteY13" fmla="*/ 498107 h 2222695"/>
              <a:gd name="connsiteX14" fmla="*/ 1467910 w 1716258"/>
              <a:gd name="connsiteY14" fmla="*/ 498107 h 2222695"/>
              <a:gd name="connsiteX15" fmla="*/ 165207 w 1716258"/>
              <a:gd name="connsiteY15" fmla="*/ 213957 h 2222695"/>
              <a:gd name="connsiteX16" fmla="*/ 165207 w 1716258"/>
              <a:gd name="connsiteY16" fmla="*/ 2008737 h 2222695"/>
              <a:gd name="connsiteX17" fmla="*/ 1551050 w 1716258"/>
              <a:gd name="connsiteY17" fmla="*/ 2008737 h 2222695"/>
              <a:gd name="connsiteX18" fmla="*/ 1551050 w 1716258"/>
              <a:gd name="connsiteY18" fmla="*/ 583421 h 2222695"/>
              <a:gd name="connsiteX19" fmla="*/ 1187149 w 1716258"/>
              <a:gd name="connsiteY19" fmla="*/ 583421 h 2222695"/>
              <a:gd name="connsiteX20" fmla="*/ 1187149 w 1716258"/>
              <a:gd name="connsiteY20" fmla="*/ 217346 h 2222695"/>
              <a:gd name="connsiteX21" fmla="*/ 1183760 w 1716258"/>
              <a:gd name="connsiteY21" fmla="*/ 213957 h 2222695"/>
              <a:gd name="connsiteX22" fmla="*/ 0 w 1716258"/>
              <a:gd name="connsiteY22" fmla="*/ 0 h 2222695"/>
              <a:gd name="connsiteX23" fmla="*/ 1261398 w 1716258"/>
              <a:gd name="connsiteY23" fmla="*/ 0 h 2222695"/>
              <a:gd name="connsiteX24" fmla="*/ 1716258 w 1716258"/>
              <a:gd name="connsiteY24" fmla="*/ 454860 h 2222695"/>
              <a:gd name="connsiteX25" fmla="*/ 1716258 w 1716258"/>
              <a:gd name="connsiteY25" fmla="*/ 2222695 h 2222695"/>
              <a:gd name="connsiteX26" fmla="*/ 0 w 1716258"/>
              <a:gd name="connsiteY26" fmla="*/ 2222695 h 222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16258" h="2222695">
                <a:moveTo>
                  <a:pt x="316523" y="1782758"/>
                </a:moveTo>
                <a:lnTo>
                  <a:pt x="1399735" y="1782758"/>
                </a:lnTo>
                <a:lnTo>
                  <a:pt x="1399735" y="1923435"/>
                </a:lnTo>
                <a:lnTo>
                  <a:pt x="316523" y="1923435"/>
                </a:lnTo>
                <a:close/>
                <a:moveTo>
                  <a:pt x="316523" y="1512488"/>
                </a:moveTo>
                <a:lnTo>
                  <a:pt x="1399735" y="1512488"/>
                </a:lnTo>
                <a:lnTo>
                  <a:pt x="1399735" y="1653165"/>
                </a:lnTo>
                <a:lnTo>
                  <a:pt x="316523" y="1653165"/>
                </a:lnTo>
                <a:close/>
                <a:moveTo>
                  <a:pt x="316523" y="1242219"/>
                </a:moveTo>
                <a:lnTo>
                  <a:pt x="1399735" y="1242219"/>
                </a:lnTo>
                <a:lnTo>
                  <a:pt x="1399735" y="1382896"/>
                </a:lnTo>
                <a:lnTo>
                  <a:pt x="316523" y="1382896"/>
                </a:lnTo>
                <a:close/>
                <a:moveTo>
                  <a:pt x="1272463" y="302660"/>
                </a:moveTo>
                <a:lnTo>
                  <a:pt x="1272463" y="498107"/>
                </a:lnTo>
                <a:lnTo>
                  <a:pt x="1467910" y="498107"/>
                </a:lnTo>
                <a:close/>
                <a:moveTo>
                  <a:pt x="165207" y="213957"/>
                </a:moveTo>
                <a:lnTo>
                  <a:pt x="165207" y="2008737"/>
                </a:lnTo>
                <a:lnTo>
                  <a:pt x="1551050" y="2008737"/>
                </a:lnTo>
                <a:lnTo>
                  <a:pt x="1551050" y="583421"/>
                </a:lnTo>
                <a:lnTo>
                  <a:pt x="1187149" y="583421"/>
                </a:lnTo>
                <a:lnTo>
                  <a:pt x="1187149" y="217346"/>
                </a:lnTo>
                <a:lnTo>
                  <a:pt x="1183760" y="213957"/>
                </a:lnTo>
                <a:close/>
                <a:moveTo>
                  <a:pt x="0" y="0"/>
                </a:moveTo>
                <a:lnTo>
                  <a:pt x="1261398" y="0"/>
                </a:lnTo>
                <a:lnTo>
                  <a:pt x="1716258" y="454860"/>
                </a:lnTo>
                <a:lnTo>
                  <a:pt x="1716258" y="2222695"/>
                </a:lnTo>
                <a:lnTo>
                  <a:pt x="0" y="222269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a:spLocks noChangeAspect="1"/>
          </p:cNvSpPr>
          <p:nvPr/>
        </p:nvSpPr>
        <p:spPr>
          <a:xfrm>
            <a:off x="6282204" y="2072661"/>
            <a:ext cx="443645" cy="360000"/>
          </a:xfrm>
          <a:custGeom>
            <a:avLst/>
            <a:gdLst>
              <a:gd name="connsiteX0" fmla="*/ 178831 w 3481589"/>
              <a:gd name="connsiteY0" fmla="*/ 1906554 h 2825167"/>
              <a:gd name="connsiteX1" fmla="*/ 178831 w 3481589"/>
              <a:gd name="connsiteY1" fmla="*/ 2247748 h 2825167"/>
              <a:gd name="connsiteX2" fmla="*/ 711094 w 3481589"/>
              <a:gd name="connsiteY2" fmla="*/ 2247748 h 2825167"/>
              <a:gd name="connsiteX3" fmla="*/ 711094 w 3481589"/>
              <a:gd name="connsiteY3" fmla="*/ 1906554 h 2825167"/>
              <a:gd name="connsiteX4" fmla="*/ 2393704 w 3481589"/>
              <a:gd name="connsiteY4" fmla="*/ 205558 h 2825167"/>
              <a:gd name="connsiteX5" fmla="*/ 2393704 w 3481589"/>
              <a:gd name="connsiteY5" fmla="*/ 553227 h 2825167"/>
              <a:gd name="connsiteX6" fmla="*/ 2741373 w 3481589"/>
              <a:gd name="connsiteY6" fmla="*/ 553227 h 2825167"/>
              <a:gd name="connsiteX7" fmla="*/ 748902 w 3481589"/>
              <a:gd name="connsiteY7" fmla="*/ 138939 h 2825167"/>
              <a:gd name="connsiteX8" fmla="*/ 748902 w 3481589"/>
              <a:gd name="connsiteY8" fmla="*/ 1742367 h 2825167"/>
              <a:gd name="connsiteX9" fmla="*/ 2799512 w 3481589"/>
              <a:gd name="connsiteY9" fmla="*/ 1742367 h 2825167"/>
              <a:gd name="connsiteX10" fmla="*/ 2799512 w 3481589"/>
              <a:gd name="connsiteY10" fmla="*/ 686568 h 2825167"/>
              <a:gd name="connsiteX11" fmla="*/ 2371634 w 3481589"/>
              <a:gd name="connsiteY11" fmla="*/ 686568 h 2825167"/>
              <a:gd name="connsiteX12" fmla="*/ 2371634 w 3481589"/>
              <a:gd name="connsiteY12" fmla="*/ 684558 h 2825167"/>
              <a:gd name="connsiteX13" fmla="*/ 2260362 w 3481589"/>
              <a:gd name="connsiteY13" fmla="*/ 684558 h 2825167"/>
              <a:gd name="connsiteX14" fmla="*/ 2260362 w 3481589"/>
              <a:gd name="connsiteY14" fmla="*/ 138939 h 2825167"/>
              <a:gd name="connsiteX15" fmla="*/ 2376719 w 3481589"/>
              <a:gd name="connsiteY15" fmla="*/ 0 h 2825167"/>
              <a:gd name="connsiteX16" fmla="*/ 2921522 w 3481589"/>
              <a:gd name="connsiteY16" fmla="*/ 544802 h 2825167"/>
              <a:gd name="connsiteX17" fmla="*/ 2932854 w 3481589"/>
              <a:gd name="connsiteY17" fmla="*/ 544802 h 2825167"/>
              <a:gd name="connsiteX18" fmla="*/ 2932854 w 3481589"/>
              <a:gd name="connsiteY18" fmla="*/ 1742367 h 2825167"/>
              <a:gd name="connsiteX19" fmla="*/ 3481589 w 3481589"/>
              <a:gd name="connsiteY19" fmla="*/ 1742367 h 2825167"/>
              <a:gd name="connsiteX20" fmla="*/ 3481589 w 3481589"/>
              <a:gd name="connsiteY20" fmla="*/ 2825167 h 2825167"/>
              <a:gd name="connsiteX21" fmla="*/ 0 w 3481589"/>
              <a:gd name="connsiteY21" fmla="*/ 2825167 h 2825167"/>
              <a:gd name="connsiteX22" fmla="*/ 0 w 3481589"/>
              <a:gd name="connsiteY22" fmla="*/ 1742367 h 2825167"/>
              <a:gd name="connsiteX23" fmla="*/ 615560 w 3481589"/>
              <a:gd name="connsiteY23" fmla="*/ 1742367 h 2825167"/>
              <a:gd name="connsiteX24" fmla="*/ 615560 w 3481589"/>
              <a:gd name="connsiteY24" fmla="*/ 138939 h 2825167"/>
              <a:gd name="connsiteX25" fmla="*/ 615559 w 3481589"/>
              <a:gd name="connsiteY25" fmla="*/ 138939 h 2825167"/>
              <a:gd name="connsiteX26" fmla="*/ 615559 w 3481589"/>
              <a:gd name="connsiteY26" fmla="*/ 5598 h 2825167"/>
              <a:gd name="connsiteX27" fmla="*/ 2371121 w 3481589"/>
              <a:gd name="connsiteY27" fmla="*/ 5598 h 282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481589" h="2825167">
                <a:moveTo>
                  <a:pt x="178831" y="1906554"/>
                </a:moveTo>
                <a:lnTo>
                  <a:pt x="178831" y="2247748"/>
                </a:lnTo>
                <a:lnTo>
                  <a:pt x="711094" y="2247748"/>
                </a:lnTo>
                <a:lnTo>
                  <a:pt x="711094" y="1906554"/>
                </a:lnTo>
                <a:close/>
                <a:moveTo>
                  <a:pt x="2393704" y="205558"/>
                </a:moveTo>
                <a:lnTo>
                  <a:pt x="2393704" y="553227"/>
                </a:lnTo>
                <a:lnTo>
                  <a:pt x="2741373" y="553227"/>
                </a:lnTo>
                <a:close/>
                <a:moveTo>
                  <a:pt x="748902" y="138939"/>
                </a:moveTo>
                <a:lnTo>
                  <a:pt x="748902" y="1742367"/>
                </a:lnTo>
                <a:lnTo>
                  <a:pt x="2799512" y="1742367"/>
                </a:lnTo>
                <a:lnTo>
                  <a:pt x="2799512" y="686568"/>
                </a:lnTo>
                <a:lnTo>
                  <a:pt x="2371634" y="686568"/>
                </a:lnTo>
                <a:lnTo>
                  <a:pt x="2371634" y="684558"/>
                </a:lnTo>
                <a:lnTo>
                  <a:pt x="2260362" y="684558"/>
                </a:lnTo>
                <a:lnTo>
                  <a:pt x="2260362" y="138939"/>
                </a:lnTo>
                <a:close/>
                <a:moveTo>
                  <a:pt x="2376719" y="0"/>
                </a:moveTo>
                <a:lnTo>
                  <a:pt x="2921522" y="544802"/>
                </a:lnTo>
                <a:lnTo>
                  <a:pt x="2932854" y="544802"/>
                </a:lnTo>
                <a:lnTo>
                  <a:pt x="2932854" y="1742367"/>
                </a:lnTo>
                <a:lnTo>
                  <a:pt x="3481589" y="1742367"/>
                </a:lnTo>
                <a:lnTo>
                  <a:pt x="3481589" y="2825167"/>
                </a:lnTo>
                <a:lnTo>
                  <a:pt x="0" y="2825167"/>
                </a:lnTo>
                <a:lnTo>
                  <a:pt x="0" y="1742367"/>
                </a:lnTo>
                <a:lnTo>
                  <a:pt x="615560" y="1742367"/>
                </a:lnTo>
                <a:lnTo>
                  <a:pt x="615560" y="138939"/>
                </a:lnTo>
                <a:lnTo>
                  <a:pt x="615559" y="138939"/>
                </a:lnTo>
                <a:lnTo>
                  <a:pt x="615559" y="5598"/>
                </a:lnTo>
                <a:lnTo>
                  <a:pt x="2371121" y="559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22"/>
          <p:cNvSpPr>
            <a:spLocks noChangeAspect="1"/>
          </p:cNvSpPr>
          <p:nvPr/>
        </p:nvSpPr>
        <p:spPr>
          <a:xfrm>
            <a:off x="658484" y="2072661"/>
            <a:ext cx="384067" cy="360000"/>
          </a:xfrm>
          <a:custGeom>
            <a:avLst/>
            <a:gdLst>
              <a:gd name="connsiteX0" fmla="*/ 3976758 w 5100140"/>
              <a:gd name="connsiteY0" fmla="*/ 2705674 h 4780548"/>
              <a:gd name="connsiteX1" fmla="*/ 3694046 w 5100140"/>
              <a:gd name="connsiteY1" fmla="*/ 2988386 h 4780548"/>
              <a:gd name="connsiteX2" fmla="*/ 3976758 w 5100140"/>
              <a:gd name="connsiteY2" fmla="*/ 3271098 h 4780548"/>
              <a:gd name="connsiteX3" fmla="*/ 4259470 w 5100140"/>
              <a:gd name="connsiteY3" fmla="*/ 2988386 h 4780548"/>
              <a:gd name="connsiteX4" fmla="*/ 3976758 w 5100140"/>
              <a:gd name="connsiteY4" fmla="*/ 2705674 h 4780548"/>
              <a:gd name="connsiteX5" fmla="*/ 3976759 w 5100140"/>
              <a:gd name="connsiteY5" fmla="*/ 2422961 h 4780548"/>
              <a:gd name="connsiteX6" fmla="*/ 4542184 w 5100140"/>
              <a:gd name="connsiteY6" fmla="*/ 2988386 h 4780548"/>
              <a:gd name="connsiteX7" fmla="*/ 3976759 w 5100140"/>
              <a:gd name="connsiteY7" fmla="*/ 3553811 h 4780548"/>
              <a:gd name="connsiteX8" fmla="*/ 3411334 w 5100140"/>
              <a:gd name="connsiteY8" fmla="*/ 2988386 h 4780548"/>
              <a:gd name="connsiteX9" fmla="*/ 3976759 w 5100140"/>
              <a:gd name="connsiteY9" fmla="*/ 2422961 h 4780548"/>
              <a:gd name="connsiteX10" fmla="*/ 3389594 w 5100140"/>
              <a:gd name="connsiteY10" fmla="*/ 2266046 h 4780548"/>
              <a:gd name="connsiteX11" fmla="*/ 3138275 w 5100140"/>
              <a:gd name="connsiteY11" fmla="*/ 2517365 h 4780548"/>
              <a:gd name="connsiteX12" fmla="*/ 3138275 w 5100140"/>
              <a:gd name="connsiteY12" fmla="*/ 3522609 h 4780548"/>
              <a:gd name="connsiteX13" fmla="*/ 3389594 w 5100140"/>
              <a:gd name="connsiteY13" fmla="*/ 3773928 h 4780548"/>
              <a:gd name="connsiteX14" fmla="*/ 4598922 w 5100140"/>
              <a:gd name="connsiteY14" fmla="*/ 3773928 h 4780548"/>
              <a:gd name="connsiteX15" fmla="*/ 4739437 w 5100140"/>
              <a:gd name="connsiteY15" fmla="*/ 3731007 h 4780548"/>
              <a:gd name="connsiteX16" fmla="*/ 4755918 w 5100140"/>
              <a:gd name="connsiteY16" fmla="*/ 3717409 h 4780548"/>
              <a:gd name="connsiteX17" fmla="*/ 4755918 w 5100140"/>
              <a:gd name="connsiteY17" fmla="*/ 2322565 h 4780548"/>
              <a:gd name="connsiteX18" fmla="*/ 4739437 w 5100140"/>
              <a:gd name="connsiteY18" fmla="*/ 2308967 h 4780548"/>
              <a:gd name="connsiteX19" fmla="*/ 4598922 w 5100140"/>
              <a:gd name="connsiteY19" fmla="*/ 2266046 h 4780548"/>
              <a:gd name="connsiteX20" fmla="*/ 471174 w 5100140"/>
              <a:gd name="connsiteY20" fmla="*/ 1709801 h 4780548"/>
              <a:gd name="connsiteX21" fmla="*/ 471174 w 5100140"/>
              <a:gd name="connsiteY21" fmla="*/ 4019866 h 4780548"/>
              <a:gd name="connsiteX22" fmla="*/ 849705 w 5100140"/>
              <a:gd name="connsiteY22" fmla="*/ 4398397 h 4780548"/>
              <a:gd name="connsiteX23" fmla="*/ 4377387 w 5100140"/>
              <a:gd name="connsiteY23" fmla="*/ 4398397 h 4780548"/>
              <a:gd name="connsiteX24" fmla="*/ 4748228 w 5100140"/>
              <a:gd name="connsiteY24" fmla="*/ 4096153 h 4780548"/>
              <a:gd name="connsiteX25" fmla="*/ 4754905 w 5100140"/>
              <a:gd name="connsiteY25" fmla="*/ 4029920 h 4780548"/>
              <a:gd name="connsiteX26" fmla="*/ 3183205 w 5100140"/>
              <a:gd name="connsiteY26" fmla="*/ 4029920 h 4780548"/>
              <a:gd name="connsiteX27" fmla="*/ 2853378 w 5100140"/>
              <a:gd name="connsiteY27" fmla="*/ 3700093 h 4780548"/>
              <a:gd name="connsiteX28" fmla="*/ 2853378 w 5100140"/>
              <a:gd name="connsiteY28" fmla="*/ 2380822 h 4780548"/>
              <a:gd name="connsiteX29" fmla="*/ 3183205 w 5100140"/>
              <a:gd name="connsiteY29" fmla="*/ 2050995 h 4780548"/>
              <a:gd name="connsiteX30" fmla="*/ 4755918 w 5100140"/>
              <a:gd name="connsiteY30" fmla="*/ 2050995 h 4780548"/>
              <a:gd name="connsiteX31" fmla="*/ 4755918 w 5100140"/>
              <a:gd name="connsiteY31" fmla="*/ 1709801 h 4780548"/>
              <a:gd name="connsiteX32" fmla="*/ 3717017 w 5100140"/>
              <a:gd name="connsiteY32" fmla="*/ 1709801 h 4780548"/>
              <a:gd name="connsiteX33" fmla="*/ 3717017 w 5100140"/>
              <a:gd name="connsiteY33" fmla="*/ 1709802 h 4780548"/>
              <a:gd name="connsiteX34" fmla="*/ 3317401 w 5100140"/>
              <a:gd name="connsiteY34" fmla="*/ 1709802 h 4780548"/>
              <a:gd name="connsiteX35" fmla="*/ 3317401 w 5100140"/>
              <a:gd name="connsiteY35" fmla="*/ 1709801 h 4780548"/>
              <a:gd name="connsiteX36" fmla="*/ 849705 w 5100140"/>
              <a:gd name="connsiteY36" fmla="*/ 382150 h 4780548"/>
              <a:gd name="connsiteX37" fmla="*/ 471174 w 5100140"/>
              <a:gd name="connsiteY37" fmla="*/ 760681 h 4780548"/>
              <a:gd name="connsiteX38" fmla="*/ 471174 w 5100140"/>
              <a:gd name="connsiteY38" fmla="*/ 1310186 h 4780548"/>
              <a:gd name="connsiteX39" fmla="*/ 3317401 w 5100140"/>
              <a:gd name="connsiteY39" fmla="*/ 1310186 h 4780548"/>
              <a:gd name="connsiteX40" fmla="*/ 3317401 w 5100140"/>
              <a:gd name="connsiteY40" fmla="*/ 382150 h 4780548"/>
              <a:gd name="connsiteX41" fmla="*/ 450567 w 5100140"/>
              <a:gd name="connsiteY41" fmla="*/ 0 h 4780548"/>
              <a:gd name="connsiteX42" fmla="*/ 3644948 w 5100140"/>
              <a:gd name="connsiteY42" fmla="*/ 0 h 4780548"/>
              <a:gd name="connsiteX43" fmla="*/ 3644948 w 5100140"/>
              <a:gd name="connsiteY43" fmla="*/ 0 h 4780548"/>
              <a:gd name="connsiteX44" fmla="*/ 3717017 w 5100140"/>
              <a:gd name="connsiteY44" fmla="*/ 0 h 4780548"/>
              <a:gd name="connsiteX45" fmla="*/ 3717017 w 5100140"/>
              <a:gd name="connsiteY45" fmla="*/ 1310186 h 4780548"/>
              <a:gd name="connsiteX46" fmla="*/ 5100140 w 5100140"/>
              <a:gd name="connsiteY46" fmla="*/ 1310186 h 4780548"/>
              <a:gd name="connsiteX47" fmla="*/ 5100140 w 5100140"/>
              <a:gd name="connsiteY47" fmla="*/ 1341311 h 4780548"/>
              <a:gd name="connsiteX48" fmla="*/ 5100140 w 5100140"/>
              <a:gd name="connsiteY48" fmla="*/ 1709801 h 4780548"/>
              <a:gd name="connsiteX49" fmla="*/ 5100140 w 5100140"/>
              <a:gd name="connsiteY49" fmla="*/ 2380822 h 4780548"/>
              <a:gd name="connsiteX50" fmla="*/ 5100140 w 5100140"/>
              <a:gd name="connsiteY50" fmla="*/ 3700093 h 4780548"/>
              <a:gd name="connsiteX51" fmla="*/ 5100140 w 5100140"/>
              <a:gd name="connsiteY51" fmla="*/ 4329981 h 4780548"/>
              <a:gd name="connsiteX52" fmla="*/ 4649573 w 5100140"/>
              <a:gd name="connsiteY52" fmla="*/ 4780548 h 4780548"/>
              <a:gd name="connsiteX53" fmla="*/ 450567 w 5100140"/>
              <a:gd name="connsiteY53" fmla="*/ 4780548 h 4780548"/>
              <a:gd name="connsiteX54" fmla="*/ 0 w 5100140"/>
              <a:gd name="connsiteY54" fmla="*/ 4329981 h 4780548"/>
              <a:gd name="connsiteX55" fmla="*/ 0 w 5100140"/>
              <a:gd name="connsiteY55" fmla="*/ 450567 h 4780548"/>
              <a:gd name="connsiteX56" fmla="*/ 450567 w 5100140"/>
              <a:gd name="connsiteY56" fmla="*/ 0 h 4780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100140" h="4780548">
                <a:moveTo>
                  <a:pt x="3976758" y="2705674"/>
                </a:moveTo>
                <a:cubicBezTo>
                  <a:pt x="3820620" y="2705674"/>
                  <a:pt x="3694046" y="2832248"/>
                  <a:pt x="3694046" y="2988386"/>
                </a:cubicBezTo>
                <a:cubicBezTo>
                  <a:pt x="3694046" y="3144524"/>
                  <a:pt x="3820620" y="3271098"/>
                  <a:pt x="3976758" y="3271098"/>
                </a:cubicBezTo>
                <a:cubicBezTo>
                  <a:pt x="4132896" y="3271098"/>
                  <a:pt x="4259470" y="3144524"/>
                  <a:pt x="4259470" y="2988386"/>
                </a:cubicBezTo>
                <a:cubicBezTo>
                  <a:pt x="4259470" y="2832248"/>
                  <a:pt x="4132896" y="2705674"/>
                  <a:pt x="3976758" y="2705674"/>
                </a:cubicBezTo>
                <a:close/>
                <a:moveTo>
                  <a:pt x="3976759" y="2422961"/>
                </a:moveTo>
                <a:cubicBezTo>
                  <a:pt x="4289035" y="2422961"/>
                  <a:pt x="4542184" y="2676110"/>
                  <a:pt x="4542184" y="2988386"/>
                </a:cubicBezTo>
                <a:cubicBezTo>
                  <a:pt x="4542184" y="3300662"/>
                  <a:pt x="4289035" y="3553811"/>
                  <a:pt x="3976759" y="3553811"/>
                </a:cubicBezTo>
                <a:cubicBezTo>
                  <a:pt x="3664483" y="3553811"/>
                  <a:pt x="3411334" y="3300662"/>
                  <a:pt x="3411334" y="2988386"/>
                </a:cubicBezTo>
                <a:cubicBezTo>
                  <a:pt x="3411334" y="2676110"/>
                  <a:pt x="3664483" y="2422961"/>
                  <a:pt x="3976759" y="2422961"/>
                </a:cubicBezTo>
                <a:close/>
                <a:moveTo>
                  <a:pt x="3389594" y="2266046"/>
                </a:moveTo>
                <a:cubicBezTo>
                  <a:pt x="3250794" y="2266046"/>
                  <a:pt x="3138275" y="2378565"/>
                  <a:pt x="3138275" y="2517365"/>
                </a:cubicBezTo>
                <a:lnTo>
                  <a:pt x="3138275" y="3522609"/>
                </a:lnTo>
                <a:cubicBezTo>
                  <a:pt x="3138275" y="3661409"/>
                  <a:pt x="3250794" y="3773928"/>
                  <a:pt x="3389594" y="3773928"/>
                </a:cubicBezTo>
                <a:lnTo>
                  <a:pt x="4598922" y="3773928"/>
                </a:lnTo>
                <a:cubicBezTo>
                  <a:pt x="4650972" y="3773928"/>
                  <a:pt x="4699326" y="3758105"/>
                  <a:pt x="4739437" y="3731007"/>
                </a:cubicBezTo>
                <a:lnTo>
                  <a:pt x="4755918" y="3717409"/>
                </a:lnTo>
                <a:lnTo>
                  <a:pt x="4755918" y="2322565"/>
                </a:lnTo>
                <a:lnTo>
                  <a:pt x="4739437" y="2308967"/>
                </a:lnTo>
                <a:cubicBezTo>
                  <a:pt x="4699326" y="2281869"/>
                  <a:pt x="4650972" y="2266046"/>
                  <a:pt x="4598922" y="2266046"/>
                </a:cubicBezTo>
                <a:close/>
                <a:moveTo>
                  <a:pt x="471174" y="1709801"/>
                </a:moveTo>
                <a:lnTo>
                  <a:pt x="471174" y="4019866"/>
                </a:lnTo>
                <a:cubicBezTo>
                  <a:pt x="471174" y="4228923"/>
                  <a:pt x="640648" y="4398397"/>
                  <a:pt x="849705" y="4398397"/>
                </a:cubicBezTo>
                <a:lnTo>
                  <a:pt x="4377387" y="4398397"/>
                </a:lnTo>
                <a:cubicBezTo>
                  <a:pt x="4560312" y="4398397"/>
                  <a:pt x="4712931" y="4268644"/>
                  <a:pt x="4748228" y="4096153"/>
                </a:cubicBezTo>
                <a:lnTo>
                  <a:pt x="4754905" y="4029920"/>
                </a:lnTo>
                <a:lnTo>
                  <a:pt x="3183205" y="4029920"/>
                </a:lnTo>
                <a:cubicBezTo>
                  <a:pt x="3001047" y="4029920"/>
                  <a:pt x="2853378" y="3882251"/>
                  <a:pt x="2853378" y="3700093"/>
                </a:cubicBezTo>
                <a:lnTo>
                  <a:pt x="2853378" y="2380822"/>
                </a:lnTo>
                <a:cubicBezTo>
                  <a:pt x="2853378" y="2198664"/>
                  <a:pt x="3001047" y="2050995"/>
                  <a:pt x="3183205" y="2050995"/>
                </a:cubicBezTo>
                <a:lnTo>
                  <a:pt x="4755918" y="2050995"/>
                </a:lnTo>
                <a:lnTo>
                  <a:pt x="4755918" y="1709801"/>
                </a:lnTo>
                <a:lnTo>
                  <a:pt x="3717017" y="1709801"/>
                </a:lnTo>
                <a:lnTo>
                  <a:pt x="3717017" y="1709802"/>
                </a:lnTo>
                <a:lnTo>
                  <a:pt x="3317401" y="1709802"/>
                </a:lnTo>
                <a:lnTo>
                  <a:pt x="3317401" y="1709801"/>
                </a:lnTo>
                <a:close/>
                <a:moveTo>
                  <a:pt x="849705" y="382150"/>
                </a:moveTo>
                <a:cubicBezTo>
                  <a:pt x="640648" y="382150"/>
                  <a:pt x="471174" y="551624"/>
                  <a:pt x="471174" y="760681"/>
                </a:cubicBezTo>
                <a:lnTo>
                  <a:pt x="471174" y="1310186"/>
                </a:lnTo>
                <a:lnTo>
                  <a:pt x="3317401" y="1310186"/>
                </a:lnTo>
                <a:lnTo>
                  <a:pt x="3317401" y="382150"/>
                </a:lnTo>
                <a:close/>
                <a:moveTo>
                  <a:pt x="450567" y="0"/>
                </a:moveTo>
                <a:lnTo>
                  <a:pt x="3644948" y="0"/>
                </a:lnTo>
                <a:lnTo>
                  <a:pt x="3644948" y="0"/>
                </a:lnTo>
                <a:lnTo>
                  <a:pt x="3717017" y="0"/>
                </a:lnTo>
                <a:lnTo>
                  <a:pt x="3717017" y="1310186"/>
                </a:lnTo>
                <a:lnTo>
                  <a:pt x="5100140" y="1310186"/>
                </a:lnTo>
                <a:lnTo>
                  <a:pt x="5100140" y="1341311"/>
                </a:lnTo>
                <a:lnTo>
                  <a:pt x="5100140" y="1709801"/>
                </a:lnTo>
                <a:lnTo>
                  <a:pt x="5100140" y="2380822"/>
                </a:lnTo>
                <a:lnTo>
                  <a:pt x="5100140" y="3700093"/>
                </a:lnTo>
                <a:lnTo>
                  <a:pt x="5100140" y="4329981"/>
                </a:lnTo>
                <a:cubicBezTo>
                  <a:pt x="5100140" y="4578822"/>
                  <a:pt x="4898414" y="4780548"/>
                  <a:pt x="4649573" y="4780548"/>
                </a:cubicBezTo>
                <a:lnTo>
                  <a:pt x="450567" y="4780548"/>
                </a:lnTo>
                <a:cubicBezTo>
                  <a:pt x="201726" y="4780548"/>
                  <a:pt x="0" y="4578822"/>
                  <a:pt x="0" y="4329981"/>
                </a:cubicBezTo>
                <a:lnTo>
                  <a:pt x="0" y="450567"/>
                </a:lnTo>
                <a:cubicBezTo>
                  <a:pt x="0" y="201726"/>
                  <a:pt x="201726" y="0"/>
                  <a:pt x="45056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任意多边形 23"/>
          <p:cNvSpPr>
            <a:spLocks noChangeAspect="1"/>
          </p:cNvSpPr>
          <p:nvPr/>
        </p:nvSpPr>
        <p:spPr>
          <a:xfrm>
            <a:off x="1473147" y="2072661"/>
            <a:ext cx="370029" cy="360000"/>
          </a:xfrm>
          <a:custGeom>
            <a:avLst/>
            <a:gdLst>
              <a:gd name="connsiteX0" fmla="*/ 3767944 w 4447469"/>
              <a:gd name="connsiteY0" fmla="*/ 676597 h 4326925"/>
              <a:gd name="connsiteX1" fmla="*/ 720511 w 4447469"/>
              <a:gd name="connsiteY1" fmla="*/ 2247891 h 4326925"/>
              <a:gd name="connsiteX2" fmla="*/ 2077102 w 4447469"/>
              <a:gd name="connsiteY2" fmla="*/ 2247891 h 4326925"/>
              <a:gd name="connsiteX3" fmla="*/ 2077102 w 4447469"/>
              <a:gd name="connsiteY3" fmla="*/ 2356224 h 4326925"/>
              <a:gd name="connsiteX4" fmla="*/ 2090753 w 4447469"/>
              <a:gd name="connsiteY4" fmla="*/ 2356224 h 4326925"/>
              <a:gd name="connsiteX5" fmla="*/ 2090753 w 4447469"/>
              <a:gd name="connsiteY5" fmla="*/ 3675247 h 4326925"/>
              <a:gd name="connsiteX6" fmla="*/ 4447469 w 4447469"/>
              <a:gd name="connsiteY6" fmla="*/ 0 h 4326925"/>
              <a:gd name="connsiteX7" fmla="*/ 4110337 w 4447469"/>
              <a:gd name="connsiteY7" fmla="*/ 649743 h 4326925"/>
              <a:gd name="connsiteX8" fmla="*/ 4112328 w 4447469"/>
              <a:gd name="connsiteY8" fmla="*/ 650857 h 4326925"/>
              <a:gd name="connsiteX9" fmla="*/ 4076792 w 4447469"/>
              <a:gd name="connsiteY9" fmla="*/ 714393 h 4326925"/>
              <a:gd name="connsiteX10" fmla="*/ 3988907 w 4447469"/>
              <a:gd name="connsiteY10" fmla="*/ 883769 h 4326925"/>
              <a:gd name="connsiteX11" fmla="*/ 3984514 w 4447469"/>
              <a:gd name="connsiteY11" fmla="*/ 879375 h 4326925"/>
              <a:gd name="connsiteX12" fmla="*/ 2056247 w 4447469"/>
              <a:gd name="connsiteY12" fmla="*/ 4326925 h 4326925"/>
              <a:gd name="connsiteX13" fmla="*/ 1815388 w 4447469"/>
              <a:gd name="connsiteY13" fmla="*/ 4192208 h 4326925"/>
              <a:gd name="connsiteX14" fmla="*/ 1802753 w 4447469"/>
              <a:gd name="connsiteY14" fmla="*/ 4192208 h 4326925"/>
              <a:gd name="connsiteX15" fmla="*/ 1802753 w 4447469"/>
              <a:gd name="connsiteY15" fmla="*/ 2535891 h 4326925"/>
              <a:gd name="connsiteX16" fmla="*/ 161952 w 4447469"/>
              <a:gd name="connsiteY16" fmla="*/ 2535891 h 4326925"/>
              <a:gd name="connsiteX17" fmla="*/ 131984 w 4447469"/>
              <a:gd name="connsiteY17" fmla="*/ 2551343 h 4326925"/>
              <a:gd name="connsiteX18" fmla="*/ 0 w 4447469"/>
              <a:gd name="connsiteY18" fmla="*/ 2295366 h 4326925"/>
              <a:gd name="connsiteX19" fmla="*/ 3743658 w 4447469"/>
              <a:gd name="connsiteY19" fmla="*/ 365089 h 4326925"/>
              <a:gd name="connsiteX20" fmla="*/ 3743697 w 4447469"/>
              <a:gd name="connsiteY20" fmla="*/ 365166 h 4326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447469" h="4326925">
                <a:moveTo>
                  <a:pt x="3767944" y="676597"/>
                </a:moveTo>
                <a:lnTo>
                  <a:pt x="720511" y="2247891"/>
                </a:lnTo>
                <a:lnTo>
                  <a:pt x="2077102" y="2247891"/>
                </a:lnTo>
                <a:lnTo>
                  <a:pt x="2077102" y="2356224"/>
                </a:lnTo>
                <a:lnTo>
                  <a:pt x="2090753" y="2356224"/>
                </a:lnTo>
                <a:lnTo>
                  <a:pt x="2090753" y="3675247"/>
                </a:lnTo>
                <a:close/>
                <a:moveTo>
                  <a:pt x="4447469" y="0"/>
                </a:moveTo>
                <a:lnTo>
                  <a:pt x="4110337" y="649743"/>
                </a:lnTo>
                <a:lnTo>
                  <a:pt x="4112328" y="650857"/>
                </a:lnTo>
                <a:lnTo>
                  <a:pt x="4076792" y="714393"/>
                </a:lnTo>
                <a:lnTo>
                  <a:pt x="3988907" y="883769"/>
                </a:lnTo>
                <a:lnTo>
                  <a:pt x="3984514" y="879375"/>
                </a:lnTo>
                <a:lnTo>
                  <a:pt x="2056247" y="4326925"/>
                </a:lnTo>
                <a:lnTo>
                  <a:pt x="1815388" y="4192208"/>
                </a:lnTo>
                <a:lnTo>
                  <a:pt x="1802753" y="4192208"/>
                </a:lnTo>
                <a:lnTo>
                  <a:pt x="1802753" y="2535891"/>
                </a:lnTo>
                <a:lnTo>
                  <a:pt x="161952" y="2535891"/>
                </a:lnTo>
                <a:lnTo>
                  <a:pt x="131984" y="2551343"/>
                </a:lnTo>
                <a:lnTo>
                  <a:pt x="0" y="2295366"/>
                </a:lnTo>
                <a:lnTo>
                  <a:pt x="3743658" y="365089"/>
                </a:lnTo>
                <a:lnTo>
                  <a:pt x="3743697" y="36516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a:spLocks noChangeAspect="1"/>
          </p:cNvSpPr>
          <p:nvPr/>
        </p:nvSpPr>
        <p:spPr>
          <a:xfrm>
            <a:off x="2224352" y="2072661"/>
            <a:ext cx="482904" cy="360000"/>
          </a:xfrm>
          <a:custGeom>
            <a:avLst/>
            <a:gdLst>
              <a:gd name="connsiteX0" fmla="*/ 2187302 w 5609231"/>
              <a:gd name="connsiteY0" fmla="*/ 1672558 h 4181622"/>
              <a:gd name="connsiteX1" fmla="*/ 2804614 w 5609231"/>
              <a:gd name="connsiteY1" fmla="*/ 2289869 h 4181622"/>
              <a:gd name="connsiteX2" fmla="*/ 3421925 w 5609231"/>
              <a:gd name="connsiteY2" fmla="*/ 1672558 h 4181622"/>
              <a:gd name="connsiteX3" fmla="*/ 3733370 w 5609231"/>
              <a:gd name="connsiteY3" fmla="*/ 1984003 h 4181622"/>
              <a:gd name="connsiteX4" fmla="*/ 3116059 w 5609231"/>
              <a:gd name="connsiteY4" fmla="*/ 2601315 h 4181622"/>
              <a:gd name="connsiteX5" fmla="*/ 3733370 w 5609231"/>
              <a:gd name="connsiteY5" fmla="*/ 3218626 h 4181622"/>
              <a:gd name="connsiteX6" fmla="*/ 3421925 w 5609231"/>
              <a:gd name="connsiteY6" fmla="*/ 3530071 h 4181622"/>
              <a:gd name="connsiteX7" fmla="*/ 2804614 w 5609231"/>
              <a:gd name="connsiteY7" fmla="*/ 2912760 h 4181622"/>
              <a:gd name="connsiteX8" fmla="*/ 2187302 w 5609231"/>
              <a:gd name="connsiteY8" fmla="*/ 3530071 h 4181622"/>
              <a:gd name="connsiteX9" fmla="*/ 1875857 w 5609231"/>
              <a:gd name="connsiteY9" fmla="*/ 3218626 h 4181622"/>
              <a:gd name="connsiteX10" fmla="*/ 2493168 w 5609231"/>
              <a:gd name="connsiteY10" fmla="*/ 2601315 h 4181622"/>
              <a:gd name="connsiteX11" fmla="*/ 1875857 w 5609231"/>
              <a:gd name="connsiteY11" fmla="*/ 1984003 h 4181622"/>
              <a:gd name="connsiteX12" fmla="*/ 545908 w 5609231"/>
              <a:gd name="connsiteY12" fmla="*/ 1323833 h 4181622"/>
              <a:gd name="connsiteX13" fmla="*/ 545908 w 5609231"/>
              <a:gd name="connsiteY13" fmla="*/ 3332250 h 4181622"/>
              <a:gd name="connsiteX14" fmla="*/ 1116916 w 5609231"/>
              <a:gd name="connsiteY14" fmla="*/ 3903258 h 4181622"/>
              <a:gd name="connsiteX15" fmla="*/ 4505955 w 5609231"/>
              <a:gd name="connsiteY15" fmla="*/ 3903258 h 4181622"/>
              <a:gd name="connsiteX16" fmla="*/ 5076963 w 5609231"/>
              <a:gd name="connsiteY16" fmla="*/ 3332250 h 4181622"/>
              <a:gd name="connsiteX17" fmla="*/ 5076963 w 5609231"/>
              <a:gd name="connsiteY17" fmla="*/ 1323833 h 4181622"/>
              <a:gd name="connsiteX18" fmla="*/ 726303 w 5609231"/>
              <a:gd name="connsiteY18" fmla="*/ 269983 h 4181622"/>
              <a:gd name="connsiteX19" fmla="*/ 334370 w 5609231"/>
              <a:gd name="connsiteY19" fmla="*/ 661916 h 4181622"/>
              <a:gd name="connsiteX20" fmla="*/ 334370 w 5609231"/>
              <a:gd name="connsiteY20" fmla="*/ 1053849 h 4181622"/>
              <a:gd name="connsiteX21" fmla="*/ 5274859 w 5609231"/>
              <a:gd name="connsiteY21" fmla="*/ 1053849 h 4181622"/>
              <a:gd name="connsiteX22" fmla="*/ 5274859 w 5609231"/>
              <a:gd name="connsiteY22" fmla="*/ 661916 h 4181622"/>
              <a:gd name="connsiteX23" fmla="*/ 4882926 w 5609231"/>
              <a:gd name="connsiteY23" fmla="*/ 269983 h 4181622"/>
              <a:gd name="connsiteX24" fmla="*/ 661917 w 5609231"/>
              <a:gd name="connsiteY24" fmla="*/ 0 h 4181622"/>
              <a:gd name="connsiteX25" fmla="*/ 4947314 w 5609231"/>
              <a:gd name="connsiteY25" fmla="*/ 0 h 4181622"/>
              <a:gd name="connsiteX26" fmla="*/ 5609231 w 5609231"/>
              <a:gd name="connsiteY26" fmla="*/ 661917 h 4181622"/>
              <a:gd name="connsiteX27" fmla="*/ 5609230 w 5609231"/>
              <a:gd name="connsiteY27" fmla="*/ 1323833 h 4181622"/>
              <a:gd name="connsiteX28" fmla="*/ 5363569 w 5609231"/>
              <a:gd name="connsiteY28" fmla="*/ 1323833 h 4181622"/>
              <a:gd name="connsiteX29" fmla="*/ 5363569 w 5609231"/>
              <a:gd name="connsiteY29" fmla="*/ 3538733 h 4181622"/>
              <a:gd name="connsiteX30" fmla="*/ 4720680 w 5609231"/>
              <a:gd name="connsiteY30" fmla="*/ 4181622 h 4181622"/>
              <a:gd name="connsiteX31" fmla="*/ 888548 w 5609231"/>
              <a:gd name="connsiteY31" fmla="*/ 4181622 h 4181622"/>
              <a:gd name="connsiteX32" fmla="*/ 245659 w 5609231"/>
              <a:gd name="connsiteY32" fmla="*/ 3538733 h 4181622"/>
              <a:gd name="connsiteX33" fmla="*/ 245659 w 5609231"/>
              <a:gd name="connsiteY33" fmla="*/ 1323833 h 4181622"/>
              <a:gd name="connsiteX34" fmla="*/ 0 w 5609231"/>
              <a:gd name="connsiteY34" fmla="*/ 1323833 h 4181622"/>
              <a:gd name="connsiteX35" fmla="*/ 0 w 5609231"/>
              <a:gd name="connsiteY35" fmla="*/ 661917 h 4181622"/>
              <a:gd name="connsiteX36" fmla="*/ 661917 w 5609231"/>
              <a:gd name="connsiteY36" fmla="*/ 0 h 418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609231" h="4181622">
                <a:moveTo>
                  <a:pt x="2187302" y="1672558"/>
                </a:moveTo>
                <a:lnTo>
                  <a:pt x="2804614" y="2289869"/>
                </a:lnTo>
                <a:lnTo>
                  <a:pt x="3421925" y="1672558"/>
                </a:lnTo>
                <a:lnTo>
                  <a:pt x="3733370" y="1984003"/>
                </a:lnTo>
                <a:lnTo>
                  <a:pt x="3116059" y="2601315"/>
                </a:lnTo>
                <a:lnTo>
                  <a:pt x="3733370" y="3218626"/>
                </a:lnTo>
                <a:lnTo>
                  <a:pt x="3421925" y="3530071"/>
                </a:lnTo>
                <a:lnTo>
                  <a:pt x="2804614" y="2912760"/>
                </a:lnTo>
                <a:lnTo>
                  <a:pt x="2187302" y="3530071"/>
                </a:lnTo>
                <a:lnTo>
                  <a:pt x="1875857" y="3218626"/>
                </a:lnTo>
                <a:lnTo>
                  <a:pt x="2493168" y="2601315"/>
                </a:lnTo>
                <a:lnTo>
                  <a:pt x="1875857" y="1984003"/>
                </a:lnTo>
                <a:close/>
                <a:moveTo>
                  <a:pt x="545908" y="1323833"/>
                </a:moveTo>
                <a:lnTo>
                  <a:pt x="545908" y="3332250"/>
                </a:lnTo>
                <a:cubicBezTo>
                  <a:pt x="545908" y="3647609"/>
                  <a:pt x="801557" y="3903258"/>
                  <a:pt x="1116916" y="3903258"/>
                </a:cubicBezTo>
                <a:lnTo>
                  <a:pt x="4505955" y="3903258"/>
                </a:lnTo>
                <a:cubicBezTo>
                  <a:pt x="4821314" y="3903258"/>
                  <a:pt x="5076963" y="3647609"/>
                  <a:pt x="5076963" y="3332250"/>
                </a:cubicBezTo>
                <a:lnTo>
                  <a:pt x="5076963" y="1323833"/>
                </a:lnTo>
                <a:close/>
                <a:moveTo>
                  <a:pt x="726303" y="269983"/>
                </a:moveTo>
                <a:cubicBezTo>
                  <a:pt x="509844" y="269983"/>
                  <a:pt x="334370" y="445457"/>
                  <a:pt x="334370" y="661916"/>
                </a:cubicBezTo>
                <a:lnTo>
                  <a:pt x="334370" y="1053849"/>
                </a:lnTo>
                <a:lnTo>
                  <a:pt x="5274859" y="1053849"/>
                </a:lnTo>
                <a:lnTo>
                  <a:pt x="5274859" y="661916"/>
                </a:lnTo>
                <a:cubicBezTo>
                  <a:pt x="5274859" y="445457"/>
                  <a:pt x="5099385" y="269983"/>
                  <a:pt x="4882926" y="269983"/>
                </a:cubicBezTo>
                <a:close/>
                <a:moveTo>
                  <a:pt x="661917" y="0"/>
                </a:moveTo>
                <a:lnTo>
                  <a:pt x="4947314" y="0"/>
                </a:lnTo>
                <a:cubicBezTo>
                  <a:pt x="5312881" y="0"/>
                  <a:pt x="5609231" y="296350"/>
                  <a:pt x="5609231" y="661917"/>
                </a:cubicBezTo>
                <a:cubicBezTo>
                  <a:pt x="5609231" y="882556"/>
                  <a:pt x="5609230" y="1103194"/>
                  <a:pt x="5609230" y="1323833"/>
                </a:cubicBezTo>
                <a:lnTo>
                  <a:pt x="5363569" y="1323833"/>
                </a:lnTo>
                <a:lnTo>
                  <a:pt x="5363569" y="3538733"/>
                </a:lnTo>
                <a:cubicBezTo>
                  <a:pt x="5363569" y="3893791"/>
                  <a:pt x="5075738" y="4181622"/>
                  <a:pt x="4720680" y="4181622"/>
                </a:cubicBezTo>
                <a:lnTo>
                  <a:pt x="888548" y="4181622"/>
                </a:lnTo>
                <a:cubicBezTo>
                  <a:pt x="533490" y="4181622"/>
                  <a:pt x="245659" y="3893791"/>
                  <a:pt x="245659" y="3538733"/>
                </a:cubicBezTo>
                <a:lnTo>
                  <a:pt x="245659" y="1323833"/>
                </a:lnTo>
                <a:lnTo>
                  <a:pt x="0" y="1323833"/>
                </a:lnTo>
                <a:lnTo>
                  <a:pt x="0" y="661917"/>
                </a:lnTo>
                <a:cubicBezTo>
                  <a:pt x="0" y="296350"/>
                  <a:pt x="296350" y="0"/>
                  <a:pt x="66191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25"/>
          <p:cNvSpPr>
            <a:spLocks noChangeAspect="1"/>
          </p:cNvSpPr>
          <p:nvPr/>
        </p:nvSpPr>
        <p:spPr>
          <a:xfrm>
            <a:off x="3047092" y="2072661"/>
            <a:ext cx="452714" cy="360000"/>
          </a:xfrm>
          <a:custGeom>
            <a:avLst/>
            <a:gdLst>
              <a:gd name="connsiteX0" fmla="*/ 1269152 w 5503378"/>
              <a:gd name="connsiteY0" fmla="*/ 398964 h 4376313"/>
              <a:gd name="connsiteX1" fmla="*/ 1115543 w 5503378"/>
              <a:gd name="connsiteY1" fmla="*/ 408642 h 4376313"/>
              <a:gd name="connsiteX2" fmla="*/ 443777 w 5503378"/>
              <a:gd name="connsiteY2" fmla="*/ 601558 h 4376313"/>
              <a:gd name="connsiteX3" fmla="*/ 295433 w 5503378"/>
              <a:gd name="connsiteY3" fmla="*/ 680204 h 4376313"/>
              <a:gd name="connsiteX4" fmla="*/ 295433 w 5503378"/>
              <a:gd name="connsiteY4" fmla="*/ 3901750 h 4376313"/>
              <a:gd name="connsiteX5" fmla="*/ 334198 w 5503378"/>
              <a:gd name="connsiteY5" fmla="*/ 3883118 h 4376313"/>
              <a:gd name="connsiteX6" fmla="*/ 1240374 w 5503378"/>
              <a:gd name="connsiteY6" fmla="*/ 3664387 h 4376313"/>
              <a:gd name="connsiteX7" fmla="*/ 1269152 w 5503378"/>
              <a:gd name="connsiteY7" fmla="*/ 3663489 h 4376313"/>
              <a:gd name="connsiteX8" fmla="*/ 1557152 w 5503378"/>
              <a:gd name="connsiteY8" fmla="*/ 398013 h 4376313"/>
              <a:gd name="connsiteX9" fmla="*/ 1557152 w 5503378"/>
              <a:gd name="connsiteY9" fmla="*/ 3662744 h 4376313"/>
              <a:gd name="connsiteX10" fmla="*/ 1590667 w 5503378"/>
              <a:gd name="connsiteY10" fmla="*/ 3663823 h 4376313"/>
              <a:gd name="connsiteX11" fmla="*/ 2540219 w 5503378"/>
              <a:gd name="connsiteY11" fmla="*/ 3898466 h 4376313"/>
              <a:gd name="connsiteX12" fmla="*/ 2594382 w 5503378"/>
              <a:gd name="connsiteY12" fmla="*/ 3925168 h 4376313"/>
              <a:gd name="connsiteX13" fmla="*/ 2594382 w 5503378"/>
              <a:gd name="connsiteY13" fmla="*/ 707255 h 4376313"/>
              <a:gd name="connsiteX14" fmla="*/ 2406911 w 5503378"/>
              <a:gd name="connsiteY14" fmla="*/ 606565 h 4376313"/>
              <a:gd name="connsiteX15" fmla="*/ 1736398 w 5503378"/>
              <a:gd name="connsiteY15" fmla="*/ 410225 h 4376313"/>
              <a:gd name="connsiteX16" fmla="*/ 4262441 w 5503378"/>
              <a:gd name="connsiteY16" fmla="*/ 397459 h 4376313"/>
              <a:gd name="connsiteX17" fmla="*/ 4262441 w 5503378"/>
              <a:gd name="connsiteY17" fmla="*/ 3666541 h 4376313"/>
              <a:gd name="connsiteX18" fmla="*/ 4347032 w 5503378"/>
              <a:gd name="connsiteY18" fmla="*/ 3672315 h 4376313"/>
              <a:gd name="connsiteX19" fmla="*/ 5191768 w 5503378"/>
              <a:gd name="connsiteY19" fmla="*/ 3898466 h 4376313"/>
              <a:gd name="connsiteX20" fmla="*/ 5209717 w 5503378"/>
              <a:gd name="connsiteY20" fmla="*/ 3907366 h 4376313"/>
              <a:gd name="connsiteX21" fmla="*/ 5209717 w 5503378"/>
              <a:gd name="connsiteY21" fmla="*/ 686508 h 4376313"/>
              <a:gd name="connsiteX22" fmla="*/ 5128663 w 5503378"/>
              <a:gd name="connsiteY22" fmla="*/ 641090 h 4376313"/>
              <a:gd name="connsiteX23" fmla="*/ 4291291 w 5503378"/>
              <a:gd name="connsiteY23" fmla="*/ 399245 h 4376313"/>
              <a:gd name="connsiteX24" fmla="*/ 4145671 w 5503378"/>
              <a:gd name="connsiteY24" fmla="*/ 390227 h 4376313"/>
              <a:gd name="connsiteX25" fmla="*/ 2887575 w 5503378"/>
              <a:gd name="connsiteY25" fmla="*/ 711699 h 4376313"/>
              <a:gd name="connsiteX26" fmla="*/ 2882382 w 5503378"/>
              <a:gd name="connsiteY26" fmla="*/ 704854 h 4376313"/>
              <a:gd name="connsiteX27" fmla="*/ 2882382 w 5503378"/>
              <a:gd name="connsiteY27" fmla="*/ 3932615 h 4376313"/>
              <a:gd name="connsiteX28" fmla="*/ 2974975 w 5503378"/>
              <a:gd name="connsiteY28" fmla="*/ 3887852 h 4376313"/>
              <a:gd name="connsiteX29" fmla="*/ 3822020 w 5503378"/>
              <a:gd name="connsiteY29" fmla="*/ 3669830 h 4376313"/>
              <a:gd name="connsiteX30" fmla="*/ 3974441 w 5503378"/>
              <a:gd name="connsiteY30" fmla="*/ 3660877 h 4376313"/>
              <a:gd name="connsiteX31" fmla="*/ 3974441 w 5503378"/>
              <a:gd name="connsiteY31" fmla="*/ 395785 h 4376313"/>
              <a:gd name="connsiteX32" fmla="*/ 4235416 w 5503378"/>
              <a:gd name="connsiteY32" fmla="*/ 395785 h 4376313"/>
              <a:gd name="connsiteX33" fmla="*/ 1426036 w 5503378"/>
              <a:gd name="connsiteY33" fmla="*/ 389080 h 4376313"/>
              <a:gd name="connsiteX34" fmla="*/ 1319604 w 5503378"/>
              <a:gd name="connsiteY34" fmla="*/ 395786 h 4376313"/>
              <a:gd name="connsiteX35" fmla="*/ 1524456 w 5503378"/>
              <a:gd name="connsiteY35" fmla="*/ 395786 h 4376313"/>
              <a:gd name="connsiteX36" fmla="*/ 1427200 w 5503378"/>
              <a:gd name="connsiteY36" fmla="*/ 9 h 4376313"/>
              <a:gd name="connsiteX37" fmla="*/ 2688168 w 5503378"/>
              <a:gd name="connsiteY37" fmla="*/ 312853 h 4376313"/>
              <a:gd name="connsiteX38" fmla="*/ 2745869 w 5503378"/>
              <a:gd name="connsiteY38" fmla="*/ 346413 h 4376313"/>
              <a:gd name="connsiteX39" fmla="*/ 2815813 w 5503378"/>
              <a:gd name="connsiteY39" fmla="*/ 306248 h 4376313"/>
              <a:gd name="connsiteX40" fmla="*/ 5350123 w 5503378"/>
              <a:gd name="connsiteY40" fmla="*/ 318433 h 4376313"/>
              <a:gd name="connsiteX41" fmla="*/ 5482419 w 5503378"/>
              <a:gd name="connsiteY41" fmla="*/ 395785 h 4376313"/>
              <a:gd name="connsiteX42" fmla="*/ 5497717 w 5503378"/>
              <a:gd name="connsiteY42" fmla="*/ 395785 h 4376313"/>
              <a:gd name="connsiteX43" fmla="*/ 5497717 w 5503378"/>
              <a:gd name="connsiteY43" fmla="*/ 404730 h 4376313"/>
              <a:gd name="connsiteX44" fmla="*/ 5503378 w 5503378"/>
              <a:gd name="connsiteY44" fmla="*/ 408040 h 4376313"/>
              <a:gd name="connsiteX45" fmla="*/ 5497717 w 5503378"/>
              <a:gd name="connsiteY45" fmla="*/ 415411 h 4376313"/>
              <a:gd name="connsiteX46" fmla="*/ 5497717 w 5503378"/>
              <a:gd name="connsiteY46" fmla="*/ 4063279 h 4376313"/>
              <a:gd name="connsiteX47" fmla="*/ 5503378 w 5503378"/>
              <a:gd name="connsiteY47" fmla="*/ 4066589 h 4376313"/>
              <a:gd name="connsiteX48" fmla="*/ 5497717 w 5503378"/>
              <a:gd name="connsiteY48" fmla="*/ 4073960 h 4376313"/>
              <a:gd name="connsiteX49" fmla="*/ 5497717 w 5503378"/>
              <a:gd name="connsiteY49" fmla="*/ 4353635 h 4376313"/>
              <a:gd name="connsiteX50" fmla="*/ 5282917 w 5503378"/>
              <a:gd name="connsiteY50" fmla="*/ 4353635 h 4376313"/>
              <a:gd name="connsiteX51" fmla="*/ 5265499 w 5503378"/>
              <a:gd name="connsiteY51" fmla="*/ 4376313 h 4376313"/>
              <a:gd name="connsiteX52" fmla="*/ 5225027 w 5503378"/>
              <a:gd name="connsiteY52" fmla="*/ 4353635 h 4376313"/>
              <a:gd name="connsiteX53" fmla="*/ 5209717 w 5503378"/>
              <a:gd name="connsiteY53" fmla="*/ 4353635 h 4376313"/>
              <a:gd name="connsiteX54" fmla="*/ 5209717 w 5503378"/>
              <a:gd name="connsiteY54" fmla="*/ 4345057 h 4376313"/>
              <a:gd name="connsiteX55" fmla="*/ 5128663 w 5503378"/>
              <a:gd name="connsiteY55" fmla="*/ 4299639 h 4376313"/>
              <a:gd name="connsiteX56" fmla="*/ 2887575 w 5503378"/>
              <a:gd name="connsiteY56" fmla="*/ 4370248 h 4376313"/>
              <a:gd name="connsiteX57" fmla="*/ 2874972 w 5503378"/>
              <a:gd name="connsiteY57" fmla="*/ 4353635 h 4376313"/>
              <a:gd name="connsiteX58" fmla="*/ 2631368 w 5503378"/>
              <a:gd name="connsiteY58" fmla="*/ 4353635 h 4376313"/>
              <a:gd name="connsiteX59" fmla="*/ 2613950 w 5503378"/>
              <a:gd name="connsiteY59" fmla="*/ 4376313 h 4376313"/>
              <a:gd name="connsiteX60" fmla="*/ 373354 w 5503378"/>
              <a:gd name="connsiteY60" fmla="*/ 4294273 h 4376313"/>
              <a:gd name="connsiteX61" fmla="*/ 295433 w 5503378"/>
              <a:gd name="connsiteY61" fmla="*/ 4337382 h 4376313"/>
              <a:gd name="connsiteX62" fmla="*/ 295433 w 5503378"/>
              <a:gd name="connsiteY62" fmla="*/ 4353635 h 4376313"/>
              <a:gd name="connsiteX63" fmla="*/ 266055 w 5503378"/>
              <a:gd name="connsiteY63" fmla="*/ 4353635 h 4376313"/>
              <a:gd name="connsiteX64" fmla="*/ 236026 w 5503378"/>
              <a:gd name="connsiteY64" fmla="*/ 4370248 h 4376313"/>
              <a:gd name="connsiteX65" fmla="*/ 223423 w 5503378"/>
              <a:gd name="connsiteY65" fmla="*/ 4353635 h 4376313"/>
              <a:gd name="connsiteX66" fmla="*/ 7433 w 5503378"/>
              <a:gd name="connsiteY66" fmla="*/ 4353635 h 4376313"/>
              <a:gd name="connsiteX67" fmla="*/ 7433 w 5503378"/>
              <a:gd name="connsiteY67" fmla="*/ 4068923 h 4376313"/>
              <a:gd name="connsiteX68" fmla="*/ 0 w 5503378"/>
              <a:gd name="connsiteY68" fmla="*/ 4059125 h 4376313"/>
              <a:gd name="connsiteX69" fmla="*/ 7433 w 5503378"/>
              <a:gd name="connsiteY69" fmla="*/ 4054857 h 4376313"/>
              <a:gd name="connsiteX70" fmla="*/ 7433 w 5503378"/>
              <a:gd name="connsiteY70" fmla="*/ 410374 h 4376313"/>
              <a:gd name="connsiteX71" fmla="*/ 1 w 5503378"/>
              <a:gd name="connsiteY71" fmla="*/ 400577 h 4376313"/>
              <a:gd name="connsiteX72" fmla="*/ 7433 w 5503378"/>
              <a:gd name="connsiteY72" fmla="*/ 396308 h 4376313"/>
              <a:gd name="connsiteX73" fmla="*/ 7433 w 5503378"/>
              <a:gd name="connsiteY73" fmla="*/ 395785 h 4376313"/>
              <a:gd name="connsiteX74" fmla="*/ 8344 w 5503378"/>
              <a:gd name="connsiteY74" fmla="*/ 395785 h 4376313"/>
              <a:gd name="connsiteX75" fmla="*/ 164264 w 5503378"/>
              <a:gd name="connsiteY75" fmla="*/ 306248 h 4376313"/>
              <a:gd name="connsiteX76" fmla="*/ 1427200 w 5503378"/>
              <a:gd name="connsiteY76" fmla="*/ 9 h 4376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503378" h="4376313">
                <a:moveTo>
                  <a:pt x="1269152" y="398964"/>
                </a:moveTo>
                <a:lnTo>
                  <a:pt x="1115543" y="408642"/>
                </a:lnTo>
                <a:cubicBezTo>
                  <a:pt x="883943" y="438581"/>
                  <a:pt x="656683" y="502878"/>
                  <a:pt x="443777" y="601558"/>
                </a:cubicBezTo>
                <a:lnTo>
                  <a:pt x="295433" y="680204"/>
                </a:lnTo>
                <a:lnTo>
                  <a:pt x="295433" y="3901750"/>
                </a:lnTo>
                <a:lnTo>
                  <a:pt x="334198" y="3883118"/>
                </a:lnTo>
                <a:cubicBezTo>
                  <a:pt x="621693" y="3757526"/>
                  <a:pt x="929418" y="3684630"/>
                  <a:pt x="1240374" y="3664387"/>
                </a:cubicBezTo>
                <a:lnTo>
                  <a:pt x="1269152" y="3663489"/>
                </a:lnTo>
                <a:close/>
                <a:moveTo>
                  <a:pt x="1557152" y="398013"/>
                </a:moveTo>
                <a:lnTo>
                  <a:pt x="1557152" y="3662744"/>
                </a:lnTo>
                <a:lnTo>
                  <a:pt x="1590667" y="3663823"/>
                </a:lnTo>
                <a:cubicBezTo>
                  <a:pt x="1917207" y="3684024"/>
                  <a:pt x="2240283" y="3762256"/>
                  <a:pt x="2540219" y="3898466"/>
                </a:cubicBezTo>
                <a:lnTo>
                  <a:pt x="2594382" y="3925168"/>
                </a:lnTo>
                <a:lnTo>
                  <a:pt x="2594382" y="707255"/>
                </a:lnTo>
                <a:lnTo>
                  <a:pt x="2406911" y="606565"/>
                </a:lnTo>
                <a:cubicBezTo>
                  <a:pt x="2194644" y="506800"/>
                  <a:pt x="1967801" y="441346"/>
                  <a:pt x="1736398" y="410225"/>
                </a:cubicBezTo>
                <a:close/>
                <a:moveTo>
                  <a:pt x="4262441" y="397459"/>
                </a:moveTo>
                <a:lnTo>
                  <a:pt x="4262441" y="3666541"/>
                </a:lnTo>
                <a:lnTo>
                  <a:pt x="4347032" y="3672315"/>
                </a:lnTo>
                <a:cubicBezTo>
                  <a:pt x="4637721" y="3701454"/>
                  <a:pt x="4923968" y="3776850"/>
                  <a:pt x="5191768" y="3898466"/>
                </a:cubicBezTo>
                <a:lnTo>
                  <a:pt x="5209717" y="3907366"/>
                </a:lnTo>
                <a:lnTo>
                  <a:pt x="5209717" y="686508"/>
                </a:lnTo>
                <a:lnTo>
                  <a:pt x="5128663" y="641090"/>
                </a:lnTo>
                <a:cubicBezTo>
                  <a:pt x="4867531" y="506855"/>
                  <a:pt x="4581888" y="426223"/>
                  <a:pt x="4291291" y="399245"/>
                </a:cubicBezTo>
                <a:close/>
                <a:moveTo>
                  <a:pt x="4145671" y="390227"/>
                </a:moveTo>
                <a:cubicBezTo>
                  <a:pt x="3708114" y="376589"/>
                  <a:pt x="3266746" y="483691"/>
                  <a:pt x="2887575" y="711699"/>
                </a:cubicBezTo>
                <a:lnTo>
                  <a:pt x="2882382" y="704854"/>
                </a:lnTo>
                <a:lnTo>
                  <a:pt x="2882382" y="3932615"/>
                </a:lnTo>
                <a:lnTo>
                  <a:pt x="2974975" y="3887852"/>
                </a:lnTo>
                <a:cubicBezTo>
                  <a:pt x="3244026" y="3768874"/>
                  <a:pt x="3531042" y="3696213"/>
                  <a:pt x="3822020" y="3669830"/>
                </a:cubicBezTo>
                <a:lnTo>
                  <a:pt x="3974441" y="3660877"/>
                </a:lnTo>
                <a:lnTo>
                  <a:pt x="3974441" y="395785"/>
                </a:lnTo>
                <a:lnTo>
                  <a:pt x="4235416" y="395785"/>
                </a:lnTo>
                <a:close/>
                <a:moveTo>
                  <a:pt x="1426036" y="389080"/>
                </a:moveTo>
                <a:lnTo>
                  <a:pt x="1319604" y="395786"/>
                </a:lnTo>
                <a:lnTo>
                  <a:pt x="1524456" y="395786"/>
                </a:lnTo>
                <a:close/>
                <a:moveTo>
                  <a:pt x="1427200" y="9"/>
                </a:moveTo>
                <a:cubicBezTo>
                  <a:pt x="1863397" y="1151"/>
                  <a:pt x="2299266" y="105473"/>
                  <a:pt x="2688168" y="312853"/>
                </a:cubicBezTo>
                <a:lnTo>
                  <a:pt x="2745869" y="346413"/>
                </a:lnTo>
                <a:lnTo>
                  <a:pt x="2815813" y="306248"/>
                </a:lnTo>
                <a:cubicBezTo>
                  <a:pt x="3599725" y="-106268"/>
                  <a:pt x="4570538" y="-101877"/>
                  <a:pt x="5350123" y="318433"/>
                </a:cubicBezTo>
                <a:lnTo>
                  <a:pt x="5482419" y="395785"/>
                </a:lnTo>
                <a:lnTo>
                  <a:pt x="5497717" y="395785"/>
                </a:lnTo>
                <a:lnTo>
                  <a:pt x="5497717" y="404730"/>
                </a:lnTo>
                <a:lnTo>
                  <a:pt x="5503378" y="408040"/>
                </a:lnTo>
                <a:lnTo>
                  <a:pt x="5497717" y="415411"/>
                </a:lnTo>
                <a:lnTo>
                  <a:pt x="5497717" y="4063279"/>
                </a:lnTo>
                <a:lnTo>
                  <a:pt x="5503378" y="4066589"/>
                </a:lnTo>
                <a:lnTo>
                  <a:pt x="5497717" y="4073960"/>
                </a:lnTo>
                <a:lnTo>
                  <a:pt x="5497717" y="4353635"/>
                </a:lnTo>
                <a:lnTo>
                  <a:pt x="5282917" y="4353635"/>
                </a:lnTo>
                <a:lnTo>
                  <a:pt x="5265499" y="4376313"/>
                </a:lnTo>
                <a:lnTo>
                  <a:pt x="5225027" y="4353635"/>
                </a:lnTo>
                <a:lnTo>
                  <a:pt x="5209717" y="4353635"/>
                </a:lnTo>
                <a:lnTo>
                  <a:pt x="5209717" y="4345057"/>
                </a:lnTo>
                <a:lnTo>
                  <a:pt x="5128663" y="4299639"/>
                </a:lnTo>
                <a:cubicBezTo>
                  <a:pt x="4432311" y="3941678"/>
                  <a:pt x="3561657" y="3964900"/>
                  <a:pt x="2887575" y="4370248"/>
                </a:cubicBezTo>
                <a:lnTo>
                  <a:pt x="2874972" y="4353635"/>
                </a:lnTo>
                <a:lnTo>
                  <a:pt x="2631368" y="4353635"/>
                </a:lnTo>
                <a:lnTo>
                  <a:pt x="2613950" y="4376313"/>
                </a:lnTo>
                <a:cubicBezTo>
                  <a:pt x="1942487" y="3967532"/>
                  <a:pt x="1071997" y="3939871"/>
                  <a:pt x="373354" y="4294273"/>
                </a:cubicBezTo>
                <a:lnTo>
                  <a:pt x="295433" y="4337382"/>
                </a:lnTo>
                <a:lnTo>
                  <a:pt x="295433" y="4353635"/>
                </a:lnTo>
                <a:lnTo>
                  <a:pt x="266055" y="4353635"/>
                </a:lnTo>
                <a:lnTo>
                  <a:pt x="236026" y="4370248"/>
                </a:lnTo>
                <a:lnTo>
                  <a:pt x="223423" y="4353635"/>
                </a:lnTo>
                <a:lnTo>
                  <a:pt x="7433" y="4353635"/>
                </a:lnTo>
                <a:lnTo>
                  <a:pt x="7433" y="4068923"/>
                </a:lnTo>
                <a:lnTo>
                  <a:pt x="0" y="4059125"/>
                </a:lnTo>
                <a:lnTo>
                  <a:pt x="7433" y="4054857"/>
                </a:lnTo>
                <a:lnTo>
                  <a:pt x="7433" y="410374"/>
                </a:lnTo>
                <a:lnTo>
                  <a:pt x="1" y="400577"/>
                </a:lnTo>
                <a:lnTo>
                  <a:pt x="7433" y="396308"/>
                </a:lnTo>
                <a:lnTo>
                  <a:pt x="7433" y="395785"/>
                </a:lnTo>
                <a:lnTo>
                  <a:pt x="8344" y="395785"/>
                </a:lnTo>
                <a:lnTo>
                  <a:pt x="164264" y="306248"/>
                </a:lnTo>
                <a:cubicBezTo>
                  <a:pt x="554478" y="100906"/>
                  <a:pt x="991003" y="-1132"/>
                  <a:pt x="1427200" y="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7" name="任意多边形 26"/>
          <p:cNvSpPr>
            <a:spLocks noChangeAspect="1"/>
          </p:cNvSpPr>
          <p:nvPr/>
        </p:nvSpPr>
        <p:spPr>
          <a:xfrm>
            <a:off x="4700092" y="2072661"/>
            <a:ext cx="377293" cy="360000"/>
          </a:xfrm>
          <a:custGeom>
            <a:avLst/>
            <a:gdLst>
              <a:gd name="connsiteX0" fmla="*/ 1328991 w 6550925"/>
              <a:gd name="connsiteY0" fmla="*/ 1206159 h 6250673"/>
              <a:gd name="connsiteX1" fmla="*/ 1328991 w 6550925"/>
              <a:gd name="connsiteY1" fmla="*/ 4143759 h 6250673"/>
              <a:gd name="connsiteX2" fmla="*/ 2407162 w 6550925"/>
              <a:gd name="connsiteY2" fmla="*/ 4143759 h 6250673"/>
              <a:gd name="connsiteX3" fmla="*/ 2407162 w 6550925"/>
              <a:gd name="connsiteY3" fmla="*/ 4271417 h 6250673"/>
              <a:gd name="connsiteX4" fmla="*/ 2407162 w 6550925"/>
              <a:gd name="connsiteY4" fmla="*/ 4503759 h 6250673"/>
              <a:gd name="connsiteX5" fmla="*/ 2407162 w 6550925"/>
              <a:gd name="connsiteY5" fmla="*/ 4831305 h 6250673"/>
              <a:gd name="connsiteX6" fmla="*/ 4171059 w 6550925"/>
              <a:gd name="connsiteY6" fmla="*/ 4831305 h 6250673"/>
              <a:gd name="connsiteX7" fmla="*/ 4171059 w 6550925"/>
              <a:gd name="connsiteY7" fmla="*/ 4503759 h 6250673"/>
              <a:gd name="connsiteX8" fmla="*/ 4171059 w 6550925"/>
              <a:gd name="connsiteY8" fmla="*/ 4271417 h 6250673"/>
              <a:gd name="connsiteX9" fmla="*/ 4171059 w 6550925"/>
              <a:gd name="connsiteY9" fmla="*/ 4143759 h 6250673"/>
              <a:gd name="connsiteX10" fmla="*/ 5249230 w 6550925"/>
              <a:gd name="connsiteY10" fmla="*/ 4143759 h 6250673"/>
              <a:gd name="connsiteX11" fmla="*/ 5249230 w 6550925"/>
              <a:gd name="connsiteY11" fmla="*/ 1206159 h 6250673"/>
              <a:gd name="connsiteX12" fmla="*/ 968991 w 6550925"/>
              <a:gd name="connsiteY12" fmla="*/ 846159 h 6250673"/>
              <a:gd name="connsiteX13" fmla="*/ 1328991 w 6550925"/>
              <a:gd name="connsiteY13" fmla="*/ 846159 h 6250673"/>
              <a:gd name="connsiteX14" fmla="*/ 1328991 w 6550925"/>
              <a:gd name="connsiteY14" fmla="*/ 846160 h 6250673"/>
              <a:gd name="connsiteX15" fmla="*/ 5249230 w 6550925"/>
              <a:gd name="connsiteY15" fmla="*/ 846160 h 6250673"/>
              <a:gd name="connsiteX16" fmla="*/ 5249230 w 6550925"/>
              <a:gd name="connsiteY16" fmla="*/ 846159 h 6250673"/>
              <a:gd name="connsiteX17" fmla="*/ 5609230 w 6550925"/>
              <a:gd name="connsiteY17" fmla="*/ 846159 h 6250673"/>
              <a:gd name="connsiteX18" fmla="*/ 5609230 w 6550925"/>
              <a:gd name="connsiteY18" fmla="*/ 846160 h 6250673"/>
              <a:gd name="connsiteX19" fmla="*/ 5609230 w 6550925"/>
              <a:gd name="connsiteY19" fmla="*/ 1206159 h 6250673"/>
              <a:gd name="connsiteX20" fmla="*/ 5609230 w 6550925"/>
              <a:gd name="connsiteY20" fmla="*/ 4143759 h 6250673"/>
              <a:gd name="connsiteX21" fmla="*/ 5609230 w 6550925"/>
              <a:gd name="connsiteY21" fmla="*/ 4503759 h 6250673"/>
              <a:gd name="connsiteX22" fmla="*/ 5249230 w 6550925"/>
              <a:gd name="connsiteY22" fmla="*/ 4503759 h 6250673"/>
              <a:gd name="connsiteX23" fmla="*/ 4531059 w 6550925"/>
              <a:gd name="connsiteY23" fmla="*/ 4503759 h 6250673"/>
              <a:gd name="connsiteX24" fmla="*/ 4531059 w 6550925"/>
              <a:gd name="connsiteY24" fmla="*/ 4831305 h 6250673"/>
              <a:gd name="connsiteX25" fmla="*/ 4531059 w 6550925"/>
              <a:gd name="connsiteY25" fmla="*/ 5191304 h 6250673"/>
              <a:gd name="connsiteX26" fmla="*/ 4531059 w 6550925"/>
              <a:gd name="connsiteY26" fmla="*/ 5191305 h 6250673"/>
              <a:gd name="connsiteX27" fmla="*/ 2047163 w 6550925"/>
              <a:gd name="connsiteY27" fmla="*/ 5191305 h 6250673"/>
              <a:gd name="connsiteX28" fmla="*/ 2047163 w 6550925"/>
              <a:gd name="connsiteY28" fmla="*/ 5191304 h 6250673"/>
              <a:gd name="connsiteX29" fmla="*/ 2047162 w 6550925"/>
              <a:gd name="connsiteY29" fmla="*/ 5191304 h 6250673"/>
              <a:gd name="connsiteX30" fmla="*/ 2047162 w 6550925"/>
              <a:gd name="connsiteY30" fmla="*/ 4503759 h 6250673"/>
              <a:gd name="connsiteX31" fmla="*/ 1328991 w 6550925"/>
              <a:gd name="connsiteY31" fmla="*/ 4503759 h 6250673"/>
              <a:gd name="connsiteX32" fmla="*/ 968991 w 6550925"/>
              <a:gd name="connsiteY32" fmla="*/ 4503759 h 6250673"/>
              <a:gd name="connsiteX33" fmla="*/ 968991 w 6550925"/>
              <a:gd name="connsiteY33" fmla="*/ 4503759 h 6250673"/>
              <a:gd name="connsiteX34" fmla="*/ 968991 w 6550925"/>
              <a:gd name="connsiteY34" fmla="*/ 4143759 h 6250673"/>
              <a:gd name="connsiteX35" fmla="*/ 968991 w 6550925"/>
              <a:gd name="connsiteY35" fmla="*/ 4143759 h 6250673"/>
              <a:gd name="connsiteX36" fmla="*/ 968991 w 6550925"/>
              <a:gd name="connsiteY36" fmla="*/ 1206159 h 6250673"/>
              <a:gd name="connsiteX37" fmla="*/ 968991 w 6550925"/>
              <a:gd name="connsiteY37" fmla="*/ 846160 h 6250673"/>
              <a:gd name="connsiteX38" fmla="*/ 424956 w 6550925"/>
              <a:gd name="connsiteY38" fmla="*/ 392455 h 6250673"/>
              <a:gd name="connsiteX39" fmla="*/ 424956 w 6550925"/>
              <a:gd name="connsiteY39" fmla="*/ 5018839 h 6250673"/>
              <a:gd name="connsiteX40" fmla="*/ 1264333 w 6550925"/>
              <a:gd name="connsiteY40" fmla="*/ 5858216 h 6250673"/>
              <a:gd name="connsiteX41" fmla="*/ 5313888 w 6550925"/>
              <a:gd name="connsiteY41" fmla="*/ 5858216 h 6250673"/>
              <a:gd name="connsiteX42" fmla="*/ 6153265 w 6550925"/>
              <a:gd name="connsiteY42" fmla="*/ 5018839 h 6250673"/>
              <a:gd name="connsiteX43" fmla="*/ 6153265 w 6550925"/>
              <a:gd name="connsiteY43" fmla="*/ 392455 h 6250673"/>
              <a:gd name="connsiteX44" fmla="*/ 0 w 6550925"/>
              <a:gd name="connsiteY44" fmla="*/ 0 h 6250673"/>
              <a:gd name="connsiteX45" fmla="*/ 6550925 w 6550925"/>
              <a:gd name="connsiteY45" fmla="*/ 0 h 6250673"/>
              <a:gd name="connsiteX46" fmla="*/ 6550925 w 6550925"/>
              <a:gd name="connsiteY46" fmla="*/ 5290757 h 6250673"/>
              <a:gd name="connsiteX47" fmla="*/ 5591009 w 6550925"/>
              <a:gd name="connsiteY47" fmla="*/ 6250673 h 6250673"/>
              <a:gd name="connsiteX48" fmla="*/ 959916 w 6550925"/>
              <a:gd name="connsiteY48" fmla="*/ 6250673 h 6250673"/>
              <a:gd name="connsiteX49" fmla="*/ 0 w 6550925"/>
              <a:gd name="connsiteY49" fmla="*/ 5290757 h 625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550925" h="6250673">
                <a:moveTo>
                  <a:pt x="1328991" y="1206159"/>
                </a:moveTo>
                <a:lnTo>
                  <a:pt x="1328991" y="4143759"/>
                </a:lnTo>
                <a:lnTo>
                  <a:pt x="2407162" y="4143759"/>
                </a:lnTo>
                <a:lnTo>
                  <a:pt x="2407162" y="4271417"/>
                </a:lnTo>
                <a:lnTo>
                  <a:pt x="2407162" y="4503759"/>
                </a:lnTo>
                <a:lnTo>
                  <a:pt x="2407162" y="4831305"/>
                </a:lnTo>
                <a:lnTo>
                  <a:pt x="4171059" y="4831305"/>
                </a:lnTo>
                <a:lnTo>
                  <a:pt x="4171059" y="4503759"/>
                </a:lnTo>
                <a:lnTo>
                  <a:pt x="4171059" y="4271417"/>
                </a:lnTo>
                <a:lnTo>
                  <a:pt x="4171059" y="4143759"/>
                </a:lnTo>
                <a:lnTo>
                  <a:pt x="5249230" y="4143759"/>
                </a:lnTo>
                <a:lnTo>
                  <a:pt x="5249230" y="1206159"/>
                </a:lnTo>
                <a:close/>
                <a:moveTo>
                  <a:pt x="968991" y="846159"/>
                </a:moveTo>
                <a:lnTo>
                  <a:pt x="1328991" y="846159"/>
                </a:lnTo>
                <a:lnTo>
                  <a:pt x="1328991" y="846160"/>
                </a:lnTo>
                <a:lnTo>
                  <a:pt x="5249230" y="846160"/>
                </a:lnTo>
                <a:lnTo>
                  <a:pt x="5249230" y="846159"/>
                </a:lnTo>
                <a:lnTo>
                  <a:pt x="5609230" y="846159"/>
                </a:lnTo>
                <a:lnTo>
                  <a:pt x="5609230" y="846160"/>
                </a:lnTo>
                <a:lnTo>
                  <a:pt x="5609230" y="1206159"/>
                </a:lnTo>
                <a:lnTo>
                  <a:pt x="5609230" y="4143759"/>
                </a:lnTo>
                <a:lnTo>
                  <a:pt x="5609230" y="4503759"/>
                </a:lnTo>
                <a:lnTo>
                  <a:pt x="5249230" y="4503759"/>
                </a:lnTo>
                <a:lnTo>
                  <a:pt x="4531059" y="4503759"/>
                </a:lnTo>
                <a:lnTo>
                  <a:pt x="4531059" y="4831305"/>
                </a:lnTo>
                <a:lnTo>
                  <a:pt x="4531059" y="5191304"/>
                </a:lnTo>
                <a:lnTo>
                  <a:pt x="4531059" y="5191305"/>
                </a:lnTo>
                <a:lnTo>
                  <a:pt x="2047163" y="5191305"/>
                </a:lnTo>
                <a:lnTo>
                  <a:pt x="2047163" y="5191304"/>
                </a:lnTo>
                <a:lnTo>
                  <a:pt x="2047162" y="5191304"/>
                </a:lnTo>
                <a:lnTo>
                  <a:pt x="2047162" y="4503759"/>
                </a:lnTo>
                <a:lnTo>
                  <a:pt x="1328991" y="4503759"/>
                </a:lnTo>
                <a:lnTo>
                  <a:pt x="968991" y="4503759"/>
                </a:lnTo>
                <a:lnTo>
                  <a:pt x="968991" y="4503759"/>
                </a:lnTo>
                <a:lnTo>
                  <a:pt x="968991" y="4143759"/>
                </a:lnTo>
                <a:lnTo>
                  <a:pt x="968991" y="4143759"/>
                </a:lnTo>
                <a:lnTo>
                  <a:pt x="968991" y="1206159"/>
                </a:lnTo>
                <a:lnTo>
                  <a:pt x="968991" y="846160"/>
                </a:lnTo>
                <a:close/>
                <a:moveTo>
                  <a:pt x="424956" y="392455"/>
                </a:moveTo>
                <a:lnTo>
                  <a:pt x="424956" y="5018839"/>
                </a:lnTo>
                <a:cubicBezTo>
                  <a:pt x="424956" y="5482414"/>
                  <a:pt x="800758" y="5858216"/>
                  <a:pt x="1264333" y="5858216"/>
                </a:cubicBezTo>
                <a:lnTo>
                  <a:pt x="5313888" y="5858216"/>
                </a:lnTo>
                <a:cubicBezTo>
                  <a:pt x="5777463" y="5858216"/>
                  <a:pt x="6153265" y="5482414"/>
                  <a:pt x="6153265" y="5018839"/>
                </a:cubicBezTo>
                <a:lnTo>
                  <a:pt x="6153265" y="392455"/>
                </a:lnTo>
                <a:close/>
                <a:moveTo>
                  <a:pt x="0" y="0"/>
                </a:moveTo>
                <a:lnTo>
                  <a:pt x="6550925" y="0"/>
                </a:lnTo>
                <a:lnTo>
                  <a:pt x="6550925" y="5290757"/>
                </a:lnTo>
                <a:cubicBezTo>
                  <a:pt x="6550925" y="5820904"/>
                  <a:pt x="6121156" y="6250673"/>
                  <a:pt x="5591009" y="6250673"/>
                </a:cubicBezTo>
                <a:lnTo>
                  <a:pt x="959916" y="6250673"/>
                </a:lnTo>
                <a:cubicBezTo>
                  <a:pt x="429769" y="6250673"/>
                  <a:pt x="0" y="5820904"/>
                  <a:pt x="0" y="529075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a:spLocks noChangeAspect="1"/>
          </p:cNvSpPr>
          <p:nvPr/>
        </p:nvSpPr>
        <p:spPr>
          <a:xfrm>
            <a:off x="7131670" y="2072661"/>
            <a:ext cx="360000" cy="360000"/>
          </a:xfrm>
          <a:custGeom>
            <a:avLst/>
            <a:gdLst>
              <a:gd name="connsiteX0" fmla="*/ 747215 w 6100549"/>
              <a:gd name="connsiteY0" fmla="*/ 2549634 h 6100550"/>
              <a:gd name="connsiteX1" fmla="*/ 2016456 w 6100549"/>
              <a:gd name="connsiteY1" fmla="*/ 2549634 h 6100550"/>
              <a:gd name="connsiteX2" fmla="*/ 1591104 w 6100549"/>
              <a:gd name="connsiteY2" fmla="*/ 2957013 h 6100550"/>
              <a:gd name="connsiteX3" fmla="*/ 1592571 w 6100549"/>
              <a:gd name="connsiteY3" fmla="*/ 2965656 h 6100550"/>
              <a:gd name="connsiteX4" fmla="*/ 3125335 w 6100549"/>
              <a:gd name="connsiteY4" fmla="*/ 4183202 h 6100550"/>
              <a:gd name="connsiteX5" fmla="*/ 4598598 w 6100549"/>
              <a:gd name="connsiteY5" fmla="*/ 3087297 h 6100550"/>
              <a:gd name="connsiteX6" fmla="*/ 4632640 w 6100549"/>
              <a:gd name="connsiteY6" fmla="*/ 2954095 h 6100550"/>
              <a:gd name="connsiteX7" fmla="*/ 4210334 w 6100549"/>
              <a:gd name="connsiteY7" fmla="*/ 2549634 h 6100550"/>
              <a:gd name="connsiteX8" fmla="*/ 5479575 w 6100549"/>
              <a:gd name="connsiteY8" fmla="*/ 2549634 h 6100550"/>
              <a:gd name="connsiteX9" fmla="*/ 5046008 w 6100549"/>
              <a:gd name="connsiteY9" fmla="*/ 2964881 h 6100550"/>
              <a:gd name="connsiteX10" fmla="*/ 5037502 w 6100549"/>
              <a:gd name="connsiteY10" fmla="*/ 3020944 h 6100550"/>
              <a:gd name="connsiteX11" fmla="*/ 3128924 w 6100549"/>
              <a:gd name="connsiteY11" fmla="*/ 4592396 h 6100550"/>
              <a:gd name="connsiteX12" fmla="*/ 1193077 w 6100549"/>
              <a:gd name="connsiteY12" fmla="*/ 3054662 h 6100550"/>
              <a:gd name="connsiteX13" fmla="*/ 1177269 w 6100549"/>
              <a:gd name="connsiteY13" fmla="*/ 2961515 h 6100550"/>
              <a:gd name="connsiteX14" fmla="*/ 382136 w 6100549"/>
              <a:gd name="connsiteY14" fmla="*/ 2038675 h 6100550"/>
              <a:gd name="connsiteX15" fmla="*/ 382136 w 6100549"/>
              <a:gd name="connsiteY15" fmla="*/ 5270699 h 6100550"/>
              <a:gd name="connsiteX16" fmla="*/ 829849 w 6100549"/>
              <a:gd name="connsiteY16" fmla="*/ 5718412 h 6100550"/>
              <a:gd name="connsiteX17" fmla="*/ 5270698 w 6100549"/>
              <a:gd name="connsiteY17" fmla="*/ 5718412 h 6100550"/>
              <a:gd name="connsiteX18" fmla="*/ 5718411 w 6100549"/>
              <a:gd name="connsiteY18" fmla="*/ 5270699 h 6100550"/>
              <a:gd name="connsiteX19" fmla="*/ 5718411 w 6100549"/>
              <a:gd name="connsiteY19" fmla="*/ 2038675 h 6100550"/>
              <a:gd name="connsiteX20" fmla="*/ 829849 w 6100549"/>
              <a:gd name="connsiteY20" fmla="*/ 382137 h 6100550"/>
              <a:gd name="connsiteX21" fmla="*/ 382136 w 6100549"/>
              <a:gd name="connsiteY21" fmla="*/ 829851 h 6100550"/>
              <a:gd name="connsiteX22" fmla="*/ 382136 w 6100549"/>
              <a:gd name="connsiteY22" fmla="*/ 1678675 h 6100550"/>
              <a:gd name="connsiteX23" fmla="*/ 5718411 w 6100549"/>
              <a:gd name="connsiteY23" fmla="*/ 1678675 h 6100550"/>
              <a:gd name="connsiteX24" fmla="*/ 5718411 w 6100549"/>
              <a:gd name="connsiteY24" fmla="*/ 829851 h 6100550"/>
              <a:gd name="connsiteX25" fmla="*/ 5270698 w 6100549"/>
              <a:gd name="connsiteY25" fmla="*/ 382137 h 6100550"/>
              <a:gd name="connsiteX26" fmla="*/ 511835 w 6100549"/>
              <a:gd name="connsiteY26" fmla="*/ 0 h 6100550"/>
              <a:gd name="connsiteX27" fmla="*/ 5588713 w 6100549"/>
              <a:gd name="connsiteY27" fmla="*/ 0 h 6100550"/>
              <a:gd name="connsiteX28" fmla="*/ 6100549 w 6100549"/>
              <a:gd name="connsiteY28" fmla="*/ 511836 h 6100550"/>
              <a:gd name="connsiteX29" fmla="*/ 6100549 w 6100549"/>
              <a:gd name="connsiteY29" fmla="*/ 5588714 h 6100550"/>
              <a:gd name="connsiteX30" fmla="*/ 5588713 w 6100549"/>
              <a:gd name="connsiteY30" fmla="*/ 6100550 h 6100550"/>
              <a:gd name="connsiteX31" fmla="*/ 511835 w 6100549"/>
              <a:gd name="connsiteY31" fmla="*/ 6100550 h 6100550"/>
              <a:gd name="connsiteX32" fmla="*/ 0 w 6100549"/>
              <a:gd name="connsiteY32" fmla="*/ 5588714 h 6100550"/>
              <a:gd name="connsiteX33" fmla="*/ 0 w 6100549"/>
              <a:gd name="connsiteY33" fmla="*/ 511836 h 6100550"/>
              <a:gd name="connsiteX34" fmla="*/ 511835 w 6100549"/>
              <a:gd name="connsiteY34" fmla="*/ 0 h 610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100549" h="6100550">
                <a:moveTo>
                  <a:pt x="747215" y="2549634"/>
                </a:moveTo>
                <a:lnTo>
                  <a:pt x="2016456" y="2549634"/>
                </a:lnTo>
                <a:lnTo>
                  <a:pt x="1591104" y="2957013"/>
                </a:lnTo>
                <a:lnTo>
                  <a:pt x="1592571" y="2965656"/>
                </a:lnTo>
                <a:cubicBezTo>
                  <a:pt x="1748356" y="3668215"/>
                  <a:pt x="2378055" y="4189757"/>
                  <a:pt x="3125335" y="4183202"/>
                </a:cubicBezTo>
                <a:cubicBezTo>
                  <a:pt x="3819238" y="4177116"/>
                  <a:pt x="4403787" y="3717530"/>
                  <a:pt x="4598598" y="3087297"/>
                </a:cubicBezTo>
                <a:lnTo>
                  <a:pt x="4632640" y="2954095"/>
                </a:lnTo>
                <a:lnTo>
                  <a:pt x="4210334" y="2549634"/>
                </a:lnTo>
                <a:lnTo>
                  <a:pt x="5479575" y="2549634"/>
                </a:lnTo>
                <a:lnTo>
                  <a:pt x="5046008" y="2964881"/>
                </a:lnTo>
                <a:lnTo>
                  <a:pt x="5037502" y="3020944"/>
                </a:lnTo>
                <a:cubicBezTo>
                  <a:pt x="4856344" y="3911574"/>
                  <a:pt x="4072723" y="4584119"/>
                  <a:pt x="3128924" y="4592396"/>
                </a:cubicBezTo>
                <a:cubicBezTo>
                  <a:pt x="2185126" y="4600674"/>
                  <a:pt x="1389829" y="3941978"/>
                  <a:pt x="1193077" y="3054662"/>
                </a:cubicBezTo>
                <a:lnTo>
                  <a:pt x="1177269" y="2961515"/>
                </a:lnTo>
                <a:close/>
                <a:moveTo>
                  <a:pt x="382136" y="2038675"/>
                </a:moveTo>
                <a:lnTo>
                  <a:pt x="382136" y="5270699"/>
                </a:lnTo>
                <a:cubicBezTo>
                  <a:pt x="382136" y="5517964"/>
                  <a:pt x="582584" y="5718412"/>
                  <a:pt x="829849" y="5718412"/>
                </a:cubicBezTo>
                <a:lnTo>
                  <a:pt x="5270698" y="5718412"/>
                </a:lnTo>
                <a:cubicBezTo>
                  <a:pt x="5517963" y="5718412"/>
                  <a:pt x="5718411" y="5517964"/>
                  <a:pt x="5718411" y="5270699"/>
                </a:cubicBezTo>
                <a:lnTo>
                  <a:pt x="5718411" y="2038675"/>
                </a:lnTo>
                <a:close/>
                <a:moveTo>
                  <a:pt x="829849" y="382137"/>
                </a:moveTo>
                <a:cubicBezTo>
                  <a:pt x="582584" y="382137"/>
                  <a:pt x="382136" y="582585"/>
                  <a:pt x="382136" y="829851"/>
                </a:cubicBezTo>
                <a:lnTo>
                  <a:pt x="382136" y="1678675"/>
                </a:lnTo>
                <a:lnTo>
                  <a:pt x="5718411" y="1678675"/>
                </a:lnTo>
                <a:lnTo>
                  <a:pt x="5718411" y="829851"/>
                </a:lnTo>
                <a:cubicBezTo>
                  <a:pt x="5718411" y="582585"/>
                  <a:pt x="5517963" y="382137"/>
                  <a:pt x="5270698" y="382137"/>
                </a:cubicBezTo>
                <a:close/>
                <a:moveTo>
                  <a:pt x="511835" y="0"/>
                </a:moveTo>
                <a:lnTo>
                  <a:pt x="5588713" y="0"/>
                </a:lnTo>
                <a:cubicBezTo>
                  <a:pt x="5871392" y="0"/>
                  <a:pt x="6100549" y="229157"/>
                  <a:pt x="6100549" y="511836"/>
                </a:cubicBezTo>
                <a:lnTo>
                  <a:pt x="6100549" y="5588714"/>
                </a:lnTo>
                <a:cubicBezTo>
                  <a:pt x="6100549" y="5871393"/>
                  <a:pt x="5871392" y="6100550"/>
                  <a:pt x="5588713" y="6100550"/>
                </a:cubicBezTo>
                <a:lnTo>
                  <a:pt x="511835" y="6100550"/>
                </a:lnTo>
                <a:cubicBezTo>
                  <a:pt x="229157" y="6100550"/>
                  <a:pt x="0" y="5871393"/>
                  <a:pt x="0" y="5588714"/>
                </a:cubicBezTo>
                <a:lnTo>
                  <a:pt x="0" y="511836"/>
                </a:lnTo>
                <a:cubicBezTo>
                  <a:pt x="0" y="229157"/>
                  <a:pt x="229157" y="0"/>
                  <a:pt x="51183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a:spLocks noChangeAspect="1"/>
          </p:cNvSpPr>
          <p:nvPr/>
        </p:nvSpPr>
        <p:spPr>
          <a:xfrm>
            <a:off x="7943948" y="2072661"/>
            <a:ext cx="350732" cy="360000"/>
          </a:xfrm>
          <a:custGeom>
            <a:avLst/>
            <a:gdLst>
              <a:gd name="connsiteX0" fmla="*/ 2326943 w 5404989"/>
              <a:gd name="connsiteY0" fmla="*/ 407402 h 5547815"/>
              <a:gd name="connsiteX1" fmla="*/ 407401 w 5404989"/>
              <a:gd name="connsiteY1" fmla="*/ 2326944 h 5547815"/>
              <a:gd name="connsiteX2" fmla="*/ 2326943 w 5404989"/>
              <a:gd name="connsiteY2" fmla="*/ 4246486 h 5547815"/>
              <a:gd name="connsiteX3" fmla="*/ 4246485 w 5404989"/>
              <a:gd name="connsiteY3" fmla="*/ 2326944 h 5547815"/>
              <a:gd name="connsiteX4" fmla="*/ 2326943 w 5404989"/>
              <a:gd name="connsiteY4" fmla="*/ 407402 h 5547815"/>
              <a:gd name="connsiteX5" fmla="*/ 2326944 w 5404989"/>
              <a:gd name="connsiteY5" fmla="*/ 0 h 5547815"/>
              <a:gd name="connsiteX6" fmla="*/ 4653888 w 5404989"/>
              <a:gd name="connsiteY6" fmla="*/ 2326944 h 5547815"/>
              <a:gd name="connsiteX7" fmla="*/ 4122527 w 5404989"/>
              <a:gd name="connsiteY7" fmla="*/ 3807097 h 5547815"/>
              <a:gd name="connsiteX8" fmla="*/ 4025541 w 5404989"/>
              <a:gd name="connsiteY8" fmla="*/ 3913809 h 5547815"/>
              <a:gd name="connsiteX9" fmla="*/ 5404989 w 5404989"/>
              <a:gd name="connsiteY9" fmla="*/ 5293257 h 5547815"/>
              <a:gd name="connsiteX10" fmla="*/ 5150430 w 5404989"/>
              <a:gd name="connsiteY10" fmla="*/ 5547815 h 5547815"/>
              <a:gd name="connsiteX11" fmla="*/ 3760207 w 5404989"/>
              <a:gd name="connsiteY11" fmla="*/ 4157591 h 5547815"/>
              <a:gd name="connsiteX12" fmla="*/ 3627961 w 5404989"/>
              <a:gd name="connsiteY12" fmla="*/ 4256483 h 5547815"/>
              <a:gd name="connsiteX13" fmla="*/ 2326944 w 5404989"/>
              <a:gd name="connsiteY13" fmla="*/ 4653888 h 5547815"/>
              <a:gd name="connsiteX14" fmla="*/ 0 w 5404989"/>
              <a:gd name="connsiteY14" fmla="*/ 2326944 h 5547815"/>
              <a:gd name="connsiteX15" fmla="*/ 2326944 w 5404989"/>
              <a:gd name="connsiteY15" fmla="*/ 0 h 554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4989" h="5547815">
                <a:moveTo>
                  <a:pt x="2326943" y="407402"/>
                </a:moveTo>
                <a:cubicBezTo>
                  <a:pt x="1266809" y="407402"/>
                  <a:pt x="407401" y="1266810"/>
                  <a:pt x="407401" y="2326944"/>
                </a:cubicBezTo>
                <a:cubicBezTo>
                  <a:pt x="407401" y="3387078"/>
                  <a:pt x="1266809" y="4246486"/>
                  <a:pt x="2326943" y="4246486"/>
                </a:cubicBezTo>
                <a:cubicBezTo>
                  <a:pt x="3387077" y="4246486"/>
                  <a:pt x="4246485" y="3387078"/>
                  <a:pt x="4246485" y="2326944"/>
                </a:cubicBezTo>
                <a:cubicBezTo>
                  <a:pt x="4246485" y="1266810"/>
                  <a:pt x="3387077" y="407402"/>
                  <a:pt x="2326943" y="407402"/>
                </a:cubicBezTo>
                <a:close/>
                <a:moveTo>
                  <a:pt x="2326944" y="0"/>
                </a:moveTo>
                <a:cubicBezTo>
                  <a:pt x="3612080" y="0"/>
                  <a:pt x="4653888" y="1041808"/>
                  <a:pt x="4653888" y="2326944"/>
                </a:cubicBezTo>
                <a:cubicBezTo>
                  <a:pt x="4653888" y="2889191"/>
                  <a:pt x="4454480" y="3404864"/>
                  <a:pt x="4122527" y="3807097"/>
                </a:cubicBezTo>
                <a:lnTo>
                  <a:pt x="4025541" y="3913809"/>
                </a:lnTo>
                <a:lnTo>
                  <a:pt x="5404989" y="5293257"/>
                </a:lnTo>
                <a:lnTo>
                  <a:pt x="5150430" y="5547815"/>
                </a:lnTo>
                <a:lnTo>
                  <a:pt x="3760207" y="4157591"/>
                </a:lnTo>
                <a:lnTo>
                  <a:pt x="3627961" y="4256483"/>
                </a:lnTo>
                <a:cubicBezTo>
                  <a:pt x="3256578" y="4507384"/>
                  <a:pt x="2808870" y="4653888"/>
                  <a:pt x="2326944" y="4653888"/>
                </a:cubicBezTo>
                <a:cubicBezTo>
                  <a:pt x="1041808" y="4653888"/>
                  <a:pt x="0" y="3612080"/>
                  <a:pt x="0" y="2326944"/>
                </a:cubicBezTo>
                <a:cubicBezTo>
                  <a:pt x="0" y="1041808"/>
                  <a:pt x="1041808" y="0"/>
                  <a:pt x="23269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任意多边形 29"/>
          <p:cNvSpPr>
            <a:spLocks noChangeAspect="1"/>
          </p:cNvSpPr>
          <p:nvPr/>
        </p:nvSpPr>
        <p:spPr>
          <a:xfrm>
            <a:off x="6319012" y="1250293"/>
            <a:ext cx="370029" cy="360000"/>
          </a:xfrm>
          <a:custGeom>
            <a:avLst/>
            <a:gdLst>
              <a:gd name="connsiteX0" fmla="*/ 4685107 w 5915326"/>
              <a:gd name="connsiteY0" fmla="*/ 1483514 h 5755001"/>
              <a:gd name="connsiteX1" fmla="*/ 2780792 w 5915326"/>
              <a:gd name="connsiteY1" fmla="*/ 3236718 h 5755001"/>
              <a:gd name="connsiteX2" fmla="*/ 2780792 w 5915326"/>
              <a:gd name="connsiteY2" fmla="*/ 4888241 h 5755001"/>
              <a:gd name="connsiteX3" fmla="*/ 4502330 w 5915326"/>
              <a:gd name="connsiteY3" fmla="*/ 1162453 h 5755001"/>
              <a:gd name="connsiteX4" fmla="*/ 958311 w 5915326"/>
              <a:gd name="connsiteY4" fmla="*/ 2989794 h 5755001"/>
              <a:gd name="connsiteX5" fmla="*/ 2517488 w 5915326"/>
              <a:gd name="connsiteY5" fmla="*/ 2989794 h 5755001"/>
              <a:gd name="connsiteX6" fmla="*/ 5915326 w 5915326"/>
              <a:gd name="connsiteY6" fmla="*/ 0 h 5755001"/>
              <a:gd name="connsiteX7" fmla="*/ 5466926 w 5915326"/>
              <a:gd name="connsiteY7" fmla="*/ 864187 h 5755001"/>
              <a:gd name="connsiteX8" fmla="*/ 5469574 w 5915326"/>
              <a:gd name="connsiteY8" fmla="*/ 865669 h 5755001"/>
              <a:gd name="connsiteX9" fmla="*/ 5422310 w 5915326"/>
              <a:gd name="connsiteY9" fmla="*/ 950174 h 5755001"/>
              <a:gd name="connsiteX10" fmla="*/ 5305419 w 5915326"/>
              <a:gd name="connsiteY10" fmla="*/ 1175452 h 5755001"/>
              <a:gd name="connsiteX11" fmla="*/ 5299576 w 5915326"/>
              <a:gd name="connsiteY11" fmla="*/ 1169608 h 5755001"/>
              <a:gd name="connsiteX12" fmla="*/ 2734898 w 5915326"/>
              <a:gd name="connsiteY12" fmla="*/ 5755001 h 5755001"/>
              <a:gd name="connsiteX13" fmla="*/ 2414545 w 5915326"/>
              <a:gd name="connsiteY13" fmla="*/ 5575822 h 5755001"/>
              <a:gd name="connsiteX14" fmla="*/ 2397740 w 5915326"/>
              <a:gd name="connsiteY14" fmla="*/ 5575822 h 5755001"/>
              <a:gd name="connsiteX15" fmla="*/ 2397740 w 5915326"/>
              <a:gd name="connsiteY15" fmla="*/ 3372847 h 5755001"/>
              <a:gd name="connsiteX16" fmla="*/ 215403 w 5915326"/>
              <a:gd name="connsiteY16" fmla="*/ 3372847 h 5755001"/>
              <a:gd name="connsiteX17" fmla="*/ 175545 w 5915326"/>
              <a:gd name="connsiteY17" fmla="*/ 3393399 h 5755001"/>
              <a:gd name="connsiteX18" fmla="*/ 0 w 5915326"/>
              <a:gd name="connsiteY18" fmla="*/ 3052938 h 5755001"/>
              <a:gd name="connsiteX19" fmla="*/ 4979227 w 5915326"/>
              <a:gd name="connsiteY19" fmla="*/ 485585 h 5755001"/>
              <a:gd name="connsiteX20" fmla="*/ 4979279 w 5915326"/>
              <a:gd name="connsiteY20" fmla="*/ 485687 h 575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15326" h="5755001">
                <a:moveTo>
                  <a:pt x="4685107" y="1483514"/>
                </a:moveTo>
                <a:lnTo>
                  <a:pt x="2780792" y="3236718"/>
                </a:lnTo>
                <a:lnTo>
                  <a:pt x="2780792" y="4888241"/>
                </a:lnTo>
                <a:close/>
                <a:moveTo>
                  <a:pt x="4502330" y="1162453"/>
                </a:moveTo>
                <a:lnTo>
                  <a:pt x="958311" y="2989794"/>
                </a:lnTo>
                <a:lnTo>
                  <a:pt x="2517488" y="2989794"/>
                </a:lnTo>
                <a:close/>
                <a:moveTo>
                  <a:pt x="5915326" y="0"/>
                </a:moveTo>
                <a:lnTo>
                  <a:pt x="5466926" y="864187"/>
                </a:lnTo>
                <a:lnTo>
                  <a:pt x="5469574" y="865669"/>
                </a:lnTo>
                <a:lnTo>
                  <a:pt x="5422310" y="950174"/>
                </a:lnTo>
                <a:lnTo>
                  <a:pt x="5305419" y="1175452"/>
                </a:lnTo>
                <a:lnTo>
                  <a:pt x="5299576" y="1169608"/>
                </a:lnTo>
                <a:lnTo>
                  <a:pt x="2734898" y="5755001"/>
                </a:lnTo>
                <a:lnTo>
                  <a:pt x="2414545" y="5575822"/>
                </a:lnTo>
                <a:lnTo>
                  <a:pt x="2397740" y="5575822"/>
                </a:lnTo>
                <a:lnTo>
                  <a:pt x="2397740" y="3372847"/>
                </a:lnTo>
                <a:lnTo>
                  <a:pt x="215403" y="3372847"/>
                </a:lnTo>
                <a:lnTo>
                  <a:pt x="175545" y="3393399"/>
                </a:lnTo>
                <a:lnTo>
                  <a:pt x="0" y="3052938"/>
                </a:lnTo>
                <a:lnTo>
                  <a:pt x="4979227" y="485585"/>
                </a:lnTo>
                <a:lnTo>
                  <a:pt x="4979279" y="48568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a:spLocks noChangeAspect="1"/>
          </p:cNvSpPr>
          <p:nvPr/>
        </p:nvSpPr>
        <p:spPr>
          <a:xfrm>
            <a:off x="3969176" y="2060529"/>
            <a:ext cx="223837" cy="360000"/>
          </a:xfrm>
          <a:custGeom>
            <a:avLst/>
            <a:gdLst>
              <a:gd name="connsiteX0" fmla="*/ 677901 w 2374831"/>
              <a:gd name="connsiteY0" fmla="*/ 3412116 h 3819479"/>
              <a:gd name="connsiteX1" fmla="*/ 1644059 w 2374831"/>
              <a:gd name="connsiteY1" fmla="*/ 3412116 h 3819479"/>
              <a:gd name="connsiteX2" fmla="*/ 1644059 w 2374831"/>
              <a:gd name="connsiteY2" fmla="*/ 3636403 h 3819479"/>
              <a:gd name="connsiteX3" fmla="*/ 1452135 w 2374831"/>
              <a:gd name="connsiteY3" fmla="*/ 3636403 h 3819479"/>
              <a:gd name="connsiteX4" fmla="*/ 1406366 w 2374831"/>
              <a:gd name="connsiteY4" fmla="*/ 3819479 h 3819479"/>
              <a:gd name="connsiteX5" fmla="*/ 904644 w 2374831"/>
              <a:gd name="connsiteY5" fmla="*/ 3819479 h 3819479"/>
              <a:gd name="connsiteX6" fmla="*/ 858875 w 2374831"/>
              <a:gd name="connsiteY6" fmla="*/ 3636403 h 3819479"/>
              <a:gd name="connsiteX7" fmla="*/ 677901 w 2374831"/>
              <a:gd name="connsiteY7" fmla="*/ 3636403 h 3819479"/>
              <a:gd name="connsiteX8" fmla="*/ 1210563 w 2374831"/>
              <a:gd name="connsiteY8" fmla="*/ 214813 h 3819479"/>
              <a:gd name="connsiteX9" fmla="*/ 234135 w 2374831"/>
              <a:gd name="connsiteY9" fmla="*/ 1200968 h 3819479"/>
              <a:gd name="connsiteX10" fmla="*/ 530439 w 2374831"/>
              <a:gd name="connsiteY10" fmla="*/ 2356594 h 3819479"/>
              <a:gd name="connsiteX11" fmla="*/ 629422 w 2374831"/>
              <a:gd name="connsiteY11" fmla="*/ 2455121 h 3819479"/>
              <a:gd name="connsiteX12" fmla="*/ 632955 w 2374831"/>
              <a:gd name="connsiteY12" fmla="*/ 2454082 h 3819479"/>
              <a:gd name="connsiteX13" fmla="*/ 634850 w 2374831"/>
              <a:gd name="connsiteY13" fmla="*/ 2460524 h 3819479"/>
              <a:gd name="connsiteX14" fmla="*/ 645415 w 2374831"/>
              <a:gd name="connsiteY14" fmla="*/ 2471041 h 3819479"/>
              <a:gd name="connsiteX15" fmla="*/ 640611 w 2374831"/>
              <a:gd name="connsiteY15" fmla="*/ 2480115 h 3819479"/>
              <a:gd name="connsiteX16" fmla="*/ 825141 w 2374831"/>
              <a:gd name="connsiteY16" fmla="*/ 3107541 h 3819479"/>
              <a:gd name="connsiteX17" fmla="*/ 1520487 w 2374831"/>
              <a:gd name="connsiteY17" fmla="*/ 3107541 h 3819479"/>
              <a:gd name="connsiteX18" fmla="*/ 1697625 w 2374831"/>
              <a:gd name="connsiteY18" fmla="*/ 2505248 h 3819479"/>
              <a:gd name="connsiteX19" fmla="*/ 1694714 w 2374831"/>
              <a:gd name="connsiteY19" fmla="*/ 2499211 h 3819479"/>
              <a:gd name="connsiteX20" fmla="*/ 1701121 w 2374831"/>
              <a:gd name="connsiteY20" fmla="*/ 2493362 h 3819479"/>
              <a:gd name="connsiteX21" fmla="*/ 1703057 w 2374831"/>
              <a:gd name="connsiteY21" fmla="*/ 2486779 h 3819479"/>
              <a:gd name="connsiteX22" fmla="*/ 1707047 w 2374831"/>
              <a:gd name="connsiteY22" fmla="*/ 2487952 h 3819479"/>
              <a:gd name="connsiteX23" fmla="*/ 1814604 w 2374831"/>
              <a:gd name="connsiteY23" fmla="*/ 2389768 h 3819479"/>
              <a:gd name="connsiteX24" fmla="*/ 2146142 w 2374831"/>
              <a:gd name="connsiteY24" fmla="*/ 1237621 h 3819479"/>
              <a:gd name="connsiteX25" fmla="*/ 1210563 w 2374831"/>
              <a:gd name="connsiteY25" fmla="*/ 214813 h 3819479"/>
              <a:gd name="connsiteX26" fmla="*/ 1214591 w 2374831"/>
              <a:gd name="connsiteY26" fmla="*/ 383 h 3819479"/>
              <a:gd name="connsiteX27" fmla="*/ 2356115 w 2374831"/>
              <a:gd name="connsiteY27" fmla="*/ 1191705 h 3819479"/>
              <a:gd name="connsiteX28" fmla="*/ 1940101 w 2374831"/>
              <a:gd name="connsiteY28" fmla="*/ 2566662 h 3819479"/>
              <a:gd name="connsiteX29" fmla="*/ 1858280 w 2374831"/>
              <a:gd name="connsiteY29" fmla="*/ 2636176 h 3819479"/>
              <a:gd name="connsiteX30" fmla="*/ 1662374 w 2374831"/>
              <a:gd name="connsiteY30" fmla="*/ 3302282 h 3819479"/>
              <a:gd name="connsiteX31" fmla="*/ 1642818 w 2374831"/>
              <a:gd name="connsiteY31" fmla="*/ 3296530 h 3819479"/>
              <a:gd name="connsiteX32" fmla="*/ 1642365 w 2374831"/>
              <a:gd name="connsiteY32" fmla="*/ 3298341 h 3819479"/>
              <a:gd name="connsiteX33" fmla="*/ 668645 w 2374831"/>
              <a:gd name="connsiteY33" fmla="*/ 3298341 h 3819479"/>
              <a:gd name="connsiteX34" fmla="*/ 620945 w 2374831"/>
              <a:gd name="connsiteY34" fmla="*/ 3107541 h 3819479"/>
              <a:gd name="connsiteX35" fmla="*/ 625980 w 2374831"/>
              <a:gd name="connsiteY35" fmla="*/ 3107541 h 3819479"/>
              <a:gd name="connsiteX36" fmla="*/ 477257 w 2374831"/>
              <a:gd name="connsiteY36" fmla="*/ 2601865 h 3819479"/>
              <a:gd name="connsiteX37" fmla="*/ 398351 w 2374831"/>
              <a:gd name="connsiteY37" fmla="*/ 2528795 h 3819479"/>
              <a:gd name="connsiteX38" fmla="*/ 25870 w 2374831"/>
              <a:gd name="connsiteY38" fmla="*/ 1147159 h 3819479"/>
              <a:gd name="connsiteX39" fmla="*/ 1214591 w 2374831"/>
              <a:gd name="connsiteY39" fmla="*/ 383 h 381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374831" h="3819479">
                <a:moveTo>
                  <a:pt x="677901" y="3412116"/>
                </a:moveTo>
                <a:lnTo>
                  <a:pt x="1644059" y="3412116"/>
                </a:lnTo>
                <a:lnTo>
                  <a:pt x="1644059" y="3636403"/>
                </a:lnTo>
                <a:lnTo>
                  <a:pt x="1452135" y="3636403"/>
                </a:lnTo>
                <a:lnTo>
                  <a:pt x="1406366" y="3819479"/>
                </a:lnTo>
                <a:lnTo>
                  <a:pt x="904644" y="3819479"/>
                </a:lnTo>
                <a:lnTo>
                  <a:pt x="858875" y="3636403"/>
                </a:lnTo>
                <a:lnTo>
                  <a:pt x="677901" y="3636403"/>
                </a:lnTo>
                <a:close/>
                <a:moveTo>
                  <a:pt x="1210563" y="214813"/>
                </a:moveTo>
                <a:cubicBezTo>
                  <a:pt x="739590" y="200611"/>
                  <a:pt x="328256" y="616042"/>
                  <a:pt x="234135" y="1200968"/>
                </a:cubicBezTo>
                <a:cubicBezTo>
                  <a:pt x="165163" y="1629602"/>
                  <a:pt x="280924" y="2067284"/>
                  <a:pt x="530439" y="2356594"/>
                </a:cubicBezTo>
                <a:lnTo>
                  <a:pt x="629422" y="2455121"/>
                </a:lnTo>
                <a:lnTo>
                  <a:pt x="632955" y="2454082"/>
                </a:lnTo>
                <a:lnTo>
                  <a:pt x="634850" y="2460524"/>
                </a:lnTo>
                <a:lnTo>
                  <a:pt x="645415" y="2471041"/>
                </a:lnTo>
                <a:lnTo>
                  <a:pt x="640611" y="2480115"/>
                </a:lnTo>
                <a:lnTo>
                  <a:pt x="825141" y="3107541"/>
                </a:lnTo>
                <a:lnTo>
                  <a:pt x="1520487" y="3107541"/>
                </a:lnTo>
                <a:lnTo>
                  <a:pt x="1697625" y="2505248"/>
                </a:lnTo>
                <a:lnTo>
                  <a:pt x="1694714" y="2499211"/>
                </a:lnTo>
                <a:lnTo>
                  <a:pt x="1701121" y="2493362"/>
                </a:lnTo>
                <a:lnTo>
                  <a:pt x="1703057" y="2486779"/>
                </a:lnTo>
                <a:lnTo>
                  <a:pt x="1707047" y="2487952"/>
                </a:lnTo>
                <a:lnTo>
                  <a:pt x="1814604" y="2389768"/>
                </a:lnTo>
                <a:cubicBezTo>
                  <a:pt x="2075917" y="2110708"/>
                  <a:pt x="2205489" y="1673395"/>
                  <a:pt x="2146142" y="1237621"/>
                </a:cubicBezTo>
                <a:cubicBezTo>
                  <a:pt x="2067107" y="657287"/>
                  <a:pt x="1675186" y="228824"/>
                  <a:pt x="1210563" y="214813"/>
                </a:cubicBezTo>
                <a:close/>
                <a:moveTo>
                  <a:pt x="1214591" y="383"/>
                </a:moveTo>
                <a:cubicBezTo>
                  <a:pt x="1779092" y="16134"/>
                  <a:pt x="2256408" y="514273"/>
                  <a:pt x="2356115" y="1191705"/>
                </a:cubicBezTo>
                <a:cubicBezTo>
                  <a:pt x="2432917" y="1713508"/>
                  <a:pt x="2269282" y="2238010"/>
                  <a:pt x="1940101" y="2566662"/>
                </a:cubicBezTo>
                <a:lnTo>
                  <a:pt x="1858280" y="2636176"/>
                </a:lnTo>
                <a:lnTo>
                  <a:pt x="1662374" y="3302282"/>
                </a:lnTo>
                <a:lnTo>
                  <a:pt x="1642818" y="3296530"/>
                </a:lnTo>
                <a:lnTo>
                  <a:pt x="1642365" y="3298341"/>
                </a:lnTo>
                <a:lnTo>
                  <a:pt x="668645" y="3298341"/>
                </a:lnTo>
                <a:lnTo>
                  <a:pt x="620945" y="3107541"/>
                </a:lnTo>
                <a:lnTo>
                  <a:pt x="625980" y="3107541"/>
                </a:lnTo>
                <a:lnTo>
                  <a:pt x="477257" y="2601865"/>
                </a:lnTo>
                <a:lnTo>
                  <a:pt x="398351" y="2528795"/>
                </a:lnTo>
                <a:cubicBezTo>
                  <a:pt x="83040" y="2187205"/>
                  <a:pt x="-63507" y="1661104"/>
                  <a:pt x="25870" y="1147159"/>
                </a:cubicBezTo>
                <a:cubicBezTo>
                  <a:pt x="144292" y="466195"/>
                  <a:pt x="643655" y="-15547"/>
                  <a:pt x="1214591" y="38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a:spLocks noChangeAspect="1"/>
          </p:cNvSpPr>
          <p:nvPr/>
        </p:nvSpPr>
        <p:spPr>
          <a:xfrm>
            <a:off x="668265" y="2860929"/>
            <a:ext cx="364502" cy="360000"/>
          </a:xfrm>
          <a:custGeom>
            <a:avLst/>
            <a:gdLst>
              <a:gd name="connsiteX0" fmla="*/ 2579620 w 3583186"/>
              <a:gd name="connsiteY0" fmla="*/ 2033684 h 3538927"/>
              <a:gd name="connsiteX1" fmla="*/ 2728736 w 3583186"/>
              <a:gd name="connsiteY1" fmla="*/ 2033684 h 3538927"/>
              <a:gd name="connsiteX2" fmla="*/ 2728736 w 3583186"/>
              <a:gd name="connsiteY2" fmla="*/ 3538927 h 3538927"/>
              <a:gd name="connsiteX3" fmla="*/ 2579620 w 3583186"/>
              <a:gd name="connsiteY3" fmla="*/ 3538927 h 3538927"/>
              <a:gd name="connsiteX4" fmla="*/ 854448 w 3583186"/>
              <a:gd name="connsiteY4" fmla="*/ 2033684 h 3538927"/>
              <a:gd name="connsiteX5" fmla="*/ 1003564 w 3583186"/>
              <a:gd name="connsiteY5" fmla="*/ 2033684 h 3538927"/>
              <a:gd name="connsiteX6" fmla="*/ 1003564 w 3583186"/>
              <a:gd name="connsiteY6" fmla="*/ 3538927 h 3538927"/>
              <a:gd name="connsiteX7" fmla="*/ 854448 w 3583186"/>
              <a:gd name="connsiteY7" fmla="*/ 3538927 h 3538927"/>
              <a:gd name="connsiteX8" fmla="*/ 1791067 w 3583186"/>
              <a:gd name="connsiteY8" fmla="*/ 0 h 3538927"/>
              <a:gd name="connsiteX9" fmla="*/ 3045565 w 3583186"/>
              <a:gd name="connsiteY9" fmla="*/ 512000 h 3538927"/>
              <a:gd name="connsiteX10" fmla="*/ 3212925 w 3583186"/>
              <a:gd name="connsiteY10" fmla="*/ 2882497 h 3538927"/>
              <a:gd name="connsiteX11" fmla="*/ 3157035 w 3583186"/>
              <a:gd name="connsiteY11" fmla="*/ 2948069 h 3538927"/>
              <a:gd name="connsiteX12" fmla="*/ 3152838 w 3583186"/>
              <a:gd name="connsiteY12" fmla="*/ 2974240 h 3538927"/>
              <a:gd name="connsiteX13" fmla="*/ 2884210 w 3583186"/>
              <a:gd name="connsiteY13" fmla="*/ 3421167 h 3538927"/>
              <a:gd name="connsiteX14" fmla="*/ 2876517 w 3583186"/>
              <a:gd name="connsiteY14" fmla="*/ 2176864 h 3538927"/>
              <a:gd name="connsiteX15" fmla="*/ 3150651 w 3583186"/>
              <a:gd name="connsiteY15" fmla="*/ 2620436 h 3538927"/>
              <a:gd name="connsiteX16" fmla="*/ 3163435 w 3583186"/>
              <a:gd name="connsiteY16" fmla="*/ 2694297 h 3538927"/>
              <a:gd name="connsiteX17" fmla="*/ 3188289 w 3583186"/>
              <a:gd name="connsiteY17" fmla="*/ 2658445 h 3538927"/>
              <a:gd name="connsiteX18" fmla="*/ 2941936 w 3583186"/>
              <a:gd name="connsiteY18" fmla="*/ 617747 h 3538927"/>
              <a:gd name="connsiteX19" fmla="*/ 640561 w 3583186"/>
              <a:gd name="connsiteY19" fmla="*/ 618422 h 3538927"/>
              <a:gd name="connsiteX20" fmla="*/ 395406 w 3583186"/>
              <a:gd name="connsiteY20" fmla="*/ 2659264 h 3538927"/>
              <a:gd name="connsiteX21" fmla="*/ 419744 w 3583186"/>
              <a:gd name="connsiteY21" fmla="*/ 2694328 h 3538927"/>
              <a:gd name="connsiteX22" fmla="*/ 432534 w 3583186"/>
              <a:gd name="connsiteY22" fmla="*/ 2620436 h 3538927"/>
              <a:gd name="connsiteX23" fmla="*/ 706667 w 3583186"/>
              <a:gd name="connsiteY23" fmla="*/ 2176864 h 3538927"/>
              <a:gd name="connsiteX24" fmla="*/ 698974 w 3583186"/>
              <a:gd name="connsiteY24" fmla="*/ 3421167 h 3538927"/>
              <a:gd name="connsiteX25" fmla="*/ 430347 w 3583186"/>
              <a:gd name="connsiteY25" fmla="*/ 2974240 h 3538927"/>
              <a:gd name="connsiteX26" fmla="*/ 426150 w 3583186"/>
              <a:gd name="connsiteY26" fmla="*/ 2948074 h 3538927"/>
              <a:gd name="connsiteX27" fmla="*/ 370902 w 3583186"/>
              <a:gd name="connsiteY27" fmla="*/ 2883331 h 3538927"/>
              <a:gd name="connsiteX28" fmla="*/ 536870 w 3583186"/>
              <a:gd name="connsiteY28" fmla="*/ 512736 h 3538927"/>
              <a:gd name="connsiteX29" fmla="*/ 1791067 w 3583186"/>
              <a:gd name="connsiteY29" fmla="*/ 0 h 3538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583186" h="3538927">
                <a:moveTo>
                  <a:pt x="2579620" y="2033684"/>
                </a:moveTo>
                <a:lnTo>
                  <a:pt x="2728736" y="2033684"/>
                </a:lnTo>
                <a:lnTo>
                  <a:pt x="2728736" y="3538927"/>
                </a:lnTo>
                <a:lnTo>
                  <a:pt x="2579620" y="3538927"/>
                </a:lnTo>
                <a:close/>
                <a:moveTo>
                  <a:pt x="854448" y="2033684"/>
                </a:moveTo>
                <a:lnTo>
                  <a:pt x="1003564" y="2033684"/>
                </a:lnTo>
                <a:lnTo>
                  <a:pt x="1003564" y="3538927"/>
                </a:lnTo>
                <a:lnTo>
                  <a:pt x="854448" y="3538927"/>
                </a:lnTo>
                <a:close/>
                <a:moveTo>
                  <a:pt x="1791067" y="0"/>
                </a:moveTo>
                <a:cubicBezTo>
                  <a:pt x="2244065" y="-133"/>
                  <a:pt x="2697112" y="170524"/>
                  <a:pt x="3045565" y="512000"/>
                </a:cubicBezTo>
                <a:cubicBezTo>
                  <a:pt x="3698915" y="1152269"/>
                  <a:pt x="3759284" y="2172320"/>
                  <a:pt x="3212925" y="2882497"/>
                </a:cubicBezTo>
                <a:lnTo>
                  <a:pt x="3157035" y="2948069"/>
                </a:lnTo>
                <a:lnTo>
                  <a:pt x="3152838" y="2974240"/>
                </a:lnTo>
                <a:cubicBezTo>
                  <a:pt x="3115297" y="3147140"/>
                  <a:pt x="3021766" y="3304784"/>
                  <a:pt x="2884210" y="3421167"/>
                </a:cubicBezTo>
                <a:cubicBezTo>
                  <a:pt x="2881646" y="3006399"/>
                  <a:pt x="2879081" y="2591632"/>
                  <a:pt x="2876517" y="2176864"/>
                </a:cubicBezTo>
                <a:cubicBezTo>
                  <a:pt x="3015502" y="2291538"/>
                  <a:pt x="3110975" y="2448013"/>
                  <a:pt x="3150651" y="2620436"/>
                </a:cubicBezTo>
                <a:lnTo>
                  <a:pt x="3163435" y="2694297"/>
                </a:lnTo>
                <a:lnTo>
                  <a:pt x="3188289" y="2658445"/>
                </a:lnTo>
                <a:cubicBezTo>
                  <a:pt x="3586870" y="2017639"/>
                  <a:pt x="3501335" y="1165947"/>
                  <a:pt x="2941936" y="617747"/>
                </a:cubicBezTo>
                <a:cubicBezTo>
                  <a:pt x="2302623" y="-8766"/>
                  <a:pt x="1279507" y="-8466"/>
                  <a:pt x="640561" y="618422"/>
                </a:cubicBezTo>
                <a:cubicBezTo>
                  <a:pt x="81483" y="1166949"/>
                  <a:pt x="-3552" y="2018692"/>
                  <a:pt x="395406" y="2659264"/>
                </a:cubicBezTo>
                <a:lnTo>
                  <a:pt x="419744" y="2694328"/>
                </a:lnTo>
                <a:lnTo>
                  <a:pt x="432534" y="2620436"/>
                </a:lnTo>
                <a:cubicBezTo>
                  <a:pt x="472210" y="2448013"/>
                  <a:pt x="567682" y="2291538"/>
                  <a:pt x="706667" y="2176864"/>
                </a:cubicBezTo>
                <a:cubicBezTo>
                  <a:pt x="704103" y="2591632"/>
                  <a:pt x="701538" y="3006399"/>
                  <a:pt x="698974" y="3421167"/>
                </a:cubicBezTo>
                <a:cubicBezTo>
                  <a:pt x="561418" y="3304784"/>
                  <a:pt x="467888" y="3147140"/>
                  <a:pt x="430347" y="2974240"/>
                </a:cubicBezTo>
                <a:lnTo>
                  <a:pt x="426150" y="2948074"/>
                </a:lnTo>
                <a:lnTo>
                  <a:pt x="370902" y="2883331"/>
                </a:lnTo>
                <a:cubicBezTo>
                  <a:pt x="-175873" y="2173474"/>
                  <a:pt x="-116103" y="1153387"/>
                  <a:pt x="536870" y="512736"/>
                </a:cubicBezTo>
                <a:cubicBezTo>
                  <a:pt x="885123" y="171055"/>
                  <a:pt x="1338070" y="133"/>
                  <a:pt x="179106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任意多边形 32"/>
          <p:cNvSpPr>
            <a:spLocks noChangeAspect="1"/>
          </p:cNvSpPr>
          <p:nvPr/>
        </p:nvSpPr>
        <p:spPr>
          <a:xfrm>
            <a:off x="2281167" y="2860929"/>
            <a:ext cx="369277" cy="360000"/>
          </a:xfrm>
          <a:custGeom>
            <a:avLst/>
            <a:gdLst>
              <a:gd name="connsiteX0" fmla="*/ 371036 w 3082990"/>
              <a:gd name="connsiteY0" fmla="*/ 371036 h 3005540"/>
              <a:gd name="connsiteX1" fmla="*/ 371036 w 3082990"/>
              <a:gd name="connsiteY1" fmla="*/ 1921998 h 3005540"/>
              <a:gd name="connsiteX2" fmla="*/ 2711954 w 3082990"/>
              <a:gd name="connsiteY2" fmla="*/ 1921998 h 3005540"/>
              <a:gd name="connsiteX3" fmla="*/ 2711954 w 3082990"/>
              <a:gd name="connsiteY3" fmla="*/ 371036 h 3005540"/>
              <a:gd name="connsiteX4" fmla="*/ 0 w 3082990"/>
              <a:gd name="connsiteY4" fmla="*/ 0 h 3005540"/>
              <a:gd name="connsiteX5" fmla="*/ 3082990 w 3082990"/>
              <a:gd name="connsiteY5" fmla="*/ 0 h 3005540"/>
              <a:gd name="connsiteX6" fmla="*/ 3082990 w 3082990"/>
              <a:gd name="connsiteY6" fmla="*/ 2293034 h 3005540"/>
              <a:gd name="connsiteX7" fmla="*/ 1825302 w 3082990"/>
              <a:gd name="connsiteY7" fmla="*/ 2293034 h 3005540"/>
              <a:gd name="connsiteX8" fmla="*/ 1825302 w 3082990"/>
              <a:gd name="connsiteY8" fmla="*/ 2639780 h 3005540"/>
              <a:gd name="connsiteX9" fmla="*/ 2423592 w 3082990"/>
              <a:gd name="connsiteY9" fmla="*/ 2639780 h 3005540"/>
              <a:gd name="connsiteX10" fmla="*/ 2423592 w 3082990"/>
              <a:gd name="connsiteY10" fmla="*/ 3005540 h 3005540"/>
              <a:gd name="connsiteX11" fmla="*/ 659398 w 3082990"/>
              <a:gd name="connsiteY11" fmla="*/ 3005540 h 3005540"/>
              <a:gd name="connsiteX12" fmla="*/ 659398 w 3082990"/>
              <a:gd name="connsiteY12" fmla="*/ 2639780 h 3005540"/>
              <a:gd name="connsiteX13" fmla="*/ 1257688 w 3082990"/>
              <a:gd name="connsiteY13" fmla="*/ 2639780 h 3005540"/>
              <a:gd name="connsiteX14" fmla="*/ 1257688 w 3082990"/>
              <a:gd name="connsiteY14" fmla="*/ 2293034 h 3005540"/>
              <a:gd name="connsiteX15" fmla="*/ 0 w 3082990"/>
              <a:gd name="connsiteY15" fmla="*/ 2293034 h 3005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82990" h="3005540">
                <a:moveTo>
                  <a:pt x="371036" y="371036"/>
                </a:moveTo>
                <a:lnTo>
                  <a:pt x="371036" y="1921998"/>
                </a:lnTo>
                <a:lnTo>
                  <a:pt x="2711954" y="1921998"/>
                </a:lnTo>
                <a:lnTo>
                  <a:pt x="2711954" y="371036"/>
                </a:lnTo>
                <a:close/>
                <a:moveTo>
                  <a:pt x="0" y="0"/>
                </a:moveTo>
                <a:lnTo>
                  <a:pt x="3082990" y="0"/>
                </a:lnTo>
                <a:lnTo>
                  <a:pt x="3082990" y="2293034"/>
                </a:lnTo>
                <a:lnTo>
                  <a:pt x="1825302" y="2293034"/>
                </a:lnTo>
                <a:lnTo>
                  <a:pt x="1825302" y="2639780"/>
                </a:lnTo>
                <a:lnTo>
                  <a:pt x="2423592" y="2639780"/>
                </a:lnTo>
                <a:lnTo>
                  <a:pt x="2423592" y="3005540"/>
                </a:lnTo>
                <a:lnTo>
                  <a:pt x="659398" y="3005540"/>
                </a:lnTo>
                <a:lnTo>
                  <a:pt x="659398" y="2639780"/>
                </a:lnTo>
                <a:lnTo>
                  <a:pt x="1257688" y="2639780"/>
                </a:lnTo>
                <a:lnTo>
                  <a:pt x="1257688" y="2293034"/>
                </a:lnTo>
                <a:lnTo>
                  <a:pt x="0" y="229303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33"/>
          <p:cNvSpPr>
            <a:spLocks noChangeAspect="1"/>
          </p:cNvSpPr>
          <p:nvPr/>
        </p:nvSpPr>
        <p:spPr>
          <a:xfrm>
            <a:off x="3093449" y="2860929"/>
            <a:ext cx="360000" cy="360000"/>
          </a:xfrm>
          <a:custGeom>
            <a:avLst/>
            <a:gdLst>
              <a:gd name="connsiteX0" fmla="*/ 2880510 w 6121022"/>
              <a:gd name="connsiteY0" fmla="*/ 1007091 h 6121022"/>
              <a:gd name="connsiteX1" fmla="*/ 3240510 w 6121022"/>
              <a:gd name="connsiteY1" fmla="*/ 1007091 h 6121022"/>
              <a:gd name="connsiteX2" fmla="*/ 3240510 w 6121022"/>
              <a:gd name="connsiteY2" fmla="*/ 2880510 h 6121022"/>
              <a:gd name="connsiteX3" fmla="*/ 4517409 w 6121022"/>
              <a:gd name="connsiteY3" fmla="*/ 2880510 h 6121022"/>
              <a:gd name="connsiteX4" fmla="*/ 4517409 w 6121022"/>
              <a:gd name="connsiteY4" fmla="*/ 3240510 h 6121022"/>
              <a:gd name="connsiteX5" fmla="*/ 3240510 w 6121022"/>
              <a:gd name="connsiteY5" fmla="*/ 3240510 h 6121022"/>
              <a:gd name="connsiteX6" fmla="*/ 3240510 w 6121022"/>
              <a:gd name="connsiteY6" fmla="*/ 3245324 h 6121022"/>
              <a:gd name="connsiteX7" fmla="*/ 2880510 w 6121022"/>
              <a:gd name="connsiteY7" fmla="*/ 3245324 h 6121022"/>
              <a:gd name="connsiteX8" fmla="*/ 2880510 w 6121022"/>
              <a:gd name="connsiteY8" fmla="*/ 3240510 h 6121022"/>
              <a:gd name="connsiteX9" fmla="*/ 2880510 w 6121022"/>
              <a:gd name="connsiteY9" fmla="*/ 2880510 h 6121022"/>
              <a:gd name="connsiteX10" fmla="*/ 3060510 w 6121022"/>
              <a:gd name="connsiteY10" fmla="*/ 417638 h 6121022"/>
              <a:gd name="connsiteX11" fmla="*/ 417637 w 6121022"/>
              <a:gd name="connsiteY11" fmla="*/ 3060511 h 6121022"/>
              <a:gd name="connsiteX12" fmla="*/ 3060510 w 6121022"/>
              <a:gd name="connsiteY12" fmla="*/ 5703384 h 6121022"/>
              <a:gd name="connsiteX13" fmla="*/ 5703383 w 6121022"/>
              <a:gd name="connsiteY13" fmla="*/ 3060511 h 6121022"/>
              <a:gd name="connsiteX14" fmla="*/ 3060510 w 6121022"/>
              <a:gd name="connsiteY14" fmla="*/ 417638 h 6121022"/>
              <a:gd name="connsiteX15" fmla="*/ 3060511 w 6121022"/>
              <a:gd name="connsiteY15" fmla="*/ 0 h 6121022"/>
              <a:gd name="connsiteX16" fmla="*/ 6121022 w 6121022"/>
              <a:gd name="connsiteY16" fmla="*/ 3060511 h 6121022"/>
              <a:gd name="connsiteX17" fmla="*/ 3060511 w 6121022"/>
              <a:gd name="connsiteY17" fmla="*/ 6121022 h 6121022"/>
              <a:gd name="connsiteX18" fmla="*/ 0 w 6121022"/>
              <a:gd name="connsiteY18" fmla="*/ 3060511 h 6121022"/>
              <a:gd name="connsiteX19" fmla="*/ 3060511 w 6121022"/>
              <a:gd name="connsiteY19" fmla="*/ 0 h 612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121022" h="6121022">
                <a:moveTo>
                  <a:pt x="2880510" y="1007091"/>
                </a:moveTo>
                <a:lnTo>
                  <a:pt x="3240510" y="1007091"/>
                </a:lnTo>
                <a:lnTo>
                  <a:pt x="3240510" y="2880510"/>
                </a:lnTo>
                <a:lnTo>
                  <a:pt x="4517409" y="2880510"/>
                </a:lnTo>
                <a:lnTo>
                  <a:pt x="4517409" y="3240510"/>
                </a:lnTo>
                <a:lnTo>
                  <a:pt x="3240510" y="3240510"/>
                </a:lnTo>
                <a:lnTo>
                  <a:pt x="3240510" y="3245324"/>
                </a:lnTo>
                <a:lnTo>
                  <a:pt x="2880510" y="3245324"/>
                </a:lnTo>
                <a:lnTo>
                  <a:pt x="2880510" y="3240510"/>
                </a:lnTo>
                <a:lnTo>
                  <a:pt x="2880510" y="2880510"/>
                </a:lnTo>
                <a:close/>
                <a:moveTo>
                  <a:pt x="3060510" y="417638"/>
                </a:moveTo>
                <a:cubicBezTo>
                  <a:pt x="1600892" y="417638"/>
                  <a:pt x="417637" y="1600893"/>
                  <a:pt x="417637" y="3060511"/>
                </a:cubicBezTo>
                <a:cubicBezTo>
                  <a:pt x="417637" y="4520129"/>
                  <a:pt x="1600892" y="5703384"/>
                  <a:pt x="3060510" y="5703384"/>
                </a:cubicBezTo>
                <a:cubicBezTo>
                  <a:pt x="4520128" y="5703384"/>
                  <a:pt x="5703383" y="4520129"/>
                  <a:pt x="5703383" y="3060511"/>
                </a:cubicBezTo>
                <a:cubicBezTo>
                  <a:pt x="5703383" y="1600893"/>
                  <a:pt x="4520128" y="417638"/>
                  <a:pt x="3060510" y="417638"/>
                </a:cubicBezTo>
                <a:close/>
                <a:moveTo>
                  <a:pt x="3060511" y="0"/>
                </a:moveTo>
                <a:cubicBezTo>
                  <a:pt x="4750785" y="0"/>
                  <a:pt x="6121022" y="1370237"/>
                  <a:pt x="6121022" y="3060511"/>
                </a:cubicBezTo>
                <a:cubicBezTo>
                  <a:pt x="6121022" y="4750785"/>
                  <a:pt x="4750785" y="6121022"/>
                  <a:pt x="3060511" y="6121022"/>
                </a:cubicBezTo>
                <a:cubicBezTo>
                  <a:pt x="1370237" y="6121022"/>
                  <a:pt x="0" y="4750785"/>
                  <a:pt x="0" y="3060511"/>
                </a:cubicBezTo>
                <a:cubicBezTo>
                  <a:pt x="0" y="1370237"/>
                  <a:pt x="1370237" y="0"/>
                  <a:pt x="306051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a:spLocks noChangeAspect="1"/>
          </p:cNvSpPr>
          <p:nvPr/>
        </p:nvSpPr>
        <p:spPr>
          <a:xfrm>
            <a:off x="3938433" y="2860929"/>
            <a:ext cx="285323" cy="360000"/>
          </a:xfrm>
          <a:custGeom>
            <a:avLst/>
            <a:gdLst>
              <a:gd name="connsiteX0" fmla="*/ 2341823 w 4683646"/>
              <a:gd name="connsiteY0" fmla="*/ 4487609 h 5909480"/>
              <a:gd name="connsiteX1" fmla="*/ 1985937 w 4683646"/>
              <a:gd name="connsiteY1" fmla="*/ 4843495 h 5909480"/>
              <a:gd name="connsiteX2" fmla="*/ 2341823 w 4683646"/>
              <a:gd name="connsiteY2" fmla="*/ 5199381 h 5909480"/>
              <a:gd name="connsiteX3" fmla="*/ 2697709 w 4683646"/>
              <a:gd name="connsiteY3" fmla="*/ 4843495 h 5909480"/>
              <a:gd name="connsiteX4" fmla="*/ 2341823 w 4683646"/>
              <a:gd name="connsiteY4" fmla="*/ 4487609 h 5909480"/>
              <a:gd name="connsiteX5" fmla="*/ 2341823 w 4683646"/>
              <a:gd name="connsiteY5" fmla="*/ 4215698 h 5909480"/>
              <a:gd name="connsiteX6" fmla="*/ 2969620 w 4683646"/>
              <a:gd name="connsiteY6" fmla="*/ 4843495 h 5909480"/>
              <a:gd name="connsiteX7" fmla="*/ 2341823 w 4683646"/>
              <a:gd name="connsiteY7" fmla="*/ 5471292 h 5909480"/>
              <a:gd name="connsiteX8" fmla="*/ 1714026 w 4683646"/>
              <a:gd name="connsiteY8" fmla="*/ 4843495 h 5909480"/>
              <a:gd name="connsiteX9" fmla="*/ 2341823 w 4683646"/>
              <a:gd name="connsiteY9" fmla="*/ 4215698 h 5909480"/>
              <a:gd name="connsiteX10" fmla="*/ 995344 w 4683646"/>
              <a:gd name="connsiteY10" fmla="*/ 979232 h 5909480"/>
              <a:gd name="connsiteX11" fmla="*/ 995344 w 4683646"/>
              <a:gd name="connsiteY11" fmla="*/ 3742893 h 5909480"/>
              <a:gd name="connsiteX12" fmla="*/ 3622527 w 4683646"/>
              <a:gd name="connsiteY12" fmla="*/ 3742893 h 5909480"/>
              <a:gd name="connsiteX13" fmla="*/ 3622527 w 4683646"/>
              <a:gd name="connsiteY13" fmla="*/ 979232 h 5909480"/>
              <a:gd name="connsiteX14" fmla="*/ 684852 w 4683646"/>
              <a:gd name="connsiteY14" fmla="*/ 668740 h 5909480"/>
              <a:gd name="connsiteX15" fmla="*/ 3933019 w 4683646"/>
              <a:gd name="connsiteY15" fmla="*/ 668740 h 5909480"/>
              <a:gd name="connsiteX16" fmla="*/ 3933019 w 4683646"/>
              <a:gd name="connsiteY16" fmla="*/ 4053385 h 5909480"/>
              <a:gd name="connsiteX17" fmla="*/ 684852 w 4683646"/>
              <a:gd name="connsiteY17" fmla="*/ 4053385 h 5909480"/>
              <a:gd name="connsiteX18" fmla="*/ 703605 w 4683646"/>
              <a:gd name="connsiteY18" fmla="*/ 272956 h 5909480"/>
              <a:gd name="connsiteX19" fmla="*/ 292052 w 4683646"/>
              <a:gd name="connsiteY19" fmla="*/ 684509 h 5909480"/>
              <a:gd name="connsiteX20" fmla="*/ 292052 w 4683646"/>
              <a:gd name="connsiteY20" fmla="*/ 5224971 h 5909480"/>
              <a:gd name="connsiteX21" fmla="*/ 703605 w 4683646"/>
              <a:gd name="connsiteY21" fmla="*/ 5636524 h 5909480"/>
              <a:gd name="connsiteX22" fmla="*/ 3980041 w 4683646"/>
              <a:gd name="connsiteY22" fmla="*/ 5636524 h 5909480"/>
              <a:gd name="connsiteX23" fmla="*/ 4391594 w 4683646"/>
              <a:gd name="connsiteY23" fmla="*/ 5224971 h 5909480"/>
              <a:gd name="connsiteX24" fmla="*/ 4391594 w 4683646"/>
              <a:gd name="connsiteY24" fmla="*/ 684509 h 5909480"/>
              <a:gd name="connsiteX25" fmla="*/ 3980041 w 4683646"/>
              <a:gd name="connsiteY25" fmla="*/ 272956 h 5909480"/>
              <a:gd name="connsiteX26" fmla="*/ 470191 w 4683646"/>
              <a:gd name="connsiteY26" fmla="*/ 0 h 5909480"/>
              <a:gd name="connsiteX27" fmla="*/ 4213455 w 4683646"/>
              <a:gd name="connsiteY27" fmla="*/ 0 h 5909480"/>
              <a:gd name="connsiteX28" fmla="*/ 4683646 w 4683646"/>
              <a:gd name="connsiteY28" fmla="*/ 470191 h 5909480"/>
              <a:gd name="connsiteX29" fmla="*/ 4683646 w 4683646"/>
              <a:gd name="connsiteY29" fmla="*/ 5439289 h 5909480"/>
              <a:gd name="connsiteX30" fmla="*/ 4213455 w 4683646"/>
              <a:gd name="connsiteY30" fmla="*/ 5909480 h 5909480"/>
              <a:gd name="connsiteX31" fmla="*/ 470191 w 4683646"/>
              <a:gd name="connsiteY31" fmla="*/ 5909480 h 5909480"/>
              <a:gd name="connsiteX32" fmla="*/ 0 w 4683646"/>
              <a:gd name="connsiteY32" fmla="*/ 5439289 h 5909480"/>
              <a:gd name="connsiteX33" fmla="*/ 0 w 4683646"/>
              <a:gd name="connsiteY33" fmla="*/ 470191 h 5909480"/>
              <a:gd name="connsiteX34" fmla="*/ 470191 w 4683646"/>
              <a:gd name="connsiteY34" fmla="*/ 0 h 590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683646" h="5909480">
                <a:moveTo>
                  <a:pt x="2341823" y="4487609"/>
                </a:moveTo>
                <a:cubicBezTo>
                  <a:pt x="2145273" y="4487609"/>
                  <a:pt x="1985937" y="4646945"/>
                  <a:pt x="1985937" y="4843495"/>
                </a:cubicBezTo>
                <a:cubicBezTo>
                  <a:pt x="1985937" y="5040045"/>
                  <a:pt x="2145273" y="5199381"/>
                  <a:pt x="2341823" y="5199381"/>
                </a:cubicBezTo>
                <a:cubicBezTo>
                  <a:pt x="2538373" y="5199381"/>
                  <a:pt x="2697709" y="5040045"/>
                  <a:pt x="2697709" y="4843495"/>
                </a:cubicBezTo>
                <a:cubicBezTo>
                  <a:pt x="2697709" y="4646945"/>
                  <a:pt x="2538373" y="4487609"/>
                  <a:pt x="2341823" y="4487609"/>
                </a:cubicBezTo>
                <a:close/>
                <a:moveTo>
                  <a:pt x="2341823" y="4215698"/>
                </a:moveTo>
                <a:cubicBezTo>
                  <a:pt x="2688546" y="4215698"/>
                  <a:pt x="2969620" y="4496772"/>
                  <a:pt x="2969620" y="4843495"/>
                </a:cubicBezTo>
                <a:cubicBezTo>
                  <a:pt x="2969620" y="5190218"/>
                  <a:pt x="2688546" y="5471292"/>
                  <a:pt x="2341823" y="5471292"/>
                </a:cubicBezTo>
                <a:cubicBezTo>
                  <a:pt x="1995100" y="5471292"/>
                  <a:pt x="1714026" y="5190218"/>
                  <a:pt x="1714026" y="4843495"/>
                </a:cubicBezTo>
                <a:cubicBezTo>
                  <a:pt x="1714026" y="4496772"/>
                  <a:pt x="1995100" y="4215698"/>
                  <a:pt x="2341823" y="4215698"/>
                </a:cubicBezTo>
                <a:close/>
                <a:moveTo>
                  <a:pt x="995344" y="979232"/>
                </a:moveTo>
                <a:lnTo>
                  <a:pt x="995344" y="3742893"/>
                </a:lnTo>
                <a:lnTo>
                  <a:pt x="3622527" y="3742893"/>
                </a:lnTo>
                <a:lnTo>
                  <a:pt x="3622527" y="979232"/>
                </a:lnTo>
                <a:close/>
                <a:moveTo>
                  <a:pt x="684852" y="668740"/>
                </a:moveTo>
                <a:lnTo>
                  <a:pt x="3933019" y="668740"/>
                </a:lnTo>
                <a:lnTo>
                  <a:pt x="3933019" y="4053385"/>
                </a:lnTo>
                <a:lnTo>
                  <a:pt x="684852" y="4053385"/>
                </a:lnTo>
                <a:close/>
                <a:moveTo>
                  <a:pt x="703605" y="272956"/>
                </a:moveTo>
                <a:cubicBezTo>
                  <a:pt x="476311" y="272956"/>
                  <a:pt x="292052" y="457215"/>
                  <a:pt x="292052" y="684509"/>
                </a:cubicBezTo>
                <a:lnTo>
                  <a:pt x="292052" y="5224971"/>
                </a:lnTo>
                <a:cubicBezTo>
                  <a:pt x="292052" y="5452265"/>
                  <a:pt x="476311" y="5636524"/>
                  <a:pt x="703605" y="5636524"/>
                </a:cubicBezTo>
                <a:lnTo>
                  <a:pt x="3980041" y="5636524"/>
                </a:lnTo>
                <a:cubicBezTo>
                  <a:pt x="4207335" y="5636524"/>
                  <a:pt x="4391594" y="5452265"/>
                  <a:pt x="4391594" y="5224971"/>
                </a:cubicBezTo>
                <a:lnTo>
                  <a:pt x="4391594" y="684509"/>
                </a:lnTo>
                <a:cubicBezTo>
                  <a:pt x="4391594" y="457215"/>
                  <a:pt x="4207335" y="272956"/>
                  <a:pt x="3980041" y="272956"/>
                </a:cubicBezTo>
                <a:close/>
                <a:moveTo>
                  <a:pt x="470191" y="0"/>
                </a:moveTo>
                <a:lnTo>
                  <a:pt x="4213455" y="0"/>
                </a:lnTo>
                <a:cubicBezTo>
                  <a:pt x="4473134" y="0"/>
                  <a:pt x="4683646" y="210512"/>
                  <a:pt x="4683646" y="470191"/>
                </a:cubicBezTo>
                <a:lnTo>
                  <a:pt x="4683646" y="5439289"/>
                </a:lnTo>
                <a:cubicBezTo>
                  <a:pt x="4683646" y="5698968"/>
                  <a:pt x="4473134" y="5909480"/>
                  <a:pt x="4213455" y="5909480"/>
                </a:cubicBezTo>
                <a:lnTo>
                  <a:pt x="470191" y="5909480"/>
                </a:lnTo>
                <a:cubicBezTo>
                  <a:pt x="210512" y="5909480"/>
                  <a:pt x="0" y="5698968"/>
                  <a:pt x="0" y="5439289"/>
                </a:cubicBezTo>
                <a:lnTo>
                  <a:pt x="0" y="470191"/>
                </a:lnTo>
                <a:cubicBezTo>
                  <a:pt x="0" y="210512"/>
                  <a:pt x="210512" y="0"/>
                  <a:pt x="47019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任意多边形 35"/>
          <p:cNvSpPr>
            <a:spLocks noChangeAspect="1"/>
          </p:cNvSpPr>
          <p:nvPr/>
        </p:nvSpPr>
        <p:spPr>
          <a:xfrm>
            <a:off x="7129487" y="2860929"/>
            <a:ext cx="364369" cy="360000"/>
          </a:xfrm>
          <a:custGeom>
            <a:avLst/>
            <a:gdLst>
              <a:gd name="connsiteX0" fmla="*/ 3577275 w 5691115"/>
              <a:gd name="connsiteY0" fmla="*/ 3207225 h 5622876"/>
              <a:gd name="connsiteX1" fmla="*/ 3268639 w 5691115"/>
              <a:gd name="connsiteY1" fmla="*/ 3515861 h 5622876"/>
              <a:gd name="connsiteX2" fmla="*/ 3268639 w 5691115"/>
              <a:gd name="connsiteY2" fmla="*/ 5089053 h 5622876"/>
              <a:gd name="connsiteX3" fmla="*/ 3577275 w 5691115"/>
              <a:gd name="connsiteY3" fmla="*/ 5397689 h 5622876"/>
              <a:gd name="connsiteX4" fmla="*/ 5150467 w 5691115"/>
              <a:gd name="connsiteY4" fmla="*/ 5397689 h 5622876"/>
              <a:gd name="connsiteX5" fmla="*/ 5459103 w 5691115"/>
              <a:gd name="connsiteY5" fmla="*/ 5089053 h 5622876"/>
              <a:gd name="connsiteX6" fmla="*/ 5459103 w 5691115"/>
              <a:gd name="connsiteY6" fmla="*/ 3515861 h 5622876"/>
              <a:gd name="connsiteX7" fmla="*/ 5150467 w 5691115"/>
              <a:gd name="connsiteY7" fmla="*/ 3207225 h 5622876"/>
              <a:gd name="connsiteX8" fmla="*/ 533824 w 5691115"/>
              <a:gd name="connsiteY8" fmla="*/ 3207225 h 5622876"/>
              <a:gd name="connsiteX9" fmla="*/ 225188 w 5691115"/>
              <a:gd name="connsiteY9" fmla="*/ 3515861 h 5622876"/>
              <a:gd name="connsiteX10" fmla="*/ 225188 w 5691115"/>
              <a:gd name="connsiteY10" fmla="*/ 5089053 h 5622876"/>
              <a:gd name="connsiteX11" fmla="*/ 533824 w 5691115"/>
              <a:gd name="connsiteY11" fmla="*/ 5397689 h 5622876"/>
              <a:gd name="connsiteX12" fmla="*/ 2107016 w 5691115"/>
              <a:gd name="connsiteY12" fmla="*/ 5397689 h 5622876"/>
              <a:gd name="connsiteX13" fmla="*/ 2415652 w 5691115"/>
              <a:gd name="connsiteY13" fmla="*/ 5089053 h 5622876"/>
              <a:gd name="connsiteX14" fmla="*/ 2415652 w 5691115"/>
              <a:gd name="connsiteY14" fmla="*/ 3515861 h 5622876"/>
              <a:gd name="connsiteX15" fmla="*/ 2107016 w 5691115"/>
              <a:gd name="connsiteY15" fmla="*/ 3207225 h 5622876"/>
              <a:gd name="connsiteX16" fmla="*/ 3416507 w 5691115"/>
              <a:gd name="connsiteY16" fmla="*/ 2975212 h 5622876"/>
              <a:gd name="connsiteX17" fmla="*/ 5318059 w 5691115"/>
              <a:gd name="connsiteY17" fmla="*/ 2975212 h 5622876"/>
              <a:gd name="connsiteX18" fmla="*/ 5691115 w 5691115"/>
              <a:gd name="connsiteY18" fmla="*/ 3348268 h 5622876"/>
              <a:gd name="connsiteX19" fmla="*/ 5691115 w 5691115"/>
              <a:gd name="connsiteY19" fmla="*/ 5249820 h 5622876"/>
              <a:gd name="connsiteX20" fmla="*/ 5318059 w 5691115"/>
              <a:gd name="connsiteY20" fmla="*/ 5622876 h 5622876"/>
              <a:gd name="connsiteX21" fmla="*/ 3416507 w 5691115"/>
              <a:gd name="connsiteY21" fmla="*/ 5622876 h 5622876"/>
              <a:gd name="connsiteX22" fmla="*/ 3043451 w 5691115"/>
              <a:gd name="connsiteY22" fmla="*/ 5249820 h 5622876"/>
              <a:gd name="connsiteX23" fmla="*/ 3043451 w 5691115"/>
              <a:gd name="connsiteY23" fmla="*/ 3348268 h 5622876"/>
              <a:gd name="connsiteX24" fmla="*/ 3416507 w 5691115"/>
              <a:gd name="connsiteY24" fmla="*/ 2975212 h 5622876"/>
              <a:gd name="connsiteX25" fmla="*/ 373056 w 5691115"/>
              <a:gd name="connsiteY25" fmla="*/ 2975212 h 5622876"/>
              <a:gd name="connsiteX26" fmla="*/ 2274608 w 5691115"/>
              <a:gd name="connsiteY26" fmla="*/ 2975212 h 5622876"/>
              <a:gd name="connsiteX27" fmla="*/ 2647664 w 5691115"/>
              <a:gd name="connsiteY27" fmla="*/ 3348268 h 5622876"/>
              <a:gd name="connsiteX28" fmla="*/ 2647664 w 5691115"/>
              <a:gd name="connsiteY28" fmla="*/ 5249820 h 5622876"/>
              <a:gd name="connsiteX29" fmla="*/ 2274608 w 5691115"/>
              <a:gd name="connsiteY29" fmla="*/ 5622876 h 5622876"/>
              <a:gd name="connsiteX30" fmla="*/ 373056 w 5691115"/>
              <a:gd name="connsiteY30" fmla="*/ 5622876 h 5622876"/>
              <a:gd name="connsiteX31" fmla="*/ 0 w 5691115"/>
              <a:gd name="connsiteY31" fmla="*/ 5249820 h 5622876"/>
              <a:gd name="connsiteX32" fmla="*/ 0 w 5691115"/>
              <a:gd name="connsiteY32" fmla="*/ 3348268 h 5622876"/>
              <a:gd name="connsiteX33" fmla="*/ 373056 w 5691115"/>
              <a:gd name="connsiteY33" fmla="*/ 2975212 h 5622876"/>
              <a:gd name="connsiteX34" fmla="*/ 3577275 w 5691115"/>
              <a:gd name="connsiteY34" fmla="*/ 232013 h 5622876"/>
              <a:gd name="connsiteX35" fmla="*/ 3268639 w 5691115"/>
              <a:gd name="connsiteY35" fmla="*/ 540649 h 5622876"/>
              <a:gd name="connsiteX36" fmla="*/ 3268639 w 5691115"/>
              <a:gd name="connsiteY36" fmla="*/ 2113841 h 5622876"/>
              <a:gd name="connsiteX37" fmla="*/ 3577275 w 5691115"/>
              <a:gd name="connsiteY37" fmla="*/ 2422477 h 5622876"/>
              <a:gd name="connsiteX38" fmla="*/ 5150467 w 5691115"/>
              <a:gd name="connsiteY38" fmla="*/ 2422477 h 5622876"/>
              <a:gd name="connsiteX39" fmla="*/ 5459103 w 5691115"/>
              <a:gd name="connsiteY39" fmla="*/ 2113841 h 5622876"/>
              <a:gd name="connsiteX40" fmla="*/ 5459103 w 5691115"/>
              <a:gd name="connsiteY40" fmla="*/ 540649 h 5622876"/>
              <a:gd name="connsiteX41" fmla="*/ 5150467 w 5691115"/>
              <a:gd name="connsiteY41" fmla="*/ 232013 h 5622876"/>
              <a:gd name="connsiteX42" fmla="*/ 533824 w 5691115"/>
              <a:gd name="connsiteY42" fmla="*/ 232013 h 5622876"/>
              <a:gd name="connsiteX43" fmla="*/ 225188 w 5691115"/>
              <a:gd name="connsiteY43" fmla="*/ 540649 h 5622876"/>
              <a:gd name="connsiteX44" fmla="*/ 225188 w 5691115"/>
              <a:gd name="connsiteY44" fmla="*/ 2113841 h 5622876"/>
              <a:gd name="connsiteX45" fmla="*/ 533824 w 5691115"/>
              <a:gd name="connsiteY45" fmla="*/ 2422477 h 5622876"/>
              <a:gd name="connsiteX46" fmla="*/ 2107016 w 5691115"/>
              <a:gd name="connsiteY46" fmla="*/ 2422477 h 5622876"/>
              <a:gd name="connsiteX47" fmla="*/ 2415652 w 5691115"/>
              <a:gd name="connsiteY47" fmla="*/ 2113841 h 5622876"/>
              <a:gd name="connsiteX48" fmla="*/ 2415652 w 5691115"/>
              <a:gd name="connsiteY48" fmla="*/ 540649 h 5622876"/>
              <a:gd name="connsiteX49" fmla="*/ 2107016 w 5691115"/>
              <a:gd name="connsiteY49" fmla="*/ 232013 h 5622876"/>
              <a:gd name="connsiteX50" fmla="*/ 3416507 w 5691115"/>
              <a:gd name="connsiteY50" fmla="*/ 0 h 5622876"/>
              <a:gd name="connsiteX51" fmla="*/ 5318059 w 5691115"/>
              <a:gd name="connsiteY51" fmla="*/ 0 h 5622876"/>
              <a:gd name="connsiteX52" fmla="*/ 5691115 w 5691115"/>
              <a:gd name="connsiteY52" fmla="*/ 373056 h 5622876"/>
              <a:gd name="connsiteX53" fmla="*/ 5691115 w 5691115"/>
              <a:gd name="connsiteY53" fmla="*/ 2274608 h 5622876"/>
              <a:gd name="connsiteX54" fmla="*/ 5318059 w 5691115"/>
              <a:gd name="connsiteY54" fmla="*/ 2647664 h 5622876"/>
              <a:gd name="connsiteX55" fmla="*/ 3416507 w 5691115"/>
              <a:gd name="connsiteY55" fmla="*/ 2647664 h 5622876"/>
              <a:gd name="connsiteX56" fmla="*/ 3043451 w 5691115"/>
              <a:gd name="connsiteY56" fmla="*/ 2274608 h 5622876"/>
              <a:gd name="connsiteX57" fmla="*/ 3043451 w 5691115"/>
              <a:gd name="connsiteY57" fmla="*/ 373056 h 5622876"/>
              <a:gd name="connsiteX58" fmla="*/ 3416507 w 5691115"/>
              <a:gd name="connsiteY58" fmla="*/ 0 h 5622876"/>
              <a:gd name="connsiteX59" fmla="*/ 373056 w 5691115"/>
              <a:gd name="connsiteY59" fmla="*/ 0 h 5622876"/>
              <a:gd name="connsiteX60" fmla="*/ 2274608 w 5691115"/>
              <a:gd name="connsiteY60" fmla="*/ 0 h 5622876"/>
              <a:gd name="connsiteX61" fmla="*/ 2647664 w 5691115"/>
              <a:gd name="connsiteY61" fmla="*/ 373056 h 5622876"/>
              <a:gd name="connsiteX62" fmla="*/ 2647664 w 5691115"/>
              <a:gd name="connsiteY62" fmla="*/ 2274608 h 5622876"/>
              <a:gd name="connsiteX63" fmla="*/ 2274608 w 5691115"/>
              <a:gd name="connsiteY63" fmla="*/ 2647664 h 5622876"/>
              <a:gd name="connsiteX64" fmla="*/ 373056 w 5691115"/>
              <a:gd name="connsiteY64" fmla="*/ 2647664 h 5622876"/>
              <a:gd name="connsiteX65" fmla="*/ 0 w 5691115"/>
              <a:gd name="connsiteY65" fmla="*/ 2274608 h 5622876"/>
              <a:gd name="connsiteX66" fmla="*/ 0 w 5691115"/>
              <a:gd name="connsiteY66" fmla="*/ 373056 h 5622876"/>
              <a:gd name="connsiteX67" fmla="*/ 373056 w 5691115"/>
              <a:gd name="connsiteY67" fmla="*/ 0 h 562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691115" h="5622876">
                <a:moveTo>
                  <a:pt x="3577275" y="3207225"/>
                </a:moveTo>
                <a:cubicBezTo>
                  <a:pt x="3406820" y="3207225"/>
                  <a:pt x="3268639" y="3345406"/>
                  <a:pt x="3268639" y="3515861"/>
                </a:cubicBezTo>
                <a:lnTo>
                  <a:pt x="3268639" y="5089053"/>
                </a:lnTo>
                <a:cubicBezTo>
                  <a:pt x="3268639" y="5259508"/>
                  <a:pt x="3406820" y="5397689"/>
                  <a:pt x="3577275" y="5397689"/>
                </a:cubicBezTo>
                <a:lnTo>
                  <a:pt x="5150467" y="5397689"/>
                </a:lnTo>
                <a:cubicBezTo>
                  <a:pt x="5320922" y="5397689"/>
                  <a:pt x="5459103" y="5259508"/>
                  <a:pt x="5459103" y="5089053"/>
                </a:cubicBezTo>
                <a:lnTo>
                  <a:pt x="5459103" y="3515861"/>
                </a:lnTo>
                <a:cubicBezTo>
                  <a:pt x="5459103" y="3345406"/>
                  <a:pt x="5320922" y="3207225"/>
                  <a:pt x="5150467" y="3207225"/>
                </a:cubicBezTo>
                <a:close/>
                <a:moveTo>
                  <a:pt x="533824" y="3207225"/>
                </a:moveTo>
                <a:cubicBezTo>
                  <a:pt x="363369" y="3207225"/>
                  <a:pt x="225188" y="3345406"/>
                  <a:pt x="225188" y="3515861"/>
                </a:cubicBezTo>
                <a:lnTo>
                  <a:pt x="225188" y="5089053"/>
                </a:lnTo>
                <a:cubicBezTo>
                  <a:pt x="225188" y="5259508"/>
                  <a:pt x="363369" y="5397689"/>
                  <a:pt x="533824" y="5397689"/>
                </a:cubicBezTo>
                <a:lnTo>
                  <a:pt x="2107016" y="5397689"/>
                </a:lnTo>
                <a:cubicBezTo>
                  <a:pt x="2277471" y="5397689"/>
                  <a:pt x="2415652" y="5259508"/>
                  <a:pt x="2415652" y="5089053"/>
                </a:cubicBezTo>
                <a:lnTo>
                  <a:pt x="2415652" y="3515861"/>
                </a:lnTo>
                <a:cubicBezTo>
                  <a:pt x="2415652" y="3345406"/>
                  <a:pt x="2277471" y="3207225"/>
                  <a:pt x="2107016" y="3207225"/>
                </a:cubicBezTo>
                <a:close/>
                <a:moveTo>
                  <a:pt x="3416507" y="2975212"/>
                </a:moveTo>
                <a:lnTo>
                  <a:pt x="5318059" y="2975212"/>
                </a:lnTo>
                <a:cubicBezTo>
                  <a:pt x="5524092" y="2975212"/>
                  <a:pt x="5691115" y="3142235"/>
                  <a:pt x="5691115" y="3348268"/>
                </a:cubicBezTo>
                <a:lnTo>
                  <a:pt x="5691115" y="5249820"/>
                </a:lnTo>
                <a:cubicBezTo>
                  <a:pt x="5691115" y="5455853"/>
                  <a:pt x="5524092" y="5622876"/>
                  <a:pt x="5318059" y="5622876"/>
                </a:cubicBezTo>
                <a:lnTo>
                  <a:pt x="3416507" y="5622876"/>
                </a:lnTo>
                <a:cubicBezTo>
                  <a:pt x="3210474" y="5622876"/>
                  <a:pt x="3043451" y="5455853"/>
                  <a:pt x="3043451" y="5249820"/>
                </a:cubicBezTo>
                <a:lnTo>
                  <a:pt x="3043451" y="3348268"/>
                </a:lnTo>
                <a:cubicBezTo>
                  <a:pt x="3043451" y="3142235"/>
                  <a:pt x="3210474" y="2975212"/>
                  <a:pt x="3416507" y="2975212"/>
                </a:cubicBezTo>
                <a:close/>
                <a:moveTo>
                  <a:pt x="373056" y="2975212"/>
                </a:moveTo>
                <a:lnTo>
                  <a:pt x="2274608" y="2975212"/>
                </a:lnTo>
                <a:cubicBezTo>
                  <a:pt x="2480641" y="2975212"/>
                  <a:pt x="2647664" y="3142235"/>
                  <a:pt x="2647664" y="3348268"/>
                </a:cubicBezTo>
                <a:lnTo>
                  <a:pt x="2647664" y="5249820"/>
                </a:lnTo>
                <a:cubicBezTo>
                  <a:pt x="2647664" y="5455853"/>
                  <a:pt x="2480641" y="5622876"/>
                  <a:pt x="2274608" y="5622876"/>
                </a:cubicBezTo>
                <a:lnTo>
                  <a:pt x="373056" y="5622876"/>
                </a:lnTo>
                <a:cubicBezTo>
                  <a:pt x="167023" y="5622876"/>
                  <a:pt x="0" y="5455853"/>
                  <a:pt x="0" y="5249820"/>
                </a:cubicBezTo>
                <a:lnTo>
                  <a:pt x="0" y="3348268"/>
                </a:lnTo>
                <a:cubicBezTo>
                  <a:pt x="0" y="3142235"/>
                  <a:pt x="167023" y="2975212"/>
                  <a:pt x="373056" y="2975212"/>
                </a:cubicBezTo>
                <a:close/>
                <a:moveTo>
                  <a:pt x="3577275" y="232013"/>
                </a:moveTo>
                <a:cubicBezTo>
                  <a:pt x="3406820" y="232013"/>
                  <a:pt x="3268639" y="370194"/>
                  <a:pt x="3268639" y="540649"/>
                </a:cubicBezTo>
                <a:lnTo>
                  <a:pt x="3268639" y="2113841"/>
                </a:lnTo>
                <a:cubicBezTo>
                  <a:pt x="3268639" y="2284296"/>
                  <a:pt x="3406820" y="2422477"/>
                  <a:pt x="3577275" y="2422477"/>
                </a:cubicBezTo>
                <a:lnTo>
                  <a:pt x="5150467" y="2422477"/>
                </a:lnTo>
                <a:cubicBezTo>
                  <a:pt x="5320922" y="2422477"/>
                  <a:pt x="5459103" y="2284296"/>
                  <a:pt x="5459103" y="2113841"/>
                </a:cubicBezTo>
                <a:lnTo>
                  <a:pt x="5459103" y="540649"/>
                </a:lnTo>
                <a:cubicBezTo>
                  <a:pt x="5459103" y="370194"/>
                  <a:pt x="5320922" y="232013"/>
                  <a:pt x="5150467" y="232013"/>
                </a:cubicBezTo>
                <a:close/>
                <a:moveTo>
                  <a:pt x="533824" y="232013"/>
                </a:moveTo>
                <a:cubicBezTo>
                  <a:pt x="363369" y="232013"/>
                  <a:pt x="225188" y="370194"/>
                  <a:pt x="225188" y="540649"/>
                </a:cubicBezTo>
                <a:lnTo>
                  <a:pt x="225188" y="2113841"/>
                </a:lnTo>
                <a:cubicBezTo>
                  <a:pt x="225188" y="2284296"/>
                  <a:pt x="363369" y="2422477"/>
                  <a:pt x="533824" y="2422477"/>
                </a:cubicBezTo>
                <a:lnTo>
                  <a:pt x="2107016" y="2422477"/>
                </a:lnTo>
                <a:cubicBezTo>
                  <a:pt x="2277471" y="2422477"/>
                  <a:pt x="2415652" y="2284296"/>
                  <a:pt x="2415652" y="2113841"/>
                </a:cubicBezTo>
                <a:lnTo>
                  <a:pt x="2415652" y="540649"/>
                </a:lnTo>
                <a:cubicBezTo>
                  <a:pt x="2415652" y="370194"/>
                  <a:pt x="2277471" y="232013"/>
                  <a:pt x="2107016" y="232013"/>
                </a:cubicBezTo>
                <a:close/>
                <a:moveTo>
                  <a:pt x="3416507" y="0"/>
                </a:moveTo>
                <a:lnTo>
                  <a:pt x="5318059" y="0"/>
                </a:lnTo>
                <a:cubicBezTo>
                  <a:pt x="5524092" y="0"/>
                  <a:pt x="5691115" y="167023"/>
                  <a:pt x="5691115" y="373056"/>
                </a:cubicBezTo>
                <a:lnTo>
                  <a:pt x="5691115" y="2274608"/>
                </a:lnTo>
                <a:cubicBezTo>
                  <a:pt x="5691115" y="2480641"/>
                  <a:pt x="5524092" y="2647664"/>
                  <a:pt x="5318059" y="2647664"/>
                </a:cubicBezTo>
                <a:lnTo>
                  <a:pt x="3416507" y="2647664"/>
                </a:lnTo>
                <a:cubicBezTo>
                  <a:pt x="3210474" y="2647664"/>
                  <a:pt x="3043451" y="2480641"/>
                  <a:pt x="3043451" y="2274608"/>
                </a:cubicBezTo>
                <a:lnTo>
                  <a:pt x="3043451" y="373056"/>
                </a:lnTo>
                <a:cubicBezTo>
                  <a:pt x="3043451" y="167023"/>
                  <a:pt x="3210474" y="0"/>
                  <a:pt x="3416507" y="0"/>
                </a:cubicBezTo>
                <a:close/>
                <a:moveTo>
                  <a:pt x="373056" y="0"/>
                </a:moveTo>
                <a:lnTo>
                  <a:pt x="2274608" y="0"/>
                </a:lnTo>
                <a:cubicBezTo>
                  <a:pt x="2480641" y="0"/>
                  <a:pt x="2647664" y="167023"/>
                  <a:pt x="2647664" y="373056"/>
                </a:cubicBezTo>
                <a:lnTo>
                  <a:pt x="2647664" y="2274608"/>
                </a:lnTo>
                <a:cubicBezTo>
                  <a:pt x="2647664" y="2480641"/>
                  <a:pt x="2480641" y="2647664"/>
                  <a:pt x="2274608" y="2647664"/>
                </a:cubicBezTo>
                <a:lnTo>
                  <a:pt x="373056" y="2647664"/>
                </a:lnTo>
                <a:cubicBezTo>
                  <a:pt x="167023" y="2647664"/>
                  <a:pt x="0" y="2480641"/>
                  <a:pt x="0" y="2274608"/>
                </a:cubicBezTo>
                <a:lnTo>
                  <a:pt x="0" y="373056"/>
                </a:lnTo>
                <a:cubicBezTo>
                  <a:pt x="0" y="167023"/>
                  <a:pt x="167023" y="0"/>
                  <a:pt x="37305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36"/>
          <p:cNvSpPr>
            <a:spLocks noChangeAspect="1"/>
          </p:cNvSpPr>
          <p:nvPr/>
        </p:nvSpPr>
        <p:spPr>
          <a:xfrm>
            <a:off x="4708737" y="2860929"/>
            <a:ext cx="360000" cy="360000"/>
          </a:xfrm>
          <a:custGeom>
            <a:avLst/>
            <a:gdLst>
              <a:gd name="connsiteX0" fmla="*/ 3793818 w 6359857"/>
              <a:gd name="connsiteY0" fmla="*/ 3677199 h 6359857"/>
              <a:gd name="connsiteX1" fmla="*/ 3630304 w 6359857"/>
              <a:gd name="connsiteY1" fmla="*/ 3840713 h 6359857"/>
              <a:gd name="connsiteX2" fmla="*/ 3630304 w 6359857"/>
              <a:gd name="connsiteY2" fmla="*/ 5112215 h 6359857"/>
              <a:gd name="connsiteX3" fmla="*/ 3793818 w 6359857"/>
              <a:gd name="connsiteY3" fmla="*/ 5275729 h 6359857"/>
              <a:gd name="connsiteX4" fmla="*/ 5065320 w 6359857"/>
              <a:gd name="connsiteY4" fmla="*/ 5275729 h 6359857"/>
              <a:gd name="connsiteX5" fmla="*/ 5228834 w 6359857"/>
              <a:gd name="connsiteY5" fmla="*/ 5112215 h 6359857"/>
              <a:gd name="connsiteX6" fmla="*/ 5228834 w 6359857"/>
              <a:gd name="connsiteY6" fmla="*/ 3840713 h 6359857"/>
              <a:gd name="connsiteX7" fmla="*/ 5065320 w 6359857"/>
              <a:gd name="connsiteY7" fmla="*/ 3677199 h 6359857"/>
              <a:gd name="connsiteX8" fmla="*/ 1323574 w 6359857"/>
              <a:gd name="connsiteY8" fmla="*/ 3677199 h 6359857"/>
              <a:gd name="connsiteX9" fmla="*/ 1160060 w 6359857"/>
              <a:gd name="connsiteY9" fmla="*/ 3840713 h 6359857"/>
              <a:gd name="connsiteX10" fmla="*/ 1160060 w 6359857"/>
              <a:gd name="connsiteY10" fmla="*/ 5112215 h 6359857"/>
              <a:gd name="connsiteX11" fmla="*/ 1323574 w 6359857"/>
              <a:gd name="connsiteY11" fmla="*/ 5275729 h 6359857"/>
              <a:gd name="connsiteX12" fmla="*/ 2595076 w 6359857"/>
              <a:gd name="connsiteY12" fmla="*/ 5275729 h 6359857"/>
              <a:gd name="connsiteX13" fmla="*/ 2758590 w 6359857"/>
              <a:gd name="connsiteY13" fmla="*/ 5112215 h 6359857"/>
              <a:gd name="connsiteX14" fmla="*/ 2758590 w 6359857"/>
              <a:gd name="connsiteY14" fmla="*/ 3840713 h 6359857"/>
              <a:gd name="connsiteX15" fmla="*/ 2595076 w 6359857"/>
              <a:gd name="connsiteY15" fmla="*/ 3677199 h 6359857"/>
              <a:gd name="connsiteX16" fmla="*/ 3556211 w 6359857"/>
              <a:gd name="connsiteY16" fmla="*/ 3370996 h 6359857"/>
              <a:gd name="connsiteX17" fmla="*/ 5314833 w 6359857"/>
              <a:gd name="connsiteY17" fmla="*/ 3370996 h 6359857"/>
              <a:gd name="connsiteX18" fmla="*/ 5540990 w 6359857"/>
              <a:gd name="connsiteY18" fmla="*/ 3597153 h 6359857"/>
              <a:gd name="connsiteX19" fmla="*/ 5540990 w 6359857"/>
              <a:gd name="connsiteY19" fmla="*/ 5355775 h 6359857"/>
              <a:gd name="connsiteX20" fmla="*/ 5314833 w 6359857"/>
              <a:gd name="connsiteY20" fmla="*/ 5581932 h 6359857"/>
              <a:gd name="connsiteX21" fmla="*/ 3556211 w 6359857"/>
              <a:gd name="connsiteY21" fmla="*/ 5581932 h 6359857"/>
              <a:gd name="connsiteX22" fmla="*/ 3330054 w 6359857"/>
              <a:gd name="connsiteY22" fmla="*/ 5355775 h 6359857"/>
              <a:gd name="connsiteX23" fmla="*/ 3330054 w 6359857"/>
              <a:gd name="connsiteY23" fmla="*/ 3597153 h 6359857"/>
              <a:gd name="connsiteX24" fmla="*/ 3556211 w 6359857"/>
              <a:gd name="connsiteY24" fmla="*/ 3370996 h 6359857"/>
              <a:gd name="connsiteX25" fmla="*/ 1085967 w 6359857"/>
              <a:gd name="connsiteY25" fmla="*/ 3370996 h 6359857"/>
              <a:gd name="connsiteX26" fmla="*/ 2844589 w 6359857"/>
              <a:gd name="connsiteY26" fmla="*/ 3370996 h 6359857"/>
              <a:gd name="connsiteX27" fmla="*/ 3070746 w 6359857"/>
              <a:gd name="connsiteY27" fmla="*/ 3597153 h 6359857"/>
              <a:gd name="connsiteX28" fmla="*/ 3070746 w 6359857"/>
              <a:gd name="connsiteY28" fmla="*/ 5355775 h 6359857"/>
              <a:gd name="connsiteX29" fmla="*/ 2844589 w 6359857"/>
              <a:gd name="connsiteY29" fmla="*/ 5581932 h 6359857"/>
              <a:gd name="connsiteX30" fmla="*/ 1085967 w 6359857"/>
              <a:gd name="connsiteY30" fmla="*/ 5581932 h 6359857"/>
              <a:gd name="connsiteX31" fmla="*/ 859810 w 6359857"/>
              <a:gd name="connsiteY31" fmla="*/ 5355775 h 6359857"/>
              <a:gd name="connsiteX32" fmla="*/ 859810 w 6359857"/>
              <a:gd name="connsiteY32" fmla="*/ 3597153 h 6359857"/>
              <a:gd name="connsiteX33" fmla="*/ 1085967 w 6359857"/>
              <a:gd name="connsiteY33" fmla="*/ 3370996 h 6359857"/>
              <a:gd name="connsiteX34" fmla="*/ 3793818 w 6359857"/>
              <a:gd name="connsiteY34" fmla="*/ 1179659 h 6359857"/>
              <a:gd name="connsiteX35" fmla="*/ 3630304 w 6359857"/>
              <a:gd name="connsiteY35" fmla="*/ 1343173 h 6359857"/>
              <a:gd name="connsiteX36" fmla="*/ 3630304 w 6359857"/>
              <a:gd name="connsiteY36" fmla="*/ 2614675 h 6359857"/>
              <a:gd name="connsiteX37" fmla="*/ 3793818 w 6359857"/>
              <a:gd name="connsiteY37" fmla="*/ 2778189 h 6359857"/>
              <a:gd name="connsiteX38" fmla="*/ 5065320 w 6359857"/>
              <a:gd name="connsiteY38" fmla="*/ 2778189 h 6359857"/>
              <a:gd name="connsiteX39" fmla="*/ 5228834 w 6359857"/>
              <a:gd name="connsiteY39" fmla="*/ 2614675 h 6359857"/>
              <a:gd name="connsiteX40" fmla="*/ 5228834 w 6359857"/>
              <a:gd name="connsiteY40" fmla="*/ 1343173 h 6359857"/>
              <a:gd name="connsiteX41" fmla="*/ 5065320 w 6359857"/>
              <a:gd name="connsiteY41" fmla="*/ 1179659 h 6359857"/>
              <a:gd name="connsiteX42" fmla="*/ 1323574 w 6359857"/>
              <a:gd name="connsiteY42" fmla="*/ 1179659 h 6359857"/>
              <a:gd name="connsiteX43" fmla="*/ 1160060 w 6359857"/>
              <a:gd name="connsiteY43" fmla="*/ 1343173 h 6359857"/>
              <a:gd name="connsiteX44" fmla="*/ 1160060 w 6359857"/>
              <a:gd name="connsiteY44" fmla="*/ 2614675 h 6359857"/>
              <a:gd name="connsiteX45" fmla="*/ 1323574 w 6359857"/>
              <a:gd name="connsiteY45" fmla="*/ 2778189 h 6359857"/>
              <a:gd name="connsiteX46" fmla="*/ 2595076 w 6359857"/>
              <a:gd name="connsiteY46" fmla="*/ 2778189 h 6359857"/>
              <a:gd name="connsiteX47" fmla="*/ 2758590 w 6359857"/>
              <a:gd name="connsiteY47" fmla="*/ 2614675 h 6359857"/>
              <a:gd name="connsiteX48" fmla="*/ 2758590 w 6359857"/>
              <a:gd name="connsiteY48" fmla="*/ 1343173 h 6359857"/>
              <a:gd name="connsiteX49" fmla="*/ 2595076 w 6359857"/>
              <a:gd name="connsiteY49" fmla="*/ 1179659 h 6359857"/>
              <a:gd name="connsiteX50" fmla="*/ 1085967 w 6359857"/>
              <a:gd name="connsiteY50" fmla="*/ 873456 h 6359857"/>
              <a:gd name="connsiteX51" fmla="*/ 2844589 w 6359857"/>
              <a:gd name="connsiteY51" fmla="*/ 873456 h 6359857"/>
              <a:gd name="connsiteX52" fmla="*/ 3070746 w 6359857"/>
              <a:gd name="connsiteY52" fmla="*/ 1099613 h 6359857"/>
              <a:gd name="connsiteX53" fmla="*/ 3070746 w 6359857"/>
              <a:gd name="connsiteY53" fmla="*/ 2858235 h 6359857"/>
              <a:gd name="connsiteX54" fmla="*/ 2844589 w 6359857"/>
              <a:gd name="connsiteY54" fmla="*/ 3084392 h 6359857"/>
              <a:gd name="connsiteX55" fmla="*/ 1085967 w 6359857"/>
              <a:gd name="connsiteY55" fmla="*/ 3084392 h 6359857"/>
              <a:gd name="connsiteX56" fmla="*/ 859810 w 6359857"/>
              <a:gd name="connsiteY56" fmla="*/ 2858235 h 6359857"/>
              <a:gd name="connsiteX57" fmla="*/ 859810 w 6359857"/>
              <a:gd name="connsiteY57" fmla="*/ 1099613 h 6359857"/>
              <a:gd name="connsiteX58" fmla="*/ 1085967 w 6359857"/>
              <a:gd name="connsiteY58" fmla="*/ 873456 h 6359857"/>
              <a:gd name="connsiteX59" fmla="*/ 3556211 w 6359857"/>
              <a:gd name="connsiteY59" fmla="*/ 873456 h 6359857"/>
              <a:gd name="connsiteX60" fmla="*/ 5314833 w 6359857"/>
              <a:gd name="connsiteY60" fmla="*/ 873456 h 6359857"/>
              <a:gd name="connsiteX61" fmla="*/ 5540990 w 6359857"/>
              <a:gd name="connsiteY61" fmla="*/ 1099613 h 6359857"/>
              <a:gd name="connsiteX62" fmla="*/ 5540990 w 6359857"/>
              <a:gd name="connsiteY62" fmla="*/ 2858235 h 6359857"/>
              <a:gd name="connsiteX63" fmla="*/ 5314833 w 6359857"/>
              <a:gd name="connsiteY63" fmla="*/ 3084392 h 6359857"/>
              <a:gd name="connsiteX64" fmla="*/ 3556211 w 6359857"/>
              <a:gd name="connsiteY64" fmla="*/ 3084392 h 6359857"/>
              <a:gd name="connsiteX65" fmla="*/ 3330054 w 6359857"/>
              <a:gd name="connsiteY65" fmla="*/ 2858235 h 6359857"/>
              <a:gd name="connsiteX66" fmla="*/ 3330054 w 6359857"/>
              <a:gd name="connsiteY66" fmla="*/ 1099613 h 6359857"/>
              <a:gd name="connsiteX67" fmla="*/ 3556211 w 6359857"/>
              <a:gd name="connsiteY67" fmla="*/ 873456 h 6359857"/>
              <a:gd name="connsiteX68" fmla="*/ 976220 w 6359857"/>
              <a:gd name="connsiteY68" fmla="*/ 409431 h 6359857"/>
              <a:gd name="connsiteX69" fmla="*/ 409432 w 6359857"/>
              <a:gd name="connsiteY69" fmla="*/ 976219 h 6359857"/>
              <a:gd name="connsiteX70" fmla="*/ 409432 w 6359857"/>
              <a:gd name="connsiteY70" fmla="*/ 5383635 h 6359857"/>
              <a:gd name="connsiteX71" fmla="*/ 976220 w 6359857"/>
              <a:gd name="connsiteY71" fmla="*/ 5950423 h 6359857"/>
              <a:gd name="connsiteX72" fmla="*/ 5383636 w 6359857"/>
              <a:gd name="connsiteY72" fmla="*/ 5950423 h 6359857"/>
              <a:gd name="connsiteX73" fmla="*/ 5950424 w 6359857"/>
              <a:gd name="connsiteY73" fmla="*/ 5383635 h 6359857"/>
              <a:gd name="connsiteX74" fmla="*/ 5950424 w 6359857"/>
              <a:gd name="connsiteY74" fmla="*/ 976219 h 6359857"/>
              <a:gd name="connsiteX75" fmla="*/ 5383636 w 6359857"/>
              <a:gd name="connsiteY75" fmla="*/ 409431 h 6359857"/>
              <a:gd name="connsiteX76" fmla="*/ 650550 w 6359857"/>
              <a:gd name="connsiteY76" fmla="*/ 0 h 6359857"/>
              <a:gd name="connsiteX77" fmla="*/ 5709307 w 6359857"/>
              <a:gd name="connsiteY77" fmla="*/ 0 h 6359857"/>
              <a:gd name="connsiteX78" fmla="*/ 6359857 w 6359857"/>
              <a:gd name="connsiteY78" fmla="*/ 650550 h 6359857"/>
              <a:gd name="connsiteX79" fmla="*/ 6359857 w 6359857"/>
              <a:gd name="connsiteY79" fmla="*/ 5709307 h 6359857"/>
              <a:gd name="connsiteX80" fmla="*/ 5709307 w 6359857"/>
              <a:gd name="connsiteY80" fmla="*/ 6359857 h 6359857"/>
              <a:gd name="connsiteX81" fmla="*/ 650550 w 6359857"/>
              <a:gd name="connsiteY81" fmla="*/ 6359857 h 6359857"/>
              <a:gd name="connsiteX82" fmla="*/ 0 w 6359857"/>
              <a:gd name="connsiteY82" fmla="*/ 5709307 h 6359857"/>
              <a:gd name="connsiteX83" fmla="*/ 0 w 6359857"/>
              <a:gd name="connsiteY83" fmla="*/ 650550 h 6359857"/>
              <a:gd name="connsiteX84" fmla="*/ 650550 w 6359857"/>
              <a:gd name="connsiteY84" fmla="*/ 0 h 635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359857" h="6359857">
                <a:moveTo>
                  <a:pt x="3793818" y="3677199"/>
                </a:moveTo>
                <a:cubicBezTo>
                  <a:pt x="3703512" y="3677199"/>
                  <a:pt x="3630304" y="3750407"/>
                  <a:pt x="3630304" y="3840713"/>
                </a:cubicBezTo>
                <a:lnTo>
                  <a:pt x="3630304" y="5112215"/>
                </a:lnTo>
                <a:cubicBezTo>
                  <a:pt x="3630304" y="5202521"/>
                  <a:pt x="3703512" y="5275729"/>
                  <a:pt x="3793818" y="5275729"/>
                </a:cubicBezTo>
                <a:lnTo>
                  <a:pt x="5065320" y="5275729"/>
                </a:lnTo>
                <a:cubicBezTo>
                  <a:pt x="5155626" y="5275729"/>
                  <a:pt x="5228834" y="5202521"/>
                  <a:pt x="5228834" y="5112215"/>
                </a:cubicBezTo>
                <a:lnTo>
                  <a:pt x="5228834" y="3840713"/>
                </a:lnTo>
                <a:cubicBezTo>
                  <a:pt x="5228834" y="3750407"/>
                  <a:pt x="5155626" y="3677199"/>
                  <a:pt x="5065320" y="3677199"/>
                </a:cubicBezTo>
                <a:close/>
                <a:moveTo>
                  <a:pt x="1323574" y="3677199"/>
                </a:moveTo>
                <a:cubicBezTo>
                  <a:pt x="1233268" y="3677199"/>
                  <a:pt x="1160060" y="3750407"/>
                  <a:pt x="1160060" y="3840713"/>
                </a:cubicBezTo>
                <a:lnTo>
                  <a:pt x="1160060" y="5112215"/>
                </a:lnTo>
                <a:cubicBezTo>
                  <a:pt x="1160060" y="5202521"/>
                  <a:pt x="1233268" y="5275729"/>
                  <a:pt x="1323574" y="5275729"/>
                </a:cubicBezTo>
                <a:lnTo>
                  <a:pt x="2595076" y="5275729"/>
                </a:lnTo>
                <a:cubicBezTo>
                  <a:pt x="2685382" y="5275729"/>
                  <a:pt x="2758590" y="5202521"/>
                  <a:pt x="2758590" y="5112215"/>
                </a:cubicBezTo>
                <a:lnTo>
                  <a:pt x="2758590" y="3840713"/>
                </a:lnTo>
                <a:cubicBezTo>
                  <a:pt x="2758590" y="3750407"/>
                  <a:pt x="2685382" y="3677199"/>
                  <a:pt x="2595076" y="3677199"/>
                </a:cubicBezTo>
                <a:close/>
                <a:moveTo>
                  <a:pt x="3556211" y="3370996"/>
                </a:moveTo>
                <a:lnTo>
                  <a:pt x="5314833" y="3370996"/>
                </a:lnTo>
                <a:cubicBezTo>
                  <a:pt x="5439736" y="3370996"/>
                  <a:pt x="5540990" y="3472250"/>
                  <a:pt x="5540990" y="3597153"/>
                </a:cubicBezTo>
                <a:lnTo>
                  <a:pt x="5540990" y="5355775"/>
                </a:lnTo>
                <a:cubicBezTo>
                  <a:pt x="5540990" y="5480678"/>
                  <a:pt x="5439736" y="5581932"/>
                  <a:pt x="5314833" y="5581932"/>
                </a:cubicBezTo>
                <a:lnTo>
                  <a:pt x="3556211" y="5581932"/>
                </a:lnTo>
                <a:cubicBezTo>
                  <a:pt x="3431308" y="5581932"/>
                  <a:pt x="3330054" y="5480678"/>
                  <a:pt x="3330054" y="5355775"/>
                </a:cubicBezTo>
                <a:lnTo>
                  <a:pt x="3330054" y="3597153"/>
                </a:lnTo>
                <a:cubicBezTo>
                  <a:pt x="3330054" y="3472250"/>
                  <a:pt x="3431308" y="3370996"/>
                  <a:pt x="3556211" y="3370996"/>
                </a:cubicBezTo>
                <a:close/>
                <a:moveTo>
                  <a:pt x="1085967" y="3370996"/>
                </a:moveTo>
                <a:lnTo>
                  <a:pt x="2844589" y="3370996"/>
                </a:lnTo>
                <a:cubicBezTo>
                  <a:pt x="2969492" y="3370996"/>
                  <a:pt x="3070746" y="3472250"/>
                  <a:pt x="3070746" y="3597153"/>
                </a:cubicBezTo>
                <a:lnTo>
                  <a:pt x="3070746" y="5355775"/>
                </a:lnTo>
                <a:cubicBezTo>
                  <a:pt x="3070746" y="5480678"/>
                  <a:pt x="2969492" y="5581932"/>
                  <a:pt x="2844589" y="5581932"/>
                </a:cubicBezTo>
                <a:lnTo>
                  <a:pt x="1085967" y="5581932"/>
                </a:lnTo>
                <a:cubicBezTo>
                  <a:pt x="961064" y="5581932"/>
                  <a:pt x="859810" y="5480678"/>
                  <a:pt x="859810" y="5355775"/>
                </a:cubicBezTo>
                <a:lnTo>
                  <a:pt x="859810" y="3597153"/>
                </a:lnTo>
                <a:cubicBezTo>
                  <a:pt x="859810" y="3472250"/>
                  <a:pt x="961064" y="3370996"/>
                  <a:pt x="1085967" y="3370996"/>
                </a:cubicBezTo>
                <a:close/>
                <a:moveTo>
                  <a:pt x="3793818" y="1179659"/>
                </a:moveTo>
                <a:cubicBezTo>
                  <a:pt x="3703512" y="1179659"/>
                  <a:pt x="3630304" y="1252867"/>
                  <a:pt x="3630304" y="1343173"/>
                </a:cubicBezTo>
                <a:lnTo>
                  <a:pt x="3630304" y="2614675"/>
                </a:lnTo>
                <a:cubicBezTo>
                  <a:pt x="3630304" y="2704981"/>
                  <a:pt x="3703512" y="2778189"/>
                  <a:pt x="3793818" y="2778189"/>
                </a:cubicBezTo>
                <a:lnTo>
                  <a:pt x="5065320" y="2778189"/>
                </a:lnTo>
                <a:cubicBezTo>
                  <a:pt x="5155626" y="2778189"/>
                  <a:pt x="5228834" y="2704981"/>
                  <a:pt x="5228834" y="2614675"/>
                </a:cubicBezTo>
                <a:lnTo>
                  <a:pt x="5228834" y="1343173"/>
                </a:lnTo>
                <a:cubicBezTo>
                  <a:pt x="5228834" y="1252867"/>
                  <a:pt x="5155626" y="1179659"/>
                  <a:pt x="5065320" y="1179659"/>
                </a:cubicBezTo>
                <a:close/>
                <a:moveTo>
                  <a:pt x="1323574" y="1179659"/>
                </a:moveTo>
                <a:cubicBezTo>
                  <a:pt x="1233268" y="1179659"/>
                  <a:pt x="1160060" y="1252867"/>
                  <a:pt x="1160060" y="1343173"/>
                </a:cubicBezTo>
                <a:lnTo>
                  <a:pt x="1160060" y="2614675"/>
                </a:lnTo>
                <a:cubicBezTo>
                  <a:pt x="1160060" y="2704981"/>
                  <a:pt x="1233268" y="2778189"/>
                  <a:pt x="1323574" y="2778189"/>
                </a:cubicBezTo>
                <a:lnTo>
                  <a:pt x="2595076" y="2778189"/>
                </a:lnTo>
                <a:cubicBezTo>
                  <a:pt x="2685382" y="2778189"/>
                  <a:pt x="2758590" y="2704981"/>
                  <a:pt x="2758590" y="2614675"/>
                </a:cubicBezTo>
                <a:lnTo>
                  <a:pt x="2758590" y="1343173"/>
                </a:lnTo>
                <a:cubicBezTo>
                  <a:pt x="2758590" y="1252867"/>
                  <a:pt x="2685382" y="1179659"/>
                  <a:pt x="2595076" y="1179659"/>
                </a:cubicBezTo>
                <a:close/>
                <a:moveTo>
                  <a:pt x="1085967" y="873456"/>
                </a:moveTo>
                <a:lnTo>
                  <a:pt x="2844589" y="873456"/>
                </a:lnTo>
                <a:cubicBezTo>
                  <a:pt x="2969492" y="873456"/>
                  <a:pt x="3070746" y="974710"/>
                  <a:pt x="3070746" y="1099613"/>
                </a:cubicBezTo>
                <a:lnTo>
                  <a:pt x="3070746" y="2858235"/>
                </a:lnTo>
                <a:cubicBezTo>
                  <a:pt x="3070746" y="2983138"/>
                  <a:pt x="2969492" y="3084392"/>
                  <a:pt x="2844589" y="3084392"/>
                </a:cubicBezTo>
                <a:lnTo>
                  <a:pt x="1085967" y="3084392"/>
                </a:lnTo>
                <a:cubicBezTo>
                  <a:pt x="961064" y="3084392"/>
                  <a:pt x="859810" y="2983138"/>
                  <a:pt x="859810" y="2858235"/>
                </a:cubicBezTo>
                <a:lnTo>
                  <a:pt x="859810" y="1099613"/>
                </a:lnTo>
                <a:cubicBezTo>
                  <a:pt x="859810" y="974710"/>
                  <a:pt x="961064" y="873456"/>
                  <a:pt x="1085967" y="873456"/>
                </a:cubicBezTo>
                <a:close/>
                <a:moveTo>
                  <a:pt x="3556211" y="873456"/>
                </a:moveTo>
                <a:lnTo>
                  <a:pt x="5314833" y="873456"/>
                </a:lnTo>
                <a:cubicBezTo>
                  <a:pt x="5439736" y="873456"/>
                  <a:pt x="5540990" y="974710"/>
                  <a:pt x="5540990" y="1099613"/>
                </a:cubicBezTo>
                <a:lnTo>
                  <a:pt x="5540990" y="2858235"/>
                </a:lnTo>
                <a:cubicBezTo>
                  <a:pt x="5540990" y="2983138"/>
                  <a:pt x="5439736" y="3084392"/>
                  <a:pt x="5314833" y="3084392"/>
                </a:cubicBezTo>
                <a:lnTo>
                  <a:pt x="3556211" y="3084392"/>
                </a:lnTo>
                <a:cubicBezTo>
                  <a:pt x="3431308" y="3084392"/>
                  <a:pt x="3330054" y="2983138"/>
                  <a:pt x="3330054" y="2858235"/>
                </a:cubicBezTo>
                <a:lnTo>
                  <a:pt x="3330054" y="1099613"/>
                </a:lnTo>
                <a:cubicBezTo>
                  <a:pt x="3330054" y="974710"/>
                  <a:pt x="3431308" y="873456"/>
                  <a:pt x="3556211" y="873456"/>
                </a:cubicBezTo>
                <a:close/>
                <a:moveTo>
                  <a:pt x="976220" y="409431"/>
                </a:moveTo>
                <a:cubicBezTo>
                  <a:pt x="663192" y="409431"/>
                  <a:pt x="409432" y="663191"/>
                  <a:pt x="409432" y="976219"/>
                </a:cubicBezTo>
                <a:lnTo>
                  <a:pt x="409432" y="5383635"/>
                </a:lnTo>
                <a:cubicBezTo>
                  <a:pt x="409432" y="5696663"/>
                  <a:pt x="663192" y="5950423"/>
                  <a:pt x="976220" y="5950423"/>
                </a:cubicBezTo>
                <a:lnTo>
                  <a:pt x="5383636" y="5950423"/>
                </a:lnTo>
                <a:cubicBezTo>
                  <a:pt x="5696664" y="5950423"/>
                  <a:pt x="5950424" y="5696663"/>
                  <a:pt x="5950424" y="5383635"/>
                </a:cubicBezTo>
                <a:lnTo>
                  <a:pt x="5950424" y="976219"/>
                </a:lnTo>
                <a:cubicBezTo>
                  <a:pt x="5950424" y="663191"/>
                  <a:pt x="5696664" y="409431"/>
                  <a:pt x="5383636" y="409431"/>
                </a:cubicBezTo>
                <a:close/>
                <a:moveTo>
                  <a:pt x="650550" y="0"/>
                </a:moveTo>
                <a:lnTo>
                  <a:pt x="5709307" y="0"/>
                </a:lnTo>
                <a:cubicBezTo>
                  <a:pt x="6068596" y="0"/>
                  <a:pt x="6359857" y="291261"/>
                  <a:pt x="6359857" y="650550"/>
                </a:cubicBezTo>
                <a:lnTo>
                  <a:pt x="6359857" y="5709307"/>
                </a:lnTo>
                <a:cubicBezTo>
                  <a:pt x="6359857" y="6068596"/>
                  <a:pt x="6068596" y="6359857"/>
                  <a:pt x="5709307" y="6359857"/>
                </a:cubicBezTo>
                <a:lnTo>
                  <a:pt x="650550" y="6359857"/>
                </a:lnTo>
                <a:cubicBezTo>
                  <a:pt x="291261" y="6359857"/>
                  <a:pt x="0" y="6068596"/>
                  <a:pt x="0" y="5709307"/>
                </a:cubicBezTo>
                <a:lnTo>
                  <a:pt x="0" y="650550"/>
                </a:lnTo>
                <a:cubicBezTo>
                  <a:pt x="0" y="291261"/>
                  <a:pt x="291261" y="0"/>
                  <a:pt x="65055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a:spLocks noChangeAspect="1"/>
          </p:cNvSpPr>
          <p:nvPr/>
        </p:nvSpPr>
        <p:spPr>
          <a:xfrm>
            <a:off x="5516381" y="2860929"/>
            <a:ext cx="360000" cy="360000"/>
          </a:xfrm>
          <a:custGeom>
            <a:avLst/>
            <a:gdLst>
              <a:gd name="connsiteX0" fmla="*/ 2341424 w 6066430"/>
              <a:gd name="connsiteY0" fmla="*/ 1613847 h 6066430"/>
              <a:gd name="connsiteX1" fmla="*/ 2701424 w 6066430"/>
              <a:gd name="connsiteY1" fmla="*/ 1613847 h 6066430"/>
              <a:gd name="connsiteX2" fmla="*/ 2701424 w 6066430"/>
              <a:gd name="connsiteY2" fmla="*/ 4452582 h 6066430"/>
              <a:gd name="connsiteX3" fmla="*/ 2341424 w 6066430"/>
              <a:gd name="connsiteY3" fmla="*/ 4452582 h 6066430"/>
              <a:gd name="connsiteX4" fmla="*/ 3365006 w 6066430"/>
              <a:gd name="connsiteY4" fmla="*/ 1613847 h 6066430"/>
              <a:gd name="connsiteX5" fmla="*/ 3725006 w 6066430"/>
              <a:gd name="connsiteY5" fmla="*/ 1613847 h 6066430"/>
              <a:gd name="connsiteX6" fmla="*/ 3725006 w 6066430"/>
              <a:gd name="connsiteY6" fmla="*/ 4452582 h 6066430"/>
              <a:gd name="connsiteX7" fmla="*/ 3365006 w 6066430"/>
              <a:gd name="connsiteY7" fmla="*/ 4452582 h 6066430"/>
              <a:gd name="connsiteX8" fmla="*/ 3033215 w 6066430"/>
              <a:gd name="connsiteY8" fmla="*/ 397472 h 6066430"/>
              <a:gd name="connsiteX9" fmla="*/ 397472 w 6066430"/>
              <a:gd name="connsiteY9" fmla="*/ 3033215 h 6066430"/>
              <a:gd name="connsiteX10" fmla="*/ 3033215 w 6066430"/>
              <a:gd name="connsiteY10" fmla="*/ 5668958 h 6066430"/>
              <a:gd name="connsiteX11" fmla="*/ 5668958 w 6066430"/>
              <a:gd name="connsiteY11" fmla="*/ 3033215 h 6066430"/>
              <a:gd name="connsiteX12" fmla="*/ 3033215 w 6066430"/>
              <a:gd name="connsiteY12" fmla="*/ 397472 h 6066430"/>
              <a:gd name="connsiteX13" fmla="*/ 3033215 w 6066430"/>
              <a:gd name="connsiteY13" fmla="*/ 0 h 6066430"/>
              <a:gd name="connsiteX14" fmla="*/ 6066430 w 6066430"/>
              <a:gd name="connsiteY14" fmla="*/ 3033215 h 6066430"/>
              <a:gd name="connsiteX15" fmla="*/ 3033215 w 6066430"/>
              <a:gd name="connsiteY15" fmla="*/ 6066430 h 6066430"/>
              <a:gd name="connsiteX16" fmla="*/ 0 w 6066430"/>
              <a:gd name="connsiteY16" fmla="*/ 3033215 h 6066430"/>
              <a:gd name="connsiteX17" fmla="*/ 3033215 w 6066430"/>
              <a:gd name="connsiteY17" fmla="*/ 0 h 606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66430" h="6066430">
                <a:moveTo>
                  <a:pt x="2341424" y="1613847"/>
                </a:moveTo>
                <a:lnTo>
                  <a:pt x="2701424" y="1613847"/>
                </a:lnTo>
                <a:lnTo>
                  <a:pt x="2701424" y="4452582"/>
                </a:lnTo>
                <a:lnTo>
                  <a:pt x="2341424" y="4452582"/>
                </a:lnTo>
                <a:close/>
                <a:moveTo>
                  <a:pt x="3365006" y="1613847"/>
                </a:moveTo>
                <a:lnTo>
                  <a:pt x="3725006" y="1613847"/>
                </a:lnTo>
                <a:lnTo>
                  <a:pt x="3725006" y="4452582"/>
                </a:lnTo>
                <a:lnTo>
                  <a:pt x="3365006" y="4452582"/>
                </a:lnTo>
                <a:close/>
                <a:moveTo>
                  <a:pt x="3033215" y="397472"/>
                </a:moveTo>
                <a:cubicBezTo>
                  <a:pt x="1577534" y="397472"/>
                  <a:pt x="397472" y="1577534"/>
                  <a:pt x="397472" y="3033215"/>
                </a:cubicBezTo>
                <a:cubicBezTo>
                  <a:pt x="397472" y="4488896"/>
                  <a:pt x="1577534" y="5668958"/>
                  <a:pt x="3033215" y="5668958"/>
                </a:cubicBezTo>
                <a:cubicBezTo>
                  <a:pt x="4488896" y="5668958"/>
                  <a:pt x="5668958" y="4488896"/>
                  <a:pt x="5668958" y="3033215"/>
                </a:cubicBezTo>
                <a:cubicBezTo>
                  <a:pt x="5668958" y="1577534"/>
                  <a:pt x="4488896" y="397472"/>
                  <a:pt x="3033215" y="397472"/>
                </a:cubicBezTo>
                <a:close/>
                <a:moveTo>
                  <a:pt x="3033215" y="0"/>
                </a:moveTo>
                <a:cubicBezTo>
                  <a:pt x="4708413" y="0"/>
                  <a:pt x="6066430" y="1358017"/>
                  <a:pt x="6066430" y="3033215"/>
                </a:cubicBezTo>
                <a:cubicBezTo>
                  <a:pt x="6066430" y="4708413"/>
                  <a:pt x="4708413" y="6066430"/>
                  <a:pt x="3033215" y="6066430"/>
                </a:cubicBezTo>
                <a:cubicBezTo>
                  <a:pt x="1358017" y="6066430"/>
                  <a:pt x="0" y="4708413"/>
                  <a:pt x="0" y="3033215"/>
                </a:cubicBezTo>
                <a:cubicBezTo>
                  <a:pt x="0" y="1358017"/>
                  <a:pt x="1358017" y="0"/>
                  <a:pt x="30332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任意多边形 38"/>
          <p:cNvSpPr>
            <a:spLocks noChangeAspect="1"/>
          </p:cNvSpPr>
          <p:nvPr/>
        </p:nvSpPr>
        <p:spPr>
          <a:xfrm>
            <a:off x="6324025" y="2860929"/>
            <a:ext cx="360000" cy="360000"/>
          </a:xfrm>
          <a:custGeom>
            <a:avLst/>
            <a:gdLst>
              <a:gd name="connsiteX0" fmla="*/ 2385081 w 6066430"/>
              <a:gd name="connsiteY0" fmla="*/ 2067499 h 6066430"/>
              <a:gd name="connsiteX1" fmla="*/ 4050108 w 6066430"/>
              <a:gd name="connsiteY1" fmla="*/ 3033215 h 6066430"/>
              <a:gd name="connsiteX2" fmla="*/ 2385081 w 6066430"/>
              <a:gd name="connsiteY2" fmla="*/ 3998930 h 6066430"/>
              <a:gd name="connsiteX3" fmla="*/ 3033215 w 6066430"/>
              <a:gd name="connsiteY3" fmla="*/ 397472 h 6066430"/>
              <a:gd name="connsiteX4" fmla="*/ 397472 w 6066430"/>
              <a:gd name="connsiteY4" fmla="*/ 3033215 h 6066430"/>
              <a:gd name="connsiteX5" fmla="*/ 3033215 w 6066430"/>
              <a:gd name="connsiteY5" fmla="*/ 5668958 h 6066430"/>
              <a:gd name="connsiteX6" fmla="*/ 5668958 w 6066430"/>
              <a:gd name="connsiteY6" fmla="*/ 3033215 h 6066430"/>
              <a:gd name="connsiteX7" fmla="*/ 3033215 w 6066430"/>
              <a:gd name="connsiteY7" fmla="*/ 397472 h 6066430"/>
              <a:gd name="connsiteX8" fmla="*/ 3033215 w 6066430"/>
              <a:gd name="connsiteY8" fmla="*/ 0 h 6066430"/>
              <a:gd name="connsiteX9" fmla="*/ 6066430 w 6066430"/>
              <a:gd name="connsiteY9" fmla="*/ 3033215 h 6066430"/>
              <a:gd name="connsiteX10" fmla="*/ 3033215 w 6066430"/>
              <a:gd name="connsiteY10" fmla="*/ 6066430 h 6066430"/>
              <a:gd name="connsiteX11" fmla="*/ 0 w 6066430"/>
              <a:gd name="connsiteY11" fmla="*/ 3033215 h 6066430"/>
              <a:gd name="connsiteX12" fmla="*/ 3033215 w 6066430"/>
              <a:gd name="connsiteY12" fmla="*/ 0 h 606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66430" h="6066430">
                <a:moveTo>
                  <a:pt x="2385081" y="2067499"/>
                </a:moveTo>
                <a:lnTo>
                  <a:pt x="4050108" y="3033215"/>
                </a:lnTo>
                <a:lnTo>
                  <a:pt x="2385081" y="3998930"/>
                </a:lnTo>
                <a:close/>
                <a:moveTo>
                  <a:pt x="3033215" y="397472"/>
                </a:moveTo>
                <a:cubicBezTo>
                  <a:pt x="1577534" y="397472"/>
                  <a:pt x="397472" y="1577534"/>
                  <a:pt x="397472" y="3033215"/>
                </a:cubicBezTo>
                <a:cubicBezTo>
                  <a:pt x="397472" y="4488896"/>
                  <a:pt x="1577534" y="5668958"/>
                  <a:pt x="3033215" y="5668958"/>
                </a:cubicBezTo>
                <a:cubicBezTo>
                  <a:pt x="4488896" y="5668958"/>
                  <a:pt x="5668958" y="4488896"/>
                  <a:pt x="5668958" y="3033215"/>
                </a:cubicBezTo>
                <a:cubicBezTo>
                  <a:pt x="5668958" y="1577534"/>
                  <a:pt x="4488896" y="397472"/>
                  <a:pt x="3033215" y="397472"/>
                </a:cubicBezTo>
                <a:close/>
                <a:moveTo>
                  <a:pt x="3033215" y="0"/>
                </a:moveTo>
                <a:cubicBezTo>
                  <a:pt x="4708413" y="0"/>
                  <a:pt x="6066430" y="1358017"/>
                  <a:pt x="6066430" y="3033215"/>
                </a:cubicBezTo>
                <a:cubicBezTo>
                  <a:pt x="6066430" y="4708413"/>
                  <a:pt x="4708413" y="6066430"/>
                  <a:pt x="3033215" y="6066430"/>
                </a:cubicBezTo>
                <a:cubicBezTo>
                  <a:pt x="1358017" y="6066430"/>
                  <a:pt x="0" y="4708413"/>
                  <a:pt x="0" y="3033215"/>
                </a:cubicBezTo>
                <a:cubicBezTo>
                  <a:pt x="0" y="1358017"/>
                  <a:pt x="1358017" y="0"/>
                  <a:pt x="30332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任意多边形 39"/>
          <p:cNvSpPr/>
          <p:nvPr/>
        </p:nvSpPr>
        <p:spPr>
          <a:xfrm>
            <a:off x="1478160" y="2860929"/>
            <a:ext cx="360000" cy="360000"/>
          </a:xfrm>
          <a:custGeom>
            <a:avLst/>
            <a:gdLst>
              <a:gd name="connsiteX0" fmla="*/ 233325 w 327309"/>
              <a:gd name="connsiteY0" fmla="*/ 56528 h 327309"/>
              <a:gd name="connsiteX1" fmla="*/ 50285 w 327309"/>
              <a:gd name="connsiteY1" fmla="*/ 239568 h 327309"/>
              <a:gd name="connsiteX2" fmla="*/ 87741 w 327309"/>
              <a:gd name="connsiteY2" fmla="*/ 277025 h 327309"/>
              <a:gd name="connsiteX3" fmla="*/ 270781 w 327309"/>
              <a:gd name="connsiteY3" fmla="*/ 93985 h 327309"/>
              <a:gd name="connsiteX4" fmla="*/ 239171 w 327309"/>
              <a:gd name="connsiteY4" fmla="*/ 31038 h 327309"/>
              <a:gd name="connsiteX5" fmla="*/ 296272 w 327309"/>
              <a:gd name="connsiteY5" fmla="*/ 88139 h 327309"/>
              <a:gd name="connsiteX6" fmla="*/ 80982 w 327309"/>
              <a:gd name="connsiteY6" fmla="*/ 303429 h 327309"/>
              <a:gd name="connsiteX7" fmla="*/ 59606 w 327309"/>
              <a:gd name="connsiteY7" fmla="*/ 282053 h 327309"/>
              <a:gd name="connsiteX8" fmla="*/ 59606 w 327309"/>
              <a:gd name="connsiteY8" fmla="*/ 282053 h 327309"/>
              <a:gd name="connsiteX9" fmla="*/ 80982 w 327309"/>
              <a:gd name="connsiteY9" fmla="*/ 303429 h 327309"/>
              <a:gd name="connsiteX10" fmla="*/ 0 w 327309"/>
              <a:gd name="connsiteY10" fmla="*/ 327309 h 327309"/>
              <a:gd name="connsiteX11" fmla="*/ 23881 w 327309"/>
              <a:gd name="connsiteY11" fmla="*/ 246328 h 327309"/>
              <a:gd name="connsiteX12" fmla="*/ 38193 w 327309"/>
              <a:gd name="connsiteY12" fmla="*/ 260640 h 327309"/>
              <a:gd name="connsiteX13" fmla="*/ 38193 w 327309"/>
              <a:gd name="connsiteY13" fmla="*/ 260640 h 327309"/>
              <a:gd name="connsiteX14" fmla="*/ 23881 w 327309"/>
              <a:gd name="connsiteY14" fmla="*/ 246328 h 327309"/>
              <a:gd name="connsiteX15" fmla="*/ 278071 w 327309"/>
              <a:gd name="connsiteY15" fmla="*/ 63 h 327309"/>
              <a:gd name="connsiteX16" fmla="*/ 292270 w 327309"/>
              <a:gd name="connsiteY16" fmla="*/ 4998 h 327309"/>
              <a:gd name="connsiteX17" fmla="*/ 322311 w 327309"/>
              <a:gd name="connsiteY17" fmla="*/ 35039 h 327309"/>
              <a:gd name="connsiteX18" fmla="*/ 320026 w 327309"/>
              <a:gd name="connsiteY18" fmla="*/ 64385 h 327309"/>
              <a:gd name="connsiteX19" fmla="*/ 304210 w 327309"/>
              <a:gd name="connsiteY19" fmla="*/ 80200 h 327309"/>
              <a:gd name="connsiteX20" fmla="*/ 247109 w 327309"/>
              <a:gd name="connsiteY20" fmla="*/ 23099 h 327309"/>
              <a:gd name="connsiteX21" fmla="*/ 262925 w 327309"/>
              <a:gd name="connsiteY21" fmla="*/ 7284 h 327309"/>
              <a:gd name="connsiteX22" fmla="*/ 278071 w 327309"/>
              <a:gd name="connsiteY22" fmla="*/ 63 h 32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7309" h="327309">
                <a:moveTo>
                  <a:pt x="233325" y="56528"/>
                </a:moveTo>
                <a:lnTo>
                  <a:pt x="50285" y="239568"/>
                </a:lnTo>
                <a:lnTo>
                  <a:pt x="87741" y="277025"/>
                </a:lnTo>
                <a:lnTo>
                  <a:pt x="270781" y="93985"/>
                </a:lnTo>
                <a:close/>
                <a:moveTo>
                  <a:pt x="239171" y="31038"/>
                </a:moveTo>
                <a:lnTo>
                  <a:pt x="296272" y="88139"/>
                </a:lnTo>
                <a:lnTo>
                  <a:pt x="80982" y="303429"/>
                </a:lnTo>
                <a:lnTo>
                  <a:pt x="59606" y="282053"/>
                </a:lnTo>
                <a:lnTo>
                  <a:pt x="59606" y="282053"/>
                </a:lnTo>
                <a:lnTo>
                  <a:pt x="80982" y="303429"/>
                </a:lnTo>
                <a:lnTo>
                  <a:pt x="0" y="327309"/>
                </a:lnTo>
                <a:lnTo>
                  <a:pt x="23881" y="246328"/>
                </a:lnTo>
                <a:lnTo>
                  <a:pt x="38193" y="260640"/>
                </a:lnTo>
                <a:lnTo>
                  <a:pt x="38193" y="260640"/>
                </a:lnTo>
                <a:lnTo>
                  <a:pt x="23881" y="246328"/>
                </a:lnTo>
                <a:close/>
                <a:moveTo>
                  <a:pt x="278071" y="63"/>
                </a:moveTo>
                <a:cubicBezTo>
                  <a:pt x="283381" y="-350"/>
                  <a:pt x="288534" y="1262"/>
                  <a:pt x="292270" y="4998"/>
                </a:cubicBezTo>
                <a:lnTo>
                  <a:pt x="322311" y="35039"/>
                </a:lnTo>
                <a:cubicBezTo>
                  <a:pt x="329784" y="42512"/>
                  <a:pt x="328760" y="55650"/>
                  <a:pt x="320026" y="64385"/>
                </a:cubicBezTo>
                <a:cubicBezTo>
                  <a:pt x="314754" y="69657"/>
                  <a:pt x="309482" y="74928"/>
                  <a:pt x="304210" y="80200"/>
                </a:cubicBezTo>
                <a:lnTo>
                  <a:pt x="247109" y="23099"/>
                </a:lnTo>
                <a:lnTo>
                  <a:pt x="262925" y="7284"/>
                </a:lnTo>
                <a:cubicBezTo>
                  <a:pt x="267292" y="2917"/>
                  <a:pt x="272760" y="477"/>
                  <a:pt x="278071" y="6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40"/>
          <p:cNvSpPr>
            <a:spLocks noChangeAspect="1"/>
          </p:cNvSpPr>
          <p:nvPr/>
        </p:nvSpPr>
        <p:spPr>
          <a:xfrm>
            <a:off x="7939314" y="2860929"/>
            <a:ext cx="360000" cy="360000"/>
          </a:xfrm>
          <a:custGeom>
            <a:avLst/>
            <a:gdLst>
              <a:gd name="connsiteX0" fmla="*/ 1869743 w 6414448"/>
              <a:gd name="connsiteY0" fmla="*/ 4449168 h 6414447"/>
              <a:gd name="connsiteX1" fmla="*/ 5540991 w 6414448"/>
              <a:gd name="connsiteY1" fmla="*/ 4449168 h 6414447"/>
              <a:gd name="connsiteX2" fmla="*/ 5540991 w 6414448"/>
              <a:gd name="connsiteY2" fmla="*/ 4809168 h 6414447"/>
              <a:gd name="connsiteX3" fmla="*/ 1869743 w 6414448"/>
              <a:gd name="connsiteY3" fmla="*/ 4809168 h 6414447"/>
              <a:gd name="connsiteX4" fmla="*/ 1037230 w 6414448"/>
              <a:gd name="connsiteY4" fmla="*/ 4449168 h 6414447"/>
              <a:gd name="connsiteX5" fmla="*/ 1665027 w 6414448"/>
              <a:gd name="connsiteY5" fmla="*/ 4449168 h 6414447"/>
              <a:gd name="connsiteX6" fmla="*/ 1665027 w 6414448"/>
              <a:gd name="connsiteY6" fmla="*/ 4809168 h 6414447"/>
              <a:gd name="connsiteX7" fmla="*/ 1037230 w 6414448"/>
              <a:gd name="connsiteY7" fmla="*/ 4809168 h 6414447"/>
              <a:gd name="connsiteX8" fmla="*/ 1869743 w 6414448"/>
              <a:gd name="connsiteY8" fmla="*/ 3452882 h 6414447"/>
              <a:gd name="connsiteX9" fmla="*/ 5540991 w 6414448"/>
              <a:gd name="connsiteY9" fmla="*/ 3452882 h 6414447"/>
              <a:gd name="connsiteX10" fmla="*/ 5540991 w 6414448"/>
              <a:gd name="connsiteY10" fmla="*/ 3812882 h 6414447"/>
              <a:gd name="connsiteX11" fmla="*/ 1869743 w 6414448"/>
              <a:gd name="connsiteY11" fmla="*/ 3812882 h 6414447"/>
              <a:gd name="connsiteX12" fmla="*/ 1037230 w 6414448"/>
              <a:gd name="connsiteY12" fmla="*/ 3452882 h 6414447"/>
              <a:gd name="connsiteX13" fmla="*/ 1665027 w 6414448"/>
              <a:gd name="connsiteY13" fmla="*/ 3452882 h 6414447"/>
              <a:gd name="connsiteX14" fmla="*/ 1665027 w 6414448"/>
              <a:gd name="connsiteY14" fmla="*/ 3812882 h 6414447"/>
              <a:gd name="connsiteX15" fmla="*/ 1037230 w 6414448"/>
              <a:gd name="connsiteY15" fmla="*/ 3812882 h 6414447"/>
              <a:gd name="connsiteX16" fmla="*/ 1037230 w 6414448"/>
              <a:gd name="connsiteY16" fmla="*/ 2456597 h 6414447"/>
              <a:gd name="connsiteX17" fmla="*/ 1665027 w 6414448"/>
              <a:gd name="connsiteY17" fmla="*/ 2456597 h 6414447"/>
              <a:gd name="connsiteX18" fmla="*/ 1665027 w 6414448"/>
              <a:gd name="connsiteY18" fmla="*/ 2816597 h 6414447"/>
              <a:gd name="connsiteX19" fmla="*/ 1037230 w 6414448"/>
              <a:gd name="connsiteY19" fmla="*/ 2816597 h 6414447"/>
              <a:gd name="connsiteX20" fmla="*/ 1869743 w 6414448"/>
              <a:gd name="connsiteY20" fmla="*/ 2456596 h 6414447"/>
              <a:gd name="connsiteX21" fmla="*/ 5540991 w 6414448"/>
              <a:gd name="connsiteY21" fmla="*/ 2456596 h 6414447"/>
              <a:gd name="connsiteX22" fmla="*/ 5540991 w 6414448"/>
              <a:gd name="connsiteY22" fmla="*/ 2816597 h 6414447"/>
              <a:gd name="connsiteX23" fmla="*/ 1869743 w 6414448"/>
              <a:gd name="connsiteY23" fmla="*/ 2816597 h 6414447"/>
              <a:gd name="connsiteX24" fmla="*/ 1869743 w 6414448"/>
              <a:gd name="connsiteY24" fmla="*/ 1473958 h 6414447"/>
              <a:gd name="connsiteX25" fmla="*/ 5540991 w 6414448"/>
              <a:gd name="connsiteY25" fmla="*/ 1473958 h 6414447"/>
              <a:gd name="connsiteX26" fmla="*/ 5540991 w 6414448"/>
              <a:gd name="connsiteY26" fmla="*/ 1833958 h 6414447"/>
              <a:gd name="connsiteX27" fmla="*/ 1869743 w 6414448"/>
              <a:gd name="connsiteY27" fmla="*/ 1833958 h 6414447"/>
              <a:gd name="connsiteX28" fmla="*/ 1037230 w 6414448"/>
              <a:gd name="connsiteY28" fmla="*/ 1473958 h 6414447"/>
              <a:gd name="connsiteX29" fmla="*/ 1665027 w 6414448"/>
              <a:gd name="connsiteY29" fmla="*/ 1473958 h 6414447"/>
              <a:gd name="connsiteX30" fmla="*/ 1665027 w 6414448"/>
              <a:gd name="connsiteY30" fmla="*/ 1833958 h 6414447"/>
              <a:gd name="connsiteX31" fmla="*/ 1037230 w 6414448"/>
              <a:gd name="connsiteY31" fmla="*/ 1833958 h 6414447"/>
              <a:gd name="connsiteX32" fmla="*/ 875226 w 6414448"/>
              <a:gd name="connsiteY32" fmla="*/ 323830 h 6414447"/>
              <a:gd name="connsiteX33" fmla="*/ 317798 w 6414448"/>
              <a:gd name="connsiteY33" fmla="*/ 881258 h 6414447"/>
              <a:gd name="connsiteX34" fmla="*/ 317798 w 6414448"/>
              <a:gd name="connsiteY34" fmla="*/ 5545253 h 6414447"/>
              <a:gd name="connsiteX35" fmla="*/ 875226 w 6414448"/>
              <a:gd name="connsiteY35" fmla="*/ 6102681 h 6414447"/>
              <a:gd name="connsiteX36" fmla="*/ 5539222 w 6414448"/>
              <a:gd name="connsiteY36" fmla="*/ 6102681 h 6414447"/>
              <a:gd name="connsiteX37" fmla="*/ 6096650 w 6414448"/>
              <a:gd name="connsiteY37" fmla="*/ 5545253 h 6414447"/>
              <a:gd name="connsiteX38" fmla="*/ 6096650 w 6414448"/>
              <a:gd name="connsiteY38" fmla="*/ 881258 h 6414447"/>
              <a:gd name="connsiteX39" fmla="*/ 5539222 w 6414448"/>
              <a:gd name="connsiteY39" fmla="*/ 323830 h 6414447"/>
              <a:gd name="connsiteX40" fmla="*/ 618739 w 6414448"/>
              <a:gd name="connsiteY40" fmla="*/ 0 h 6414447"/>
              <a:gd name="connsiteX41" fmla="*/ 5795710 w 6414448"/>
              <a:gd name="connsiteY41" fmla="*/ 0 h 6414447"/>
              <a:gd name="connsiteX42" fmla="*/ 6414448 w 6414448"/>
              <a:gd name="connsiteY42" fmla="*/ 618738 h 6414447"/>
              <a:gd name="connsiteX43" fmla="*/ 6414448 w 6414448"/>
              <a:gd name="connsiteY43" fmla="*/ 5795709 h 6414447"/>
              <a:gd name="connsiteX44" fmla="*/ 5795710 w 6414448"/>
              <a:gd name="connsiteY44" fmla="*/ 6414447 h 6414447"/>
              <a:gd name="connsiteX45" fmla="*/ 618739 w 6414448"/>
              <a:gd name="connsiteY45" fmla="*/ 6414447 h 6414447"/>
              <a:gd name="connsiteX46" fmla="*/ 0 w 6414448"/>
              <a:gd name="connsiteY46" fmla="*/ 5795709 h 6414447"/>
              <a:gd name="connsiteX47" fmla="*/ 0 w 6414448"/>
              <a:gd name="connsiteY47" fmla="*/ 618738 h 6414447"/>
              <a:gd name="connsiteX48" fmla="*/ 618739 w 6414448"/>
              <a:gd name="connsiteY48" fmla="*/ 0 h 641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414448" h="6414447">
                <a:moveTo>
                  <a:pt x="1869743" y="4449168"/>
                </a:moveTo>
                <a:lnTo>
                  <a:pt x="5540991" y="4449168"/>
                </a:lnTo>
                <a:lnTo>
                  <a:pt x="5540991" y="4809168"/>
                </a:lnTo>
                <a:lnTo>
                  <a:pt x="1869743" y="4809168"/>
                </a:lnTo>
                <a:close/>
                <a:moveTo>
                  <a:pt x="1037230" y="4449168"/>
                </a:moveTo>
                <a:lnTo>
                  <a:pt x="1665027" y="4449168"/>
                </a:lnTo>
                <a:lnTo>
                  <a:pt x="1665027" y="4809168"/>
                </a:lnTo>
                <a:lnTo>
                  <a:pt x="1037230" y="4809168"/>
                </a:lnTo>
                <a:close/>
                <a:moveTo>
                  <a:pt x="1869743" y="3452882"/>
                </a:moveTo>
                <a:lnTo>
                  <a:pt x="5540991" y="3452882"/>
                </a:lnTo>
                <a:lnTo>
                  <a:pt x="5540991" y="3812882"/>
                </a:lnTo>
                <a:lnTo>
                  <a:pt x="1869743" y="3812882"/>
                </a:lnTo>
                <a:close/>
                <a:moveTo>
                  <a:pt x="1037230" y="3452882"/>
                </a:moveTo>
                <a:lnTo>
                  <a:pt x="1665027" y="3452882"/>
                </a:lnTo>
                <a:lnTo>
                  <a:pt x="1665027" y="3812882"/>
                </a:lnTo>
                <a:lnTo>
                  <a:pt x="1037230" y="3812882"/>
                </a:lnTo>
                <a:close/>
                <a:moveTo>
                  <a:pt x="1037230" y="2456597"/>
                </a:moveTo>
                <a:lnTo>
                  <a:pt x="1665027" y="2456597"/>
                </a:lnTo>
                <a:lnTo>
                  <a:pt x="1665027" y="2816597"/>
                </a:lnTo>
                <a:lnTo>
                  <a:pt x="1037230" y="2816597"/>
                </a:lnTo>
                <a:close/>
                <a:moveTo>
                  <a:pt x="1869743" y="2456596"/>
                </a:moveTo>
                <a:lnTo>
                  <a:pt x="5540991" y="2456596"/>
                </a:lnTo>
                <a:lnTo>
                  <a:pt x="5540991" y="2816597"/>
                </a:lnTo>
                <a:lnTo>
                  <a:pt x="1869743" y="2816597"/>
                </a:lnTo>
                <a:close/>
                <a:moveTo>
                  <a:pt x="1869743" y="1473958"/>
                </a:moveTo>
                <a:lnTo>
                  <a:pt x="5540991" y="1473958"/>
                </a:lnTo>
                <a:lnTo>
                  <a:pt x="5540991" y="1833958"/>
                </a:lnTo>
                <a:lnTo>
                  <a:pt x="1869743" y="1833958"/>
                </a:lnTo>
                <a:close/>
                <a:moveTo>
                  <a:pt x="1037230" y="1473958"/>
                </a:moveTo>
                <a:lnTo>
                  <a:pt x="1665027" y="1473958"/>
                </a:lnTo>
                <a:lnTo>
                  <a:pt x="1665027" y="1833958"/>
                </a:lnTo>
                <a:lnTo>
                  <a:pt x="1037230" y="1833958"/>
                </a:lnTo>
                <a:close/>
                <a:moveTo>
                  <a:pt x="875226" y="323830"/>
                </a:moveTo>
                <a:cubicBezTo>
                  <a:pt x="567367" y="323830"/>
                  <a:pt x="317798" y="573399"/>
                  <a:pt x="317798" y="881258"/>
                </a:cubicBezTo>
                <a:lnTo>
                  <a:pt x="317798" y="5545253"/>
                </a:lnTo>
                <a:cubicBezTo>
                  <a:pt x="317798" y="5853112"/>
                  <a:pt x="567367" y="6102681"/>
                  <a:pt x="875226" y="6102681"/>
                </a:cubicBezTo>
                <a:lnTo>
                  <a:pt x="5539222" y="6102681"/>
                </a:lnTo>
                <a:cubicBezTo>
                  <a:pt x="5847081" y="6102681"/>
                  <a:pt x="6096650" y="5853112"/>
                  <a:pt x="6096650" y="5545253"/>
                </a:cubicBezTo>
                <a:lnTo>
                  <a:pt x="6096650" y="881258"/>
                </a:lnTo>
                <a:cubicBezTo>
                  <a:pt x="6096650" y="573399"/>
                  <a:pt x="5847081" y="323830"/>
                  <a:pt x="5539222" y="323830"/>
                </a:cubicBezTo>
                <a:close/>
                <a:moveTo>
                  <a:pt x="618739" y="0"/>
                </a:moveTo>
                <a:lnTo>
                  <a:pt x="5795710" y="0"/>
                </a:lnTo>
                <a:cubicBezTo>
                  <a:pt x="6137430" y="0"/>
                  <a:pt x="6414448" y="277018"/>
                  <a:pt x="6414448" y="618738"/>
                </a:cubicBezTo>
                <a:lnTo>
                  <a:pt x="6414448" y="5795709"/>
                </a:lnTo>
                <a:cubicBezTo>
                  <a:pt x="6414448" y="6137429"/>
                  <a:pt x="6137430" y="6414447"/>
                  <a:pt x="5795710" y="6414447"/>
                </a:cubicBezTo>
                <a:lnTo>
                  <a:pt x="618739" y="6414447"/>
                </a:lnTo>
                <a:cubicBezTo>
                  <a:pt x="277019" y="6414447"/>
                  <a:pt x="0" y="6137429"/>
                  <a:pt x="0" y="5795709"/>
                </a:cubicBezTo>
                <a:lnTo>
                  <a:pt x="0" y="618738"/>
                </a:lnTo>
                <a:cubicBezTo>
                  <a:pt x="0" y="277018"/>
                  <a:pt x="277019" y="0"/>
                  <a:pt x="61873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a:spLocks noChangeAspect="1"/>
          </p:cNvSpPr>
          <p:nvPr/>
        </p:nvSpPr>
        <p:spPr>
          <a:xfrm>
            <a:off x="2288659" y="3637068"/>
            <a:ext cx="354290" cy="360000"/>
          </a:xfrm>
          <a:custGeom>
            <a:avLst/>
            <a:gdLst>
              <a:gd name="connsiteX0" fmla="*/ 1151077 w 6353108"/>
              <a:gd name="connsiteY0" fmla="*/ 1366122 h 6455498"/>
              <a:gd name="connsiteX1" fmla="*/ 1074114 w 6353108"/>
              <a:gd name="connsiteY1" fmla="*/ 1446102 h 6455498"/>
              <a:gd name="connsiteX2" fmla="*/ 617644 w 6353108"/>
              <a:gd name="connsiteY2" fmla="*/ 2144993 h 6455498"/>
              <a:gd name="connsiteX3" fmla="*/ 1135698 w 6353108"/>
              <a:gd name="connsiteY3" fmla="*/ 5225939 h 6455498"/>
              <a:gd name="connsiteX4" fmla="*/ 4188493 w 6353108"/>
              <a:gd name="connsiteY4" fmla="*/ 5890054 h 6455498"/>
              <a:gd name="connsiteX5" fmla="*/ 5931588 w 6353108"/>
              <a:gd name="connsiteY5" fmla="*/ 3514911 h 6455498"/>
              <a:gd name="connsiteX6" fmla="*/ 5939634 w 6353108"/>
              <a:gd name="connsiteY6" fmla="*/ 3302757 h 6455498"/>
              <a:gd name="connsiteX7" fmla="*/ 3152707 w 6353108"/>
              <a:gd name="connsiteY7" fmla="*/ 3302757 h 6455498"/>
              <a:gd name="connsiteX8" fmla="*/ 3152707 w 6353108"/>
              <a:gd name="connsiteY8" fmla="*/ 3286344 h 6455498"/>
              <a:gd name="connsiteX9" fmla="*/ 3046698 w 6353108"/>
              <a:gd name="connsiteY9" fmla="*/ 517798 h 6455498"/>
              <a:gd name="connsiteX10" fmla="*/ 1531685 w 6353108"/>
              <a:gd name="connsiteY10" fmla="*/ 1035748 h 6455498"/>
              <a:gd name="connsiteX11" fmla="*/ 1418098 w 6353108"/>
              <a:gd name="connsiteY11" fmla="*/ 1123412 h 6455498"/>
              <a:gd name="connsiteX12" fmla="*/ 3152707 w 6353108"/>
              <a:gd name="connsiteY12" fmla="*/ 2787474 h 6455498"/>
              <a:gd name="connsiteX13" fmla="*/ 3152707 w 6353108"/>
              <a:gd name="connsiteY13" fmla="*/ 518327 h 6455498"/>
              <a:gd name="connsiteX14" fmla="*/ 4325663 w 6353108"/>
              <a:gd name="connsiteY14" fmla="*/ 371311 h 6455498"/>
              <a:gd name="connsiteX15" fmla="*/ 4325663 w 6353108"/>
              <a:gd name="connsiteY15" fmla="*/ 1963191 h 6455498"/>
              <a:gd name="connsiteX16" fmla="*/ 5977543 w 6353108"/>
              <a:gd name="connsiteY16" fmla="*/ 1963191 h 6455498"/>
              <a:gd name="connsiteX17" fmla="*/ 5968314 w 6353108"/>
              <a:gd name="connsiteY17" fmla="*/ 1857609 h 6455498"/>
              <a:gd name="connsiteX18" fmla="*/ 5527851 w 6353108"/>
              <a:gd name="connsiteY18" fmla="*/ 924979 h 6455498"/>
              <a:gd name="connsiteX19" fmla="*/ 4461791 w 6353108"/>
              <a:gd name="connsiteY19" fmla="*/ 380456 h 6455498"/>
              <a:gd name="connsiteX20" fmla="*/ 3152707 w 6353108"/>
              <a:gd name="connsiteY20" fmla="*/ 150124 h 6455498"/>
              <a:gd name="connsiteX21" fmla="*/ 3512707 w 6353108"/>
              <a:gd name="connsiteY21" fmla="*/ 150124 h 6455498"/>
              <a:gd name="connsiteX22" fmla="*/ 3512707 w 6353108"/>
              <a:gd name="connsiteY22" fmla="*/ 2942757 h 6455498"/>
              <a:gd name="connsiteX23" fmla="*/ 6305340 w 6353108"/>
              <a:gd name="connsiteY23" fmla="*/ 2942757 h 6455498"/>
              <a:gd name="connsiteX24" fmla="*/ 6305340 w 6353108"/>
              <a:gd name="connsiteY24" fmla="*/ 3302756 h 6455498"/>
              <a:gd name="connsiteX25" fmla="*/ 6305340 w 6353108"/>
              <a:gd name="connsiteY25" fmla="*/ 3302757 h 6455498"/>
              <a:gd name="connsiteX26" fmla="*/ 6305340 w 6353108"/>
              <a:gd name="connsiteY26" fmla="*/ 3302757 h 6455498"/>
              <a:gd name="connsiteX27" fmla="*/ 6296238 w 6353108"/>
              <a:gd name="connsiteY27" fmla="*/ 3542750 h 6455498"/>
              <a:gd name="connsiteX28" fmla="*/ 4324410 w 6353108"/>
              <a:gd name="connsiteY28" fmla="*/ 6229564 h 6455498"/>
              <a:gd name="connsiteX29" fmla="*/ 871021 w 6353108"/>
              <a:gd name="connsiteY29" fmla="*/ 5478303 h 6455498"/>
              <a:gd name="connsiteX30" fmla="*/ 284987 w 6353108"/>
              <a:gd name="connsiteY30" fmla="*/ 1993071 h 6455498"/>
              <a:gd name="connsiteX31" fmla="*/ 3062612 w 6353108"/>
              <a:gd name="connsiteY31" fmla="*/ 151366 h 6455498"/>
              <a:gd name="connsiteX32" fmla="*/ 3152707 w 6353108"/>
              <a:gd name="connsiteY32" fmla="*/ 152240 h 6455498"/>
              <a:gd name="connsiteX33" fmla="*/ 3965663 w 6353108"/>
              <a:gd name="connsiteY33" fmla="*/ 0 h 6455498"/>
              <a:gd name="connsiteX34" fmla="*/ 4325663 w 6353108"/>
              <a:gd name="connsiteY34" fmla="*/ 0 h 6455498"/>
              <a:gd name="connsiteX35" fmla="*/ 4325663 w 6353108"/>
              <a:gd name="connsiteY35" fmla="*/ 2546 h 6455498"/>
              <a:gd name="connsiteX36" fmla="*/ 4505239 w 6353108"/>
              <a:gd name="connsiteY36" fmla="*/ 14610 h 6455498"/>
              <a:gd name="connsiteX37" fmla="*/ 5798782 w 6353108"/>
              <a:gd name="connsiteY37" fmla="*/ 675326 h 6455498"/>
              <a:gd name="connsiteX38" fmla="*/ 6333233 w 6353108"/>
              <a:gd name="connsiteY38" fmla="*/ 1806968 h 6455498"/>
              <a:gd name="connsiteX39" fmla="*/ 6346888 w 6353108"/>
              <a:gd name="connsiteY39" fmla="*/ 1963191 h 6455498"/>
              <a:gd name="connsiteX40" fmla="*/ 6353108 w 6353108"/>
              <a:gd name="connsiteY40" fmla="*/ 1963191 h 6455498"/>
              <a:gd name="connsiteX41" fmla="*/ 6353108 w 6353108"/>
              <a:gd name="connsiteY41" fmla="*/ 2323192 h 6455498"/>
              <a:gd name="connsiteX42" fmla="*/ 4043306 w 6353108"/>
              <a:gd name="connsiteY42" fmla="*/ 2323192 h 6455498"/>
              <a:gd name="connsiteX43" fmla="*/ 4043306 w 6353108"/>
              <a:gd name="connsiteY43" fmla="*/ 2320120 h 6455498"/>
              <a:gd name="connsiteX44" fmla="*/ 3965663 w 6353108"/>
              <a:gd name="connsiteY44" fmla="*/ 2320120 h 645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353108" h="6455498">
                <a:moveTo>
                  <a:pt x="1151077" y="1366122"/>
                </a:moveTo>
                <a:lnTo>
                  <a:pt x="1074114" y="1446102"/>
                </a:lnTo>
                <a:cubicBezTo>
                  <a:pt x="890736" y="1651354"/>
                  <a:pt x="735967" y="1885910"/>
                  <a:pt x="617644" y="2144993"/>
                </a:cubicBezTo>
                <a:cubicBezTo>
                  <a:pt x="144351" y="3181325"/>
                  <a:pt x="349502" y="4401386"/>
                  <a:pt x="1135698" y="5225939"/>
                </a:cubicBezTo>
                <a:cubicBezTo>
                  <a:pt x="1921894" y="6050491"/>
                  <a:pt x="3130807" y="6313482"/>
                  <a:pt x="4188493" y="5890054"/>
                </a:cubicBezTo>
                <a:cubicBezTo>
                  <a:pt x="5180074" y="5493090"/>
                  <a:pt x="5851530" y="4567774"/>
                  <a:pt x="5931588" y="3514911"/>
                </a:cubicBezTo>
                <a:lnTo>
                  <a:pt x="5939634" y="3302757"/>
                </a:lnTo>
                <a:lnTo>
                  <a:pt x="3152707" y="3302757"/>
                </a:lnTo>
                <a:lnTo>
                  <a:pt x="3152707" y="3286344"/>
                </a:lnTo>
                <a:close/>
                <a:moveTo>
                  <a:pt x="3046698" y="517798"/>
                </a:moveTo>
                <a:cubicBezTo>
                  <a:pt x="2493454" y="538683"/>
                  <a:pt x="1968516" y="723483"/>
                  <a:pt x="1531685" y="1035748"/>
                </a:cubicBezTo>
                <a:lnTo>
                  <a:pt x="1418098" y="1123412"/>
                </a:lnTo>
                <a:lnTo>
                  <a:pt x="3152707" y="2787474"/>
                </a:lnTo>
                <a:lnTo>
                  <a:pt x="3152707" y="518327"/>
                </a:lnTo>
                <a:close/>
                <a:moveTo>
                  <a:pt x="4325663" y="371311"/>
                </a:moveTo>
                <a:lnTo>
                  <a:pt x="4325663" y="1963191"/>
                </a:lnTo>
                <a:lnTo>
                  <a:pt x="5977543" y="1963191"/>
                </a:lnTo>
                <a:lnTo>
                  <a:pt x="5968314" y="1857609"/>
                </a:lnTo>
                <a:cubicBezTo>
                  <a:pt x="5920324" y="1511835"/>
                  <a:pt x="5768128" y="1185736"/>
                  <a:pt x="5527851" y="924979"/>
                </a:cubicBezTo>
                <a:cubicBezTo>
                  <a:pt x="5247528" y="620762"/>
                  <a:pt x="4868778" y="428775"/>
                  <a:pt x="4461791" y="380456"/>
                </a:cubicBezTo>
                <a:close/>
                <a:moveTo>
                  <a:pt x="3152707" y="150124"/>
                </a:moveTo>
                <a:lnTo>
                  <a:pt x="3512707" y="150124"/>
                </a:lnTo>
                <a:lnTo>
                  <a:pt x="3512707" y="2942757"/>
                </a:lnTo>
                <a:lnTo>
                  <a:pt x="6305340" y="2942757"/>
                </a:lnTo>
                <a:lnTo>
                  <a:pt x="6305340" y="3302756"/>
                </a:lnTo>
                <a:lnTo>
                  <a:pt x="6305340" y="3302757"/>
                </a:lnTo>
                <a:lnTo>
                  <a:pt x="6305340" y="3302757"/>
                </a:lnTo>
                <a:lnTo>
                  <a:pt x="6296238" y="3542750"/>
                </a:lnTo>
                <a:cubicBezTo>
                  <a:pt x="6205674" y="4733772"/>
                  <a:pt x="5446108" y="5780510"/>
                  <a:pt x="4324410" y="6229564"/>
                </a:cubicBezTo>
                <a:cubicBezTo>
                  <a:pt x="3127933" y="6708556"/>
                  <a:pt x="1760383" y="6411055"/>
                  <a:pt x="871021" y="5478303"/>
                </a:cubicBezTo>
                <a:cubicBezTo>
                  <a:pt x="-18341" y="4545551"/>
                  <a:pt x="-250412" y="3165391"/>
                  <a:pt x="284987" y="1993071"/>
                </a:cubicBezTo>
                <a:cubicBezTo>
                  <a:pt x="786924" y="894018"/>
                  <a:pt x="1868629" y="185137"/>
                  <a:pt x="3062612" y="151366"/>
                </a:cubicBezTo>
                <a:lnTo>
                  <a:pt x="3152707" y="152240"/>
                </a:lnTo>
                <a:close/>
                <a:moveTo>
                  <a:pt x="3965663" y="0"/>
                </a:moveTo>
                <a:lnTo>
                  <a:pt x="4325663" y="0"/>
                </a:lnTo>
                <a:lnTo>
                  <a:pt x="4325663" y="2546"/>
                </a:lnTo>
                <a:lnTo>
                  <a:pt x="4505239" y="14610"/>
                </a:lnTo>
                <a:cubicBezTo>
                  <a:pt x="4999072" y="73239"/>
                  <a:pt x="5458643" y="306195"/>
                  <a:pt x="5798782" y="675326"/>
                </a:cubicBezTo>
                <a:cubicBezTo>
                  <a:pt x="6090331" y="991725"/>
                  <a:pt x="6275003" y="1387411"/>
                  <a:pt x="6333233" y="1806968"/>
                </a:cubicBezTo>
                <a:lnTo>
                  <a:pt x="6346888" y="1963191"/>
                </a:lnTo>
                <a:lnTo>
                  <a:pt x="6353108" y="1963191"/>
                </a:lnTo>
                <a:lnTo>
                  <a:pt x="6353108" y="2323192"/>
                </a:lnTo>
                <a:lnTo>
                  <a:pt x="4043306" y="2323192"/>
                </a:lnTo>
                <a:lnTo>
                  <a:pt x="4043306" y="2320120"/>
                </a:lnTo>
                <a:lnTo>
                  <a:pt x="3965663" y="23201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任意多边形 42"/>
          <p:cNvSpPr>
            <a:spLocks noChangeAspect="1"/>
          </p:cNvSpPr>
          <p:nvPr/>
        </p:nvSpPr>
        <p:spPr>
          <a:xfrm>
            <a:off x="1478160" y="3637068"/>
            <a:ext cx="360000" cy="360000"/>
          </a:xfrm>
          <a:custGeom>
            <a:avLst/>
            <a:gdLst>
              <a:gd name="connsiteX0" fmla="*/ 3200399 w 6400799"/>
              <a:gd name="connsiteY0" fmla="*/ 1303361 h 6400799"/>
              <a:gd name="connsiteX1" fmla="*/ 3380399 w 6400799"/>
              <a:gd name="connsiteY1" fmla="*/ 1483361 h 6400799"/>
              <a:gd name="connsiteX2" fmla="*/ 3380399 w 6400799"/>
              <a:gd name="connsiteY2" fmla="*/ 2069946 h 6400799"/>
              <a:gd name="connsiteX3" fmla="*/ 3675492 w 6400799"/>
              <a:gd name="connsiteY3" fmla="*/ 2069946 h 6400799"/>
              <a:gd name="connsiteX4" fmla="*/ 3675492 w 6400799"/>
              <a:gd name="connsiteY4" fmla="*/ 2429946 h 6400799"/>
              <a:gd name="connsiteX5" fmla="*/ 3380399 w 6400799"/>
              <a:gd name="connsiteY5" fmla="*/ 2429946 h 6400799"/>
              <a:gd name="connsiteX6" fmla="*/ 3380399 w 6400799"/>
              <a:gd name="connsiteY6" fmla="*/ 4917438 h 6400799"/>
              <a:gd name="connsiteX7" fmla="*/ 3200399 w 6400799"/>
              <a:gd name="connsiteY7" fmla="*/ 5097438 h 6400799"/>
              <a:gd name="connsiteX8" fmla="*/ 3020399 w 6400799"/>
              <a:gd name="connsiteY8" fmla="*/ 4917438 h 6400799"/>
              <a:gd name="connsiteX9" fmla="*/ 3020399 w 6400799"/>
              <a:gd name="connsiteY9" fmla="*/ 2429946 h 6400799"/>
              <a:gd name="connsiteX10" fmla="*/ 2725306 w 6400799"/>
              <a:gd name="connsiteY10" fmla="*/ 2429946 h 6400799"/>
              <a:gd name="connsiteX11" fmla="*/ 2725306 w 6400799"/>
              <a:gd name="connsiteY11" fmla="*/ 2069946 h 6400799"/>
              <a:gd name="connsiteX12" fmla="*/ 3020399 w 6400799"/>
              <a:gd name="connsiteY12" fmla="*/ 2069946 h 6400799"/>
              <a:gd name="connsiteX13" fmla="*/ 3020399 w 6400799"/>
              <a:gd name="connsiteY13" fmla="*/ 1483361 h 6400799"/>
              <a:gd name="connsiteX14" fmla="*/ 3200399 w 6400799"/>
              <a:gd name="connsiteY14" fmla="*/ 1303361 h 6400799"/>
              <a:gd name="connsiteX15" fmla="*/ 1701724 w 6400799"/>
              <a:gd name="connsiteY15" fmla="*/ 1303361 h 6400799"/>
              <a:gd name="connsiteX16" fmla="*/ 1881724 w 6400799"/>
              <a:gd name="connsiteY16" fmla="*/ 1483361 h 6400799"/>
              <a:gd name="connsiteX17" fmla="*/ 1881724 w 6400799"/>
              <a:gd name="connsiteY17" fmla="*/ 3052585 h 6400799"/>
              <a:gd name="connsiteX18" fmla="*/ 2176817 w 6400799"/>
              <a:gd name="connsiteY18" fmla="*/ 3052585 h 6400799"/>
              <a:gd name="connsiteX19" fmla="*/ 2176817 w 6400799"/>
              <a:gd name="connsiteY19" fmla="*/ 3412584 h 6400799"/>
              <a:gd name="connsiteX20" fmla="*/ 1881724 w 6400799"/>
              <a:gd name="connsiteY20" fmla="*/ 3412584 h 6400799"/>
              <a:gd name="connsiteX21" fmla="*/ 1881724 w 6400799"/>
              <a:gd name="connsiteY21" fmla="*/ 4917438 h 6400799"/>
              <a:gd name="connsiteX22" fmla="*/ 1701724 w 6400799"/>
              <a:gd name="connsiteY22" fmla="*/ 5097438 h 6400799"/>
              <a:gd name="connsiteX23" fmla="*/ 1521724 w 6400799"/>
              <a:gd name="connsiteY23" fmla="*/ 4917438 h 6400799"/>
              <a:gd name="connsiteX24" fmla="*/ 1521724 w 6400799"/>
              <a:gd name="connsiteY24" fmla="*/ 3412584 h 6400799"/>
              <a:gd name="connsiteX25" fmla="*/ 1226631 w 6400799"/>
              <a:gd name="connsiteY25" fmla="*/ 3412584 h 6400799"/>
              <a:gd name="connsiteX26" fmla="*/ 1226631 w 6400799"/>
              <a:gd name="connsiteY26" fmla="*/ 3052585 h 6400799"/>
              <a:gd name="connsiteX27" fmla="*/ 1521724 w 6400799"/>
              <a:gd name="connsiteY27" fmla="*/ 3052585 h 6400799"/>
              <a:gd name="connsiteX28" fmla="*/ 1521724 w 6400799"/>
              <a:gd name="connsiteY28" fmla="*/ 1483361 h 6400799"/>
              <a:gd name="connsiteX29" fmla="*/ 1701724 w 6400799"/>
              <a:gd name="connsiteY29" fmla="*/ 1303361 h 6400799"/>
              <a:gd name="connsiteX30" fmla="*/ 4710599 w 6400799"/>
              <a:gd name="connsiteY30" fmla="*/ 1303360 h 6400799"/>
              <a:gd name="connsiteX31" fmla="*/ 4890599 w 6400799"/>
              <a:gd name="connsiteY31" fmla="*/ 1483360 h 6400799"/>
              <a:gd name="connsiteX32" fmla="*/ 4890599 w 6400799"/>
              <a:gd name="connsiteY32" fmla="*/ 4158053 h 6400799"/>
              <a:gd name="connsiteX33" fmla="*/ 5163098 w 6400799"/>
              <a:gd name="connsiteY33" fmla="*/ 4158053 h 6400799"/>
              <a:gd name="connsiteX34" fmla="*/ 5163098 w 6400799"/>
              <a:gd name="connsiteY34" fmla="*/ 4518053 h 6400799"/>
              <a:gd name="connsiteX35" fmla="*/ 4890599 w 6400799"/>
              <a:gd name="connsiteY35" fmla="*/ 4518053 h 6400799"/>
              <a:gd name="connsiteX36" fmla="*/ 4890599 w 6400799"/>
              <a:gd name="connsiteY36" fmla="*/ 4917438 h 6400799"/>
              <a:gd name="connsiteX37" fmla="*/ 4710599 w 6400799"/>
              <a:gd name="connsiteY37" fmla="*/ 5097438 h 6400799"/>
              <a:gd name="connsiteX38" fmla="*/ 4530599 w 6400799"/>
              <a:gd name="connsiteY38" fmla="*/ 4917438 h 6400799"/>
              <a:gd name="connsiteX39" fmla="*/ 4530599 w 6400799"/>
              <a:gd name="connsiteY39" fmla="*/ 4518053 h 6400799"/>
              <a:gd name="connsiteX40" fmla="*/ 4212912 w 6400799"/>
              <a:gd name="connsiteY40" fmla="*/ 4518053 h 6400799"/>
              <a:gd name="connsiteX41" fmla="*/ 4212912 w 6400799"/>
              <a:gd name="connsiteY41" fmla="*/ 4158053 h 6400799"/>
              <a:gd name="connsiteX42" fmla="*/ 4530599 w 6400799"/>
              <a:gd name="connsiteY42" fmla="*/ 4158053 h 6400799"/>
              <a:gd name="connsiteX43" fmla="*/ 4530599 w 6400799"/>
              <a:gd name="connsiteY43" fmla="*/ 1483360 h 6400799"/>
              <a:gd name="connsiteX44" fmla="*/ 4710599 w 6400799"/>
              <a:gd name="connsiteY44" fmla="*/ 1303360 h 6400799"/>
              <a:gd name="connsiteX45" fmla="*/ 973511 w 6400799"/>
              <a:gd name="connsiteY45" fmla="*/ 290290 h 6400799"/>
              <a:gd name="connsiteX46" fmla="*/ 288446 w 6400799"/>
              <a:gd name="connsiteY46" fmla="*/ 975356 h 6400799"/>
              <a:gd name="connsiteX47" fmla="*/ 288446 w 6400799"/>
              <a:gd name="connsiteY47" fmla="*/ 5429131 h 6400799"/>
              <a:gd name="connsiteX48" fmla="*/ 973511 w 6400799"/>
              <a:gd name="connsiteY48" fmla="*/ 6114197 h 6400799"/>
              <a:gd name="connsiteX49" fmla="*/ 5427287 w 6400799"/>
              <a:gd name="connsiteY49" fmla="*/ 6114197 h 6400799"/>
              <a:gd name="connsiteX50" fmla="*/ 6112353 w 6400799"/>
              <a:gd name="connsiteY50" fmla="*/ 5429131 h 6400799"/>
              <a:gd name="connsiteX51" fmla="*/ 6112353 w 6400799"/>
              <a:gd name="connsiteY51" fmla="*/ 975356 h 6400799"/>
              <a:gd name="connsiteX52" fmla="*/ 5427287 w 6400799"/>
              <a:gd name="connsiteY52" fmla="*/ 290290 h 6400799"/>
              <a:gd name="connsiteX53" fmla="*/ 752926 w 6400799"/>
              <a:gd name="connsiteY53" fmla="*/ 0 h 6400799"/>
              <a:gd name="connsiteX54" fmla="*/ 5647873 w 6400799"/>
              <a:gd name="connsiteY54" fmla="*/ 0 h 6400799"/>
              <a:gd name="connsiteX55" fmla="*/ 6400799 w 6400799"/>
              <a:gd name="connsiteY55" fmla="*/ 752925 h 6400799"/>
              <a:gd name="connsiteX56" fmla="*/ 6400799 w 6400799"/>
              <a:gd name="connsiteY56" fmla="*/ 5647873 h 6400799"/>
              <a:gd name="connsiteX57" fmla="*/ 5647873 w 6400799"/>
              <a:gd name="connsiteY57" fmla="*/ 6400799 h 6400799"/>
              <a:gd name="connsiteX58" fmla="*/ 752926 w 6400799"/>
              <a:gd name="connsiteY58" fmla="*/ 6400799 h 6400799"/>
              <a:gd name="connsiteX59" fmla="*/ 0 w 6400799"/>
              <a:gd name="connsiteY59" fmla="*/ 5647873 h 6400799"/>
              <a:gd name="connsiteX60" fmla="*/ 0 w 6400799"/>
              <a:gd name="connsiteY60" fmla="*/ 752925 h 6400799"/>
              <a:gd name="connsiteX61" fmla="*/ 752926 w 6400799"/>
              <a:gd name="connsiteY61" fmla="*/ 0 h 640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400799" h="6400799">
                <a:moveTo>
                  <a:pt x="3200399" y="1303361"/>
                </a:moveTo>
                <a:cubicBezTo>
                  <a:pt x="3299810" y="1303361"/>
                  <a:pt x="3380399" y="1383950"/>
                  <a:pt x="3380399" y="1483361"/>
                </a:cubicBezTo>
                <a:lnTo>
                  <a:pt x="3380399" y="2069946"/>
                </a:lnTo>
                <a:lnTo>
                  <a:pt x="3675492" y="2069946"/>
                </a:lnTo>
                <a:lnTo>
                  <a:pt x="3675492" y="2429946"/>
                </a:lnTo>
                <a:lnTo>
                  <a:pt x="3380399" y="2429946"/>
                </a:lnTo>
                <a:lnTo>
                  <a:pt x="3380399" y="4917438"/>
                </a:lnTo>
                <a:cubicBezTo>
                  <a:pt x="3380399" y="5016849"/>
                  <a:pt x="3299810" y="5097438"/>
                  <a:pt x="3200399" y="5097438"/>
                </a:cubicBezTo>
                <a:cubicBezTo>
                  <a:pt x="3100988" y="5097438"/>
                  <a:pt x="3020399" y="5016849"/>
                  <a:pt x="3020399" y="4917438"/>
                </a:cubicBezTo>
                <a:lnTo>
                  <a:pt x="3020399" y="2429946"/>
                </a:lnTo>
                <a:lnTo>
                  <a:pt x="2725306" y="2429946"/>
                </a:lnTo>
                <a:lnTo>
                  <a:pt x="2725306" y="2069946"/>
                </a:lnTo>
                <a:lnTo>
                  <a:pt x="3020399" y="2069946"/>
                </a:lnTo>
                <a:lnTo>
                  <a:pt x="3020399" y="1483361"/>
                </a:lnTo>
                <a:cubicBezTo>
                  <a:pt x="3020399" y="1383950"/>
                  <a:pt x="3100988" y="1303361"/>
                  <a:pt x="3200399" y="1303361"/>
                </a:cubicBezTo>
                <a:close/>
                <a:moveTo>
                  <a:pt x="1701724" y="1303361"/>
                </a:moveTo>
                <a:cubicBezTo>
                  <a:pt x="1801135" y="1303361"/>
                  <a:pt x="1881724" y="1383950"/>
                  <a:pt x="1881724" y="1483361"/>
                </a:cubicBezTo>
                <a:lnTo>
                  <a:pt x="1881724" y="3052585"/>
                </a:lnTo>
                <a:lnTo>
                  <a:pt x="2176817" y="3052585"/>
                </a:lnTo>
                <a:lnTo>
                  <a:pt x="2176817" y="3412584"/>
                </a:lnTo>
                <a:lnTo>
                  <a:pt x="1881724" y="3412584"/>
                </a:lnTo>
                <a:lnTo>
                  <a:pt x="1881724" y="4917438"/>
                </a:lnTo>
                <a:cubicBezTo>
                  <a:pt x="1881724" y="5016849"/>
                  <a:pt x="1801135" y="5097438"/>
                  <a:pt x="1701724" y="5097438"/>
                </a:cubicBezTo>
                <a:cubicBezTo>
                  <a:pt x="1602314" y="5097438"/>
                  <a:pt x="1521724" y="5016849"/>
                  <a:pt x="1521724" y="4917438"/>
                </a:cubicBezTo>
                <a:lnTo>
                  <a:pt x="1521724" y="3412584"/>
                </a:lnTo>
                <a:lnTo>
                  <a:pt x="1226631" y="3412584"/>
                </a:lnTo>
                <a:lnTo>
                  <a:pt x="1226631" y="3052585"/>
                </a:lnTo>
                <a:lnTo>
                  <a:pt x="1521724" y="3052585"/>
                </a:lnTo>
                <a:lnTo>
                  <a:pt x="1521724" y="1483361"/>
                </a:lnTo>
                <a:cubicBezTo>
                  <a:pt x="1521724" y="1383950"/>
                  <a:pt x="1602314" y="1303361"/>
                  <a:pt x="1701724" y="1303361"/>
                </a:cubicBezTo>
                <a:close/>
                <a:moveTo>
                  <a:pt x="4710599" y="1303360"/>
                </a:moveTo>
                <a:cubicBezTo>
                  <a:pt x="4810010" y="1303360"/>
                  <a:pt x="4890599" y="1383950"/>
                  <a:pt x="4890599" y="1483360"/>
                </a:cubicBezTo>
                <a:lnTo>
                  <a:pt x="4890599" y="4158053"/>
                </a:lnTo>
                <a:lnTo>
                  <a:pt x="5163098" y="4158053"/>
                </a:lnTo>
                <a:lnTo>
                  <a:pt x="5163098" y="4518053"/>
                </a:lnTo>
                <a:lnTo>
                  <a:pt x="4890599" y="4518053"/>
                </a:lnTo>
                <a:lnTo>
                  <a:pt x="4890599" y="4917438"/>
                </a:lnTo>
                <a:cubicBezTo>
                  <a:pt x="4890599" y="5016849"/>
                  <a:pt x="4810010" y="5097438"/>
                  <a:pt x="4710599" y="5097438"/>
                </a:cubicBezTo>
                <a:cubicBezTo>
                  <a:pt x="4611188" y="5097438"/>
                  <a:pt x="4530599" y="5016849"/>
                  <a:pt x="4530599" y="4917438"/>
                </a:cubicBezTo>
                <a:lnTo>
                  <a:pt x="4530599" y="4518053"/>
                </a:lnTo>
                <a:lnTo>
                  <a:pt x="4212912" y="4518053"/>
                </a:lnTo>
                <a:lnTo>
                  <a:pt x="4212912" y="4158053"/>
                </a:lnTo>
                <a:lnTo>
                  <a:pt x="4530599" y="4158053"/>
                </a:lnTo>
                <a:lnTo>
                  <a:pt x="4530599" y="1483360"/>
                </a:lnTo>
                <a:cubicBezTo>
                  <a:pt x="4530599" y="1383950"/>
                  <a:pt x="4611188" y="1303360"/>
                  <a:pt x="4710599" y="1303360"/>
                </a:cubicBezTo>
                <a:close/>
                <a:moveTo>
                  <a:pt x="973511" y="290290"/>
                </a:moveTo>
                <a:cubicBezTo>
                  <a:pt x="595160" y="290290"/>
                  <a:pt x="288446" y="597004"/>
                  <a:pt x="288446" y="975356"/>
                </a:cubicBezTo>
                <a:lnTo>
                  <a:pt x="288446" y="5429131"/>
                </a:lnTo>
                <a:cubicBezTo>
                  <a:pt x="288446" y="5807483"/>
                  <a:pt x="595160" y="6114197"/>
                  <a:pt x="973511" y="6114197"/>
                </a:cubicBezTo>
                <a:lnTo>
                  <a:pt x="5427287" y="6114197"/>
                </a:lnTo>
                <a:cubicBezTo>
                  <a:pt x="5805639" y="6114197"/>
                  <a:pt x="6112353" y="5807483"/>
                  <a:pt x="6112353" y="5429131"/>
                </a:cubicBezTo>
                <a:lnTo>
                  <a:pt x="6112353" y="975356"/>
                </a:lnTo>
                <a:cubicBezTo>
                  <a:pt x="6112353" y="597004"/>
                  <a:pt x="5805639" y="290290"/>
                  <a:pt x="5427287" y="290290"/>
                </a:cubicBezTo>
                <a:close/>
                <a:moveTo>
                  <a:pt x="752926" y="0"/>
                </a:moveTo>
                <a:lnTo>
                  <a:pt x="5647873" y="0"/>
                </a:lnTo>
                <a:cubicBezTo>
                  <a:pt x="6063703" y="0"/>
                  <a:pt x="6400799" y="337096"/>
                  <a:pt x="6400799" y="752925"/>
                </a:cubicBezTo>
                <a:lnTo>
                  <a:pt x="6400799" y="5647873"/>
                </a:lnTo>
                <a:cubicBezTo>
                  <a:pt x="6400799" y="6063703"/>
                  <a:pt x="6063703" y="6400799"/>
                  <a:pt x="5647873" y="6400799"/>
                </a:cubicBezTo>
                <a:lnTo>
                  <a:pt x="752926" y="6400799"/>
                </a:lnTo>
                <a:cubicBezTo>
                  <a:pt x="337095" y="6400799"/>
                  <a:pt x="0" y="6063703"/>
                  <a:pt x="0" y="5647873"/>
                </a:cubicBezTo>
                <a:lnTo>
                  <a:pt x="0" y="752925"/>
                </a:lnTo>
                <a:cubicBezTo>
                  <a:pt x="0" y="337096"/>
                  <a:pt x="337095" y="0"/>
                  <a:pt x="75292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43"/>
          <p:cNvSpPr>
            <a:spLocks noChangeAspect="1"/>
          </p:cNvSpPr>
          <p:nvPr/>
        </p:nvSpPr>
        <p:spPr>
          <a:xfrm>
            <a:off x="670516" y="3637068"/>
            <a:ext cx="360000" cy="360000"/>
          </a:xfrm>
          <a:custGeom>
            <a:avLst/>
            <a:gdLst>
              <a:gd name="connsiteX0" fmla="*/ 4710599 w 6400800"/>
              <a:gd name="connsiteY0" fmla="*/ 3957065 h 6400799"/>
              <a:gd name="connsiteX1" fmla="*/ 4477802 w 6400800"/>
              <a:gd name="connsiteY1" fmla="*/ 4189862 h 6400799"/>
              <a:gd name="connsiteX2" fmla="*/ 4710599 w 6400800"/>
              <a:gd name="connsiteY2" fmla="*/ 4422659 h 6400799"/>
              <a:gd name="connsiteX3" fmla="*/ 4943396 w 6400800"/>
              <a:gd name="connsiteY3" fmla="*/ 4189862 h 6400799"/>
              <a:gd name="connsiteX4" fmla="*/ 4710599 w 6400800"/>
              <a:gd name="connsiteY4" fmla="*/ 3957065 h 6400799"/>
              <a:gd name="connsiteX5" fmla="*/ 1701724 w 6400800"/>
              <a:gd name="connsiteY5" fmla="*/ 3458922 h 6400799"/>
              <a:gd name="connsiteX6" fmla="*/ 1468927 w 6400800"/>
              <a:gd name="connsiteY6" fmla="*/ 3691719 h 6400799"/>
              <a:gd name="connsiteX7" fmla="*/ 1701724 w 6400800"/>
              <a:gd name="connsiteY7" fmla="*/ 3924516 h 6400799"/>
              <a:gd name="connsiteX8" fmla="*/ 1934521 w 6400800"/>
              <a:gd name="connsiteY8" fmla="*/ 3691719 h 6400799"/>
              <a:gd name="connsiteX9" fmla="*/ 1701724 w 6400800"/>
              <a:gd name="connsiteY9" fmla="*/ 3458922 h 6400799"/>
              <a:gd name="connsiteX10" fmla="*/ 3200399 w 6400800"/>
              <a:gd name="connsiteY10" fmla="*/ 1991788 h 6400799"/>
              <a:gd name="connsiteX11" fmla="*/ 2967602 w 6400800"/>
              <a:gd name="connsiteY11" fmla="*/ 2224586 h 6400799"/>
              <a:gd name="connsiteX12" fmla="*/ 3200399 w 6400800"/>
              <a:gd name="connsiteY12" fmla="*/ 2457382 h 6400799"/>
              <a:gd name="connsiteX13" fmla="*/ 3433196 w 6400800"/>
              <a:gd name="connsiteY13" fmla="*/ 2224586 h 6400799"/>
              <a:gd name="connsiteX14" fmla="*/ 3200399 w 6400800"/>
              <a:gd name="connsiteY14" fmla="*/ 1991788 h 6400799"/>
              <a:gd name="connsiteX15" fmla="*/ 1701725 w 6400800"/>
              <a:gd name="connsiteY15" fmla="*/ 1303361 h 6400799"/>
              <a:gd name="connsiteX16" fmla="*/ 1881725 w 6400800"/>
              <a:gd name="connsiteY16" fmla="*/ 1483361 h 6400799"/>
              <a:gd name="connsiteX17" fmla="*/ 1881725 w 6400800"/>
              <a:gd name="connsiteY17" fmla="*/ 3231940 h 6400799"/>
              <a:gd name="connsiteX18" fmla="*/ 1881375 w 6400800"/>
              <a:gd name="connsiteY18" fmla="*/ 3235410 h 6400799"/>
              <a:gd name="connsiteX19" fmla="*/ 1892969 w 6400800"/>
              <a:gd name="connsiteY19" fmla="*/ 3239009 h 6400799"/>
              <a:gd name="connsiteX20" fmla="*/ 2193045 w 6400800"/>
              <a:gd name="connsiteY20" fmla="*/ 3691719 h 6400799"/>
              <a:gd name="connsiteX21" fmla="*/ 1892969 w 6400800"/>
              <a:gd name="connsiteY21" fmla="*/ 4144428 h 6400799"/>
              <a:gd name="connsiteX22" fmla="*/ 1881042 w 6400800"/>
              <a:gd name="connsiteY22" fmla="*/ 4148131 h 6400799"/>
              <a:gd name="connsiteX23" fmla="*/ 1881725 w 6400800"/>
              <a:gd name="connsiteY23" fmla="*/ 4154909 h 6400799"/>
              <a:gd name="connsiteX24" fmla="*/ 1881725 w 6400800"/>
              <a:gd name="connsiteY24" fmla="*/ 4972029 h 6400799"/>
              <a:gd name="connsiteX25" fmla="*/ 1701725 w 6400800"/>
              <a:gd name="connsiteY25" fmla="*/ 5152029 h 6400799"/>
              <a:gd name="connsiteX26" fmla="*/ 1521725 w 6400800"/>
              <a:gd name="connsiteY26" fmla="*/ 4972029 h 6400799"/>
              <a:gd name="connsiteX27" fmla="*/ 1521725 w 6400800"/>
              <a:gd name="connsiteY27" fmla="*/ 4154909 h 6400799"/>
              <a:gd name="connsiteX28" fmla="*/ 1522408 w 6400800"/>
              <a:gd name="connsiteY28" fmla="*/ 4148131 h 6400799"/>
              <a:gd name="connsiteX29" fmla="*/ 1510481 w 6400800"/>
              <a:gd name="connsiteY29" fmla="*/ 4144428 h 6400799"/>
              <a:gd name="connsiteX30" fmla="*/ 1210405 w 6400800"/>
              <a:gd name="connsiteY30" fmla="*/ 3691719 h 6400799"/>
              <a:gd name="connsiteX31" fmla="*/ 1510481 w 6400800"/>
              <a:gd name="connsiteY31" fmla="*/ 3239009 h 6400799"/>
              <a:gd name="connsiteX32" fmla="*/ 1522075 w 6400800"/>
              <a:gd name="connsiteY32" fmla="*/ 3235410 h 6400799"/>
              <a:gd name="connsiteX33" fmla="*/ 1521725 w 6400800"/>
              <a:gd name="connsiteY33" fmla="*/ 3231940 h 6400799"/>
              <a:gd name="connsiteX34" fmla="*/ 1521725 w 6400800"/>
              <a:gd name="connsiteY34" fmla="*/ 1483361 h 6400799"/>
              <a:gd name="connsiteX35" fmla="*/ 1701725 w 6400800"/>
              <a:gd name="connsiteY35" fmla="*/ 1303361 h 6400799"/>
              <a:gd name="connsiteX36" fmla="*/ 4710600 w 6400800"/>
              <a:gd name="connsiteY36" fmla="*/ 1303360 h 6400799"/>
              <a:gd name="connsiteX37" fmla="*/ 4890600 w 6400800"/>
              <a:gd name="connsiteY37" fmla="*/ 1483360 h 6400799"/>
              <a:gd name="connsiteX38" fmla="*/ 4890600 w 6400800"/>
              <a:gd name="connsiteY38" fmla="*/ 3668668 h 6400799"/>
              <a:gd name="connsiteX39" fmla="*/ 4886943 w 6400800"/>
              <a:gd name="connsiteY39" fmla="*/ 3704944 h 6400799"/>
              <a:gd name="connsiteX40" fmla="*/ 4879134 w 6400800"/>
              <a:gd name="connsiteY40" fmla="*/ 3730102 h 6400799"/>
              <a:gd name="connsiteX41" fmla="*/ 4901844 w 6400800"/>
              <a:gd name="connsiteY41" fmla="*/ 3737152 h 6400799"/>
              <a:gd name="connsiteX42" fmla="*/ 5201920 w 6400800"/>
              <a:gd name="connsiteY42" fmla="*/ 4189862 h 6400799"/>
              <a:gd name="connsiteX43" fmla="*/ 4901844 w 6400800"/>
              <a:gd name="connsiteY43" fmla="*/ 4642572 h 6400799"/>
              <a:gd name="connsiteX44" fmla="*/ 4890600 w 6400800"/>
              <a:gd name="connsiteY44" fmla="*/ 4646062 h 6400799"/>
              <a:gd name="connsiteX45" fmla="*/ 4890600 w 6400800"/>
              <a:gd name="connsiteY45" fmla="*/ 4972029 h 6400799"/>
              <a:gd name="connsiteX46" fmla="*/ 4710600 w 6400800"/>
              <a:gd name="connsiteY46" fmla="*/ 5152029 h 6400799"/>
              <a:gd name="connsiteX47" fmla="*/ 4530600 w 6400800"/>
              <a:gd name="connsiteY47" fmla="*/ 4972029 h 6400799"/>
              <a:gd name="connsiteX48" fmla="*/ 4530600 w 6400800"/>
              <a:gd name="connsiteY48" fmla="*/ 4646062 h 6400799"/>
              <a:gd name="connsiteX49" fmla="*/ 4519356 w 6400800"/>
              <a:gd name="connsiteY49" fmla="*/ 4642572 h 6400799"/>
              <a:gd name="connsiteX50" fmla="*/ 4219280 w 6400800"/>
              <a:gd name="connsiteY50" fmla="*/ 4189862 h 6400799"/>
              <a:gd name="connsiteX51" fmla="*/ 4519356 w 6400800"/>
              <a:gd name="connsiteY51" fmla="*/ 3737152 h 6400799"/>
              <a:gd name="connsiteX52" fmla="*/ 4542067 w 6400800"/>
              <a:gd name="connsiteY52" fmla="*/ 3730102 h 6400799"/>
              <a:gd name="connsiteX53" fmla="*/ 4534257 w 6400800"/>
              <a:gd name="connsiteY53" fmla="*/ 3704944 h 6400799"/>
              <a:gd name="connsiteX54" fmla="*/ 4530600 w 6400800"/>
              <a:gd name="connsiteY54" fmla="*/ 3668668 h 6400799"/>
              <a:gd name="connsiteX55" fmla="*/ 4530600 w 6400800"/>
              <a:gd name="connsiteY55" fmla="*/ 1483360 h 6400799"/>
              <a:gd name="connsiteX56" fmla="*/ 4710600 w 6400800"/>
              <a:gd name="connsiteY56" fmla="*/ 1303360 h 6400799"/>
              <a:gd name="connsiteX57" fmla="*/ 3200400 w 6400800"/>
              <a:gd name="connsiteY57" fmla="*/ 1303360 h 6400799"/>
              <a:gd name="connsiteX58" fmla="*/ 3380400 w 6400800"/>
              <a:gd name="connsiteY58" fmla="*/ 1483360 h 6400799"/>
              <a:gd name="connsiteX59" fmla="*/ 3380400 w 6400800"/>
              <a:gd name="connsiteY59" fmla="*/ 1730686 h 6400799"/>
              <a:gd name="connsiteX60" fmla="*/ 3376743 w 6400800"/>
              <a:gd name="connsiteY60" fmla="*/ 1766963 h 6400799"/>
              <a:gd name="connsiteX61" fmla="*/ 3376661 w 6400800"/>
              <a:gd name="connsiteY61" fmla="*/ 1767225 h 6400799"/>
              <a:gd name="connsiteX62" fmla="*/ 3391644 w 6400800"/>
              <a:gd name="connsiteY62" fmla="*/ 1771876 h 6400799"/>
              <a:gd name="connsiteX63" fmla="*/ 3691720 w 6400800"/>
              <a:gd name="connsiteY63" fmla="*/ 2224586 h 6400799"/>
              <a:gd name="connsiteX64" fmla="*/ 3391644 w 6400800"/>
              <a:gd name="connsiteY64" fmla="*/ 2677295 h 6400799"/>
              <a:gd name="connsiteX65" fmla="*/ 3380400 w 6400800"/>
              <a:gd name="connsiteY65" fmla="*/ 2680785 h 6400799"/>
              <a:gd name="connsiteX66" fmla="*/ 3380400 w 6400800"/>
              <a:gd name="connsiteY66" fmla="*/ 4972029 h 6400799"/>
              <a:gd name="connsiteX67" fmla="*/ 3200400 w 6400800"/>
              <a:gd name="connsiteY67" fmla="*/ 5152029 h 6400799"/>
              <a:gd name="connsiteX68" fmla="*/ 3020400 w 6400800"/>
              <a:gd name="connsiteY68" fmla="*/ 4972029 h 6400799"/>
              <a:gd name="connsiteX69" fmla="*/ 3020400 w 6400800"/>
              <a:gd name="connsiteY69" fmla="*/ 2680785 h 6400799"/>
              <a:gd name="connsiteX70" fmla="*/ 3009156 w 6400800"/>
              <a:gd name="connsiteY70" fmla="*/ 2677295 h 6400799"/>
              <a:gd name="connsiteX71" fmla="*/ 2709080 w 6400800"/>
              <a:gd name="connsiteY71" fmla="*/ 2224586 h 6400799"/>
              <a:gd name="connsiteX72" fmla="*/ 3009156 w 6400800"/>
              <a:gd name="connsiteY72" fmla="*/ 1771876 h 6400799"/>
              <a:gd name="connsiteX73" fmla="*/ 3024138 w 6400800"/>
              <a:gd name="connsiteY73" fmla="*/ 1767225 h 6400799"/>
              <a:gd name="connsiteX74" fmla="*/ 3024057 w 6400800"/>
              <a:gd name="connsiteY74" fmla="*/ 1766963 h 6400799"/>
              <a:gd name="connsiteX75" fmla="*/ 3020400 w 6400800"/>
              <a:gd name="connsiteY75" fmla="*/ 1730686 h 6400799"/>
              <a:gd name="connsiteX76" fmla="*/ 3020400 w 6400800"/>
              <a:gd name="connsiteY76" fmla="*/ 1483360 h 6400799"/>
              <a:gd name="connsiteX77" fmla="*/ 3200400 w 6400800"/>
              <a:gd name="connsiteY77" fmla="*/ 1303360 h 6400799"/>
              <a:gd name="connsiteX78" fmla="*/ 973512 w 6400800"/>
              <a:gd name="connsiteY78" fmla="*/ 290290 h 6400799"/>
              <a:gd name="connsiteX79" fmla="*/ 288447 w 6400800"/>
              <a:gd name="connsiteY79" fmla="*/ 975356 h 6400799"/>
              <a:gd name="connsiteX80" fmla="*/ 288447 w 6400800"/>
              <a:gd name="connsiteY80" fmla="*/ 5429131 h 6400799"/>
              <a:gd name="connsiteX81" fmla="*/ 973512 w 6400800"/>
              <a:gd name="connsiteY81" fmla="*/ 6114197 h 6400799"/>
              <a:gd name="connsiteX82" fmla="*/ 5427288 w 6400800"/>
              <a:gd name="connsiteY82" fmla="*/ 6114197 h 6400799"/>
              <a:gd name="connsiteX83" fmla="*/ 6112354 w 6400800"/>
              <a:gd name="connsiteY83" fmla="*/ 5429131 h 6400799"/>
              <a:gd name="connsiteX84" fmla="*/ 6112354 w 6400800"/>
              <a:gd name="connsiteY84" fmla="*/ 975356 h 6400799"/>
              <a:gd name="connsiteX85" fmla="*/ 5427288 w 6400800"/>
              <a:gd name="connsiteY85" fmla="*/ 290290 h 6400799"/>
              <a:gd name="connsiteX86" fmla="*/ 752927 w 6400800"/>
              <a:gd name="connsiteY86" fmla="*/ 0 h 6400799"/>
              <a:gd name="connsiteX87" fmla="*/ 5647874 w 6400800"/>
              <a:gd name="connsiteY87" fmla="*/ 0 h 6400799"/>
              <a:gd name="connsiteX88" fmla="*/ 6400800 w 6400800"/>
              <a:gd name="connsiteY88" fmla="*/ 752926 h 6400799"/>
              <a:gd name="connsiteX89" fmla="*/ 6400800 w 6400800"/>
              <a:gd name="connsiteY89" fmla="*/ 5647873 h 6400799"/>
              <a:gd name="connsiteX90" fmla="*/ 5647874 w 6400800"/>
              <a:gd name="connsiteY90" fmla="*/ 6400799 h 6400799"/>
              <a:gd name="connsiteX91" fmla="*/ 752927 w 6400800"/>
              <a:gd name="connsiteY91" fmla="*/ 6400799 h 6400799"/>
              <a:gd name="connsiteX92" fmla="*/ 0 w 6400800"/>
              <a:gd name="connsiteY92" fmla="*/ 5647873 h 6400799"/>
              <a:gd name="connsiteX93" fmla="*/ 0 w 6400800"/>
              <a:gd name="connsiteY93" fmla="*/ 752926 h 6400799"/>
              <a:gd name="connsiteX94" fmla="*/ 752927 w 6400800"/>
              <a:gd name="connsiteY94" fmla="*/ 0 h 640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6400800" h="6400799">
                <a:moveTo>
                  <a:pt x="4710599" y="3957065"/>
                </a:moveTo>
                <a:cubicBezTo>
                  <a:pt x="4582029" y="3957065"/>
                  <a:pt x="4477802" y="4061292"/>
                  <a:pt x="4477802" y="4189862"/>
                </a:cubicBezTo>
                <a:cubicBezTo>
                  <a:pt x="4477802" y="4318432"/>
                  <a:pt x="4582029" y="4422659"/>
                  <a:pt x="4710599" y="4422659"/>
                </a:cubicBezTo>
                <a:cubicBezTo>
                  <a:pt x="4839169" y="4422659"/>
                  <a:pt x="4943396" y="4318432"/>
                  <a:pt x="4943396" y="4189862"/>
                </a:cubicBezTo>
                <a:cubicBezTo>
                  <a:pt x="4943396" y="4061292"/>
                  <a:pt x="4839169" y="3957065"/>
                  <a:pt x="4710599" y="3957065"/>
                </a:cubicBezTo>
                <a:close/>
                <a:moveTo>
                  <a:pt x="1701724" y="3458922"/>
                </a:moveTo>
                <a:cubicBezTo>
                  <a:pt x="1573154" y="3458922"/>
                  <a:pt x="1468927" y="3563149"/>
                  <a:pt x="1468927" y="3691719"/>
                </a:cubicBezTo>
                <a:cubicBezTo>
                  <a:pt x="1468927" y="3820289"/>
                  <a:pt x="1573154" y="3924516"/>
                  <a:pt x="1701724" y="3924516"/>
                </a:cubicBezTo>
                <a:cubicBezTo>
                  <a:pt x="1830294" y="3924516"/>
                  <a:pt x="1934521" y="3820289"/>
                  <a:pt x="1934521" y="3691719"/>
                </a:cubicBezTo>
                <a:cubicBezTo>
                  <a:pt x="1934521" y="3563149"/>
                  <a:pt x="1830294" y="3458922"/>
                  <a:pt x="1701724" y="3458922"/>
                </a:cubicBezTo>
                <a:close/>
                <a:moveTo>
                  <a:pt x="3200399" y="1991788"/>
                </a:moveTo>
                <a:cubicBezTo>
                  <a:pt x="3071829" y="1991788"/>
                  <a:pt x="2967602" y="2096015"/>
                  <a:pt x="2967602" y="2224586"/>
                </a:cubicBezTo>
                <a:cubicBezTo>
                  <a:pt x="2967602" y="2353155"/>
                  <a:pt x="3071829" y="2457382"/>
                  <a:pt x="3200399" y="2457382"/>
                </a:cubicBezTo>
                <a:cubicBezTo>
                  <a:pt x="3328969" y="2457382"/>
                  <a:pt x="3433196" y="2353155"/>
                  <a:pt x="3433196" y="2224586"/>
                </a:cubicBezTo>
                <a:cubicBezTo>
                  <a:pt x="3433196" y="2096015"/>
                  <a:pt x="3328969" y="1991788"/>
                  <a:pt x="3200399" y="1991788"/>
                </a:cubicBezTo>
                <a:close/>
                <a:moveTo>
                  <a:pt x="1701725" y="1303361"/>
                </a:moveTo>
                <a:cubicBezTo>
                  <a:pt x="1801136" y="1303361"/>
                  <a:pt x="1881725" y="1383950"/>
                  <a:pt x="1881725" y="1483361"/>
                </a:cubicBezTo>
                <a:lnTo>
                  <a:pt x="1881725" y="3231940"/>
                </a:lnTo>
                <a:lnTo>
                  <a:pt x="1881375" y="3235410"/>
                </a:lnTo>
                <a:lnTo>
                  <a:pt x="1892969" y="3239009"/>
                </a:lnTo>
                <a:cubicBezTo>
                  <a:pt x="2069311" y="3313596"/>
                  <a:pt x="2193045" y="3488207"/>
                  <a:pt x="2193045" y="3691719"/>
                </a:cubicBezTo>
                <a:cubicBezTo>
                  <a:pt x="2193045" y="3895231"/>
                  <a:pt x="2069311" y="4069842"/>
                  <a:pt x="1892969" y="4144428"/>
                </a:cubicBezTo>
                <a:lnTo>
                  <a:pt x="1881042" y="4148131"/>
                </a:lnTo>
                <a:lnTo>
                  <a:pt x="1881725" y="4154909"/>
                </a:lnTo>
                <a:lnTo>
                  <a:pt x="1881725" y="4972029"/>
                </a:lnTo>
                <a:cubicBezTo>
                  <a:pt x="1881725" y="5071440"/>
                  <a:pt x="1801136" y="5152029"/>
                  <a:pt x="1701725" y="5152029"/>
                </a:cubicBezTo>
                <a:cubicBezTo>
                  <a:pt x="1602314" y="5152029"/>
                  <a:pt x="1521725" y="5071440"/>
                  <a:pt x="1521725" y="4972029"/>
                </a:cubicBezTo>
                <a:lnTo>
                  <a:pt x="1521725" y="4154909"/>
                </a:lnTo>
                <a:lnTo>
                  <a:pt x="1522408" y="4148131"/>
                </a:lnTo>
                <a:lnTo>
                  <a:pt x="1510481" y="4144428"/>
                </a:lnTo>
                <a:cubicBezTo>
                  <a:pt x="1334139" y="4069842"/>
                  <a:pt x="1210405" y="3895231"/>
                  <a:pt x="1210405" y="3691719"/>
                </a:cubicBezTo>
                <a:cubicBezTo>
                  <a:pt x="1210405" y="3488207"/>
                  <a:pt x="1334139" y="3313596"/>
                  <a:pt x="1510481" y="3239009"/>
                </a:cubicBezTo>
                <a:lnTo>
                  <a:pt x="1522075" y="3235410"/>
                </a:lnTo>
                <a:lnTo>
                  <a:pt x="1521725" y="3231940"/>
                </a:lnTo>
                <a:lnTo>
                  <a:pt x="1521725" y="1483361"/>
                </a:lnTo>
                <a:cubicBezTo>
                  <a:pt x="1521725" y="1383950"/>
                  <a:pt x="1602314" y="1303361"/>
                  <a:pt x="1701725" y="1303361"/>
                </a:cubicBezTo>
                <a:close/>
                <a:moveTo>
                  <a:pt x="4710600" y="1303360"/>
                </a:moveTo>
                <a:cubicBezTo>
                  <a:pt x="4810011" y="1303360"/>
                  <a:pt x="4890600" y="1383949"/>
                  <a:pt x="4890600" y="1483360"/>
                </a:cubicBezTo>
                <a:lnTo>
                  <a:pt x="4890600" y="3668668"/>
                </a:lnTo>
                <a:cubicBezTo>
                  <a:pt x="4890600" y="3681094"/>
                  <a:pt x="4889341" y="3693227"/>
                  <a:pt x="4886943" y="3704944"/>
                </a:cubicBezTo>
                <a:lnTo>
                  <a:pt x="4879134" y="3730102"/>
                </a:lnTo>
                <a:lnTo>
                  <a:pt x="4901844" y="3737152"/>
                </a:lnTo>
                <a:cubicBezTo>
                  <a:pt x="5078187" y="3811739"/>
                  <a:pt x="5201920" y="3986350"/>
                  <a:pt x="5201920" y="4189862"/>
                </a:cubicBezTo>
                <a:cubicBezTo>
                  <a:pt x="5201920" y="4393374"/>
                  <a:pt x="5078187" y="4567986"/>
                  <a:pt x="4901844" y="4642572"/>
                </a:cubicBezTo>
                <a:lnTo>
                  <a:pt x="4890600" y="4646062"/>
                </a:lnTo>
                <a:lnTo>
                  <a:pt x="4890600" y="4972029"/>
                </a:lnTo>
                <a:cubicBezTo>
                  <a:pt x="4890600" y="5071440"/>
                  <a:pt x="4810011" y="5152029"/>
                  <a:pt x="4710600" y="5152029"/>
                </a:cubicBezTo>
                <a:cubicBezTo>
                  <a:pt x="4611189" y="5152029"/>
                  <a:pt x="4530600" y="5071440"/>
                  <a:pt x="4530600" y="4972029"/>
                </a:cubicBezTo>
                <a:lnTo>
                  <a:pt x="4530600" y="4646062"/>
                </a:lnTo>
                <a:lnTo>
                  <a:pt x="4519356" y="4642572"/>
                </a:lnTo>
                <a:cubicBezTo>
                  <a:pt x="4343013" y="4567986"/>
                  <a:pt x="4219280" y="4393374"/>
                  <a:pt x="4219280" y="4189862"/>
                </a:cubicBezTo>
                <a:cubicBezTo>
                  <a:pt x="4219280" y="3986350"/>
                  <a:pt x="4343013" y="3811739"/>
                  <a:pt x="4519356" y="3737152"/>
                </a:cubicBezTo>
                <a:lnTo>
                  <a:pt x="4542067" y="3730102"/>
                </a:lnTo>
                <a:lnTo>
                  <a:pt x="4534257" y="3704944"/>
                </a:lnTo>
                <a:cubicBezTo>
                  <a:pt x="4531859" y="3693227"/>
                  <a:pt x="4530600" y="3681094"/>
                  <a:pt x="4530600" y="3668668"/>
                </a:cubicBezTo>
                <a:lnTo>
                  <a:pt x="4530600" y="1483360"/>
                </a:lnTo>
                <a:cubicBezTo>
                  <a:pt x="4530600" y="1383949"/>
                  <a:pt x="4611189" y="1303360"/>
                  <a:pt x="4710600" y="1303360"/>
                </a:cubicBezTo>
                <a:close/>
                <a:moveTo>
                  <a:pt x="3200400" y="1303360"/>
                </a:moveTo>
                <a:cubicBezTo>
                  <a:pt x="3299811" y="1303360"/>
                  <a:pt x="3380400" y="1383950"/>
                  <a:pt x="3380400" y="1483360"/>
                </a:cubicBezTo>
                <a:lnTo>
                  <a:pt x="3380400" y="1730686"/>
                </a:lnTo>
                <a:cubicBezTo>
                  <a:pt x="3380400" y="1743113"/>
                  <a:pt x="3379141" y="1755245"/>
                  <a:pt x="3376743" y="1766963"/>
                </a:cubicBezTo>
                <a:lnTo>
                  <a:pt x="3376661" y="1767225"/>
                </a:lnTo>
                <a:lnTo>
                  <a:pt x="3391644" y="1771876"/>
                </a:lnTo>
                <a:cubicBezTo>
                  <a:pt x="3567986" y="1846462"/>
                  <a:pt x="3691720" y="2021073"/>
                  <a:pt x="3691720" y="2224586"/>
                </a:cubicBezTo>
                <a:cubicBezTo>
                  <a:pt x="3691720" y="2428097"/>
                  <a:pt x="3567986" y="2602708"/>
                  <a:pt x="3391644" y="2677295"/>
                </a:cubicBezTo>
                <a:lnTo>
                  <a:pt x="3380400" y="2680785"/>
                </a:lnTo>
                <a:lnTo>
                  <a:pt x="3380400" y="4972029"/>
                </a:lnTo>
                <a:cubicBezTo>
                  <a:pt x="3380400" y="5071440"/>
                  <a:pt x="3299811" y="5152029"/>
                  <a:pt x="3200400" y="5152029"/>
                </a:cubicBezTo>
                <a:cubicBezTo>
                  <a:pt x="3100989" y="5152029"/>
                  <a:pt x="3020400" y="5071440"/>
                  <a:pt x="3020400" y="4972029"/>
                </a:cubicBezTo>
                <a:lnTo>
                  <a:pt x="3020400" y="2680785"/>
                </a:lnTo>
                <a:lnTo>
                  <a:pt x="3009156" y="2677295"/>
                </a:lnTo>
                <a:cubicBezTo>
                  <a:pt x="2832814" y="2602708"/>
                  <a:pt x="2709080" y="2428097"/>
                  <a:pt x="2709080" y="2224586"/>
                </a:cubicBezTo>
                <a:cubicBezTo>
                  <a:pt x="2709080" y="2021073"/>
                  <a:pt x="2832814" y="1846462"/>
                  <a:pt x="3009156" y="1771876"/>
                </a:cubicBezTo>
                <a:lnTo>
                  <a:pt x="3024138" y="1767225"/>
                </a:lnTo>
                <a:lnTo>
                  <a:pt x="3024057" y="1766963"/>
                </a:lnTo>
                <a:cubicBezTo>
                  <a:pt x="3021659" y="1755245"/>
                  <a:pt x="3020400" y="1743113"/>
                  <a:pt x="3020400" y="1730686"/>
                </a:cubicBezTo>
                <a:lnTo>
                  <a:pt x="3020400" y="1483360"/>
                </a:lnTo>
                <a:cubicBezTo>
                  <a:pt x="3020400" y="1383950"/>
                  <a:pt x="3100989" y="1303360"/>
                  <a:pt x="3200400" y="1303360"/>
                </a:cubicBezTo>
                <a:close/>
                <a:moveTo>
                  <a:pt x="973512" y="290290"/>
                </a:moveTo>
                <a:cubicBezTo>
                  <a:pt x="595161" y="290290"/>
                  <a:pt x="288447" y="597004"/>
                  <a:pt x="288447" y="975356"/>
                </a:cubicBezTo>
                <a:lnTo>
                  <a:pt x="288447" y="5429131"/>
                </a:lnTo>
                <a:cubicBezTo>
                  <a:pt x="288447" y="5807483"/>
                  <a:pt x="595161" y="6114197"/>
                  <a:pt x="973512" y="6114197"/>
                </a:cubicBezTo>
                <a:lnTo>
                  <a:pt x="5427288" y="6114197"/>
                </a:lnTo>
                <a:cubicBezTo>
                  <a:pt x="5805640" y="6114197"/>
                  <a:pt x="6112354" y="5807483"/>
                  <a:pt x="6112354" y="5429131"/>
                </a:cubicBezTo>
                <a:lnTo>
                  <a:pt x="6112354" y="975356"/>
                </a:lnTo>
                <a:cubicBezTo>
                  <a:pt x="6112354" y="597004"/>
                  <a:pt x="5805640" y="290290"/>
                  <a:pt x="5427288" y="290290"/>
                </a:cubicBezTo>
                <a:close/>
                <a:moveTo>
                  <a:pt x="752927" y="0"/>
                </a:moveTo>
                <a:lnTo>
                  <a:pt x="5647874" y="0"/>
                </a:lnTo>
                <a:cubicBezTo>
                  <a:pt x="6063704" y="0"/>
                  <a:pt x="6400800" y="337096"/>
                  <a:pt x="6400800" y="752926"/>
                </a:cubicBezTo>
                <a:lnTo>
                  <a:pt x="6400800" y="5647873"/>
                </a:lnTo>
                <a:cubicBezTo>
                  <a:pt x="6400800" y="6063703"/>
                  <a:pt x="6063704" y="6400799"/>
                  <a:pt x="5647874" y="6400799"/>
                </a:cubicBezTo>
                <a:lnTo>
                  <a:pt x="752927" y="6400799"/>
                </a:lnTo>
                <a:cubicBezTo>
                  <a:pt x="337096" y="6400799"/>
                  <a:pt x="0" y="6063703"/>
                  <a:pt x="0" y="5647873"/>
                </a:cubicBezTo>
                <a:lnTo>
                  <a:pt x="0" y="752926"/>
                </a:lnTo>
                <a:cubicBezTo>
                  <a:pt x="0" y="337096"/>
                  <a:pt x="337096" y="0"/>
                  <a:pt x="75292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a:spLocks noChangeAspect="1"/>
          </p:cNvSpPr>
          <p:nvPr/>
        </p:nvSpPr>
        <p:spPr>
          <a:xfrm>
            <a:off x="3065764" y="3637068"/>
            <a:ext cx="415373" cy="360000"/>
          </a:xfrm>
          <a:custGeom>
            <a:avLst/>
            <a:gdLst>
              <a:gd name="connsiteX0" fmla="*/ 4134721 w 6070854"/>
              <a:gd name="connsiteY0" fmla="*/ 1460218 h 5261557"/>
              <a:gd name="connsiteX1" fmla="*/ 4918421 w 6070854"/>
              <a:gd name="connsiteY1" fmla="*/ 2243918 h 5261557"/>
              <a:gd name="connsiteX2" fmla="*/ 5702120 w 6070854"/>
              <a:gd name="connsiteY2" fmla="*/ 1460218 h 5261557"/>
              <a:gd name="connsiteX3" fmla="*/ 6070854 w 6070854"/>
              <a:gd name="connsiteY3" fmla="*/ 1828952 h 5261557"/>
              <a:gd name="connsiteX4" fmla="*/ 5287154 w 6070854"/>
              <a:gd name="connsiteY4" fmla="*/ 2612652 h 5261557"/>
              <a:gd name="connsiteX5" fmla="*/ 6070854 w 6070854"/>
              <a:gd name="connsiteY5" fmla="*/ 3396351 h 5261557"/>
              <a:gd name="connsiteX6" fmla="*/ 5702120 w 6070854"/>
              <a:gd name="connsiteY6" fmla="*/ 3765085 h 5261557"/>
              <a:gd name="connsiteX7" fmla="*/ 4918421 w 6070854"/>
              <a:gd name="connsiteY7" fmla="*/ 2981385 h 5261557"/>
              <a:gd name="connsiteX8" fmla="*/ 4134721 w 6070854"/>
              <a:gd name="connsiteY8" fmla="*/ 3765085 h 5261557"/>
              <a:gd name="connsiteX9" fmla="*/ 3765987 w 6070854"/>
              <a:gd name="connsiteY9" fmla="*/ 3396351 h 5261557"/>
              <a:gd name="connsiteX10" fmla="*/ 4549687 w 6070854"/>
              <a:gd name="connsiteY10" fmla="*/ 2612652 h 5261557"/>
              <a:gd name="connsiteX11" fmla="*/ 3765987 w 6070854"/>
              <a:gd name="connsiteY11" fmla="*/ 1828952 h 5261557"/>
              <a:gd name="connsiteX12" fmla="*/ 2501105 w 6070854"/>
              <a:gd name="connsiteY12" fmla="*/ 530769 h 5261557"/>
              <a:gd name="connsiteX13" fmla="*/ 1532411 w 6070854"/>
              <a:gd name="connsiteY13" fmla="*/ 1499464 h 5261557"/>
              <a:gd name="connsiteX14" fmla="*/ 1528546 w 6070854"/>
              <a:gd name="connsiteY14" fmla="*/ 1495599 h 5261557"/>
              <a:gd name="connsiteX15" fmla="*/ 1528546 w 6070854"/>
              <a:gd name="connsiteY15" fmla="*/ 1499464 h 5261557"/>
              <a:gd name="connsiteX16" fmla="*/ 360000 w 6070854"/>
              <a:gd name="connsiteY16" fmla="*/ 1499464 h 5261557"/>
              <a:gd name="connsiteX17" fmla="*/ 360000 w 6070854"/>
              <a:gd name="connsiteY17" fmla="*/ 3762093 h 5261557"/>
              <a:gd name="connsiteX18" fmla="*/ 1528546 w 6070854"/>
              <a:gd name="connsiteY18" fmla="*/ 3762093 h 5261557"/>
              <a:gd name="connsiteX19" fmla="*/ 1528546 w 6070854"/>
              <a:gd name="connsiteY19" fmla="*/ 3765958 h 5261557"/>
              <a:gd name="connsiteX20" fmla="*/ 1532411 w 6070854"/>
              <a:gd name="connsiteY20" fmla="*/ 3762094 h 5261557"/>
              <a:gd name="connsiteX21" fmla="*/ 2501105 w 6070854"/>
              <a:gd name="connsiteY21" fmla="*/ 4730788 h 5261557"/>
              <a:gd name="connsiteX22" fmla="*/ 2501105 w 6070854"/>
              <a:gd name="connsiteY22" fmla="*/ 0 h 5261557"/>
              <a:gd name="connsiteX23" fmla="*/ 2861105 w 6070854"/>
              <a:gd name="connsiteY23" fmla="*/ 0 h 5261557"/>
              <a:gd name="connsiteX24" fmla="*/ 2861105 w 6070854"/>
              <a:gd name="connsiteY24" fmla="*/ 5261088 h 5261557"/>
              <a:gd name="connsiteX25" fmla="*/ 2523225 w 6070854"/>
              <a:gd name="connsiteY25" fmla="*/ 5261088 h 5261557"/>
              <a:gd name="connsiteX26" fmla="*/ 2522756 w 6070854"/>
              <a:gd name="connsiteY26" fmla="*/ 5261557 h 5261557"/>
              <a:gd name="connsiteX27" fmla="*/ 2522288 w 6070854"/>
              <a:gd name="connsiteY27" fmla="*/ 5261088 h 5261557"/>
              <a:gd name="connsiteX28" fmla="*/ 2501105 w 6070854"/>
              <a:gd name="connsiteY28" fmla="*/ 5261088 h 5261557"/>
              <a:gd name="connsiteX29" fmla="*/ 2501105 w 6070854"/>
              <a:gd name="connsiteY29" fmla="*/ 5239905 h 5261557"/>
              <a:gd name="connsiteX30" fmla="*/ 1383293 w 6070854"/>
              <a:gd name="connsiteY30" fmla="*/ 4122093 h 5261557"/>
              <a:gd name="connsiteX31" fmla="*/ 0 w 6070854"/>
              <a:gd name="connsiteY31" fmla="*/ 4122093 h 5261557"/>
              <a:gd name="connsiteX32" fmla="*/ 0 w 6070854"/>
              <a:gd name="connsiteY32" fmla="*/ 4121624 h 5261557"/>
              <a:gd name="connsiteX33" fmla="*/ 0 w 6070854"/>
              <a:gd name="connsiteY33" fmla="*/ 4121624 h 5261557"/>
              <a:gd name="connsiteX34" fmla="*/ 0 w 6070854"/>
              <a:gd name="connsiteY34" fmla="*/ 1139464 h 5261557"/>
              <a:gd name="connsiteX35" fmla="*/ 360000 w 6070854"/>
              <a:gd name="connsiteY35" fmla="*/ 1139464 h 5261557"/>
              <a:gd name="connsiteX36" fmla="*/ 360000 w 6070854"/>
              <a:gd name="connsiteY36" fmla="*/ 1139465 h 5261557"/>
              <a:gd name="connsiteX37" fmla="*/ 1383293 w 6070854"/>
              <a:gd name="connsiteY37" fmla="*/ 1139465 h 5261557"/>
              <a:gd name="connsiteX38" fmla="*/ 2501105 w 6070854"/>
              <a:gd name="connsiteY38" fmla="*/ 21652 h 526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70854" h="5261557">
                <a:moveTo>
                  <a:pt x="4134721" y="1460218"/>
                </a:moveTo>
                <a:lnTo>
                  <a:pt x="4918421" y="2243918"/>
                </a:lnTo>
                <a:lnTo>
                  <a:pt x="5702120" y="1460218"/>
                </a:lnTo>
                <a:lnTo>
                  <a:pt x="6070854" y="1828952"/>
                </a:lnTo>
                <a:lnTo>
                  <a:pt x="5287154" y="2612652"/>
                </a:lnTo>
                <a:lnTo>
                  <a:pt x="6070854" y="3396351"/>
                </a:lnTo>
                <a:lnTo>
                  <a:pt x="5702120" y="3765085"/>
                </a:lnTo>
                <a:lnTo>
                  <a:pt x="4918421" y="2981385"/>
                </a:lnTo>
                <a:lnTo>
                  <a:pt x="4134721" y="3765085"/>
                </a:lnTo>
                <a:lnTo>
                  <a:pt x="3765987" y="3396351"/>
                </a:lnTo>
                <a:lnTo>
                  <a:pt x="4549687" y="2612652"/>
                </a:lnTo>
                <a:lnTo>
                  <a:pt x="3765987" y="1828952"/>
                </a:lnTo>
                <a:close/>
                <a:moveTo>
                  <a:pt x="2501105" y="530769"/>
                </a:moveTo>
                <a:lnTo>
                  <a:pt x="1532411" y="1499464"/>
                </a:lnTo>
                <a:lnTo>
                  <a:pt x="1528546" y="1495599"/>
                </a:lnTo>
                <a:lnTo>
                  <a:pt x="1528546" y="1499464"/>
                </a:lnTo>
                <a:lnTo>
                  <a:pt x="360000" y="1499464"/>
                </a:lnTo>
                <a:lnTo>
                  <a:pt x="360000" y="3762093"/>
                </a:lnTo>
                <a:lnTo>
                  <a:pt x="1528546" y="3762093"/>
                </a:lnTo>
                <a:lnTo>
                  <a:pt x="1528546" y="3765958"/>
                </a:lnTo>
                <a:lnTo>
                  <a:pt x="1532411" y="3762094"/>
                </a:lnTo>
                <a:lnTo>
                  <a:pt x="2501105" y="4730788"/>
                </a:lnTo>
                <a:close/>
                <a:moveTo>
                  <a:pt x="2501105" y="0"/>
                </a:moveTo>
                <a:lnTo>
                  <a:pt x="2861105" y="0"/>
                </a:lnTo>
                <a:lnTo>
                  <a:pt x="2861105" y="5261088"/>
                </a:lnTo>
                <a:lnTo>
                  <a:pt x="2523225" y="5261088"/>
                </a:lnTo>
                <a:lnTo>
                  <a:pt x="2522756" y="5261557"/>
                </a:lnTo>
                <a:lnTo>
                  <a:pt x="2522288" y="5261088"/>
                </a:lnTo>
                <a:lnTo>
                  <a:pt x="2501105" y="5261088"/>
                </a:lnTo>
                <a:lnTo>
                  <a:pt x="2501105" y="5239905"/>
                </a:lnTo>
                <a:lnTo>
                  <a:pt x="1383293" y="4122093"/>
                </a:lnTo>
                <a:lnTo>
                  <a:pt x="0" y="4122093"/>
                </a:lnTo>
                <a:lnTo>
                  <a:pt x="0" y="4121624"/>
                </a:lnTo>
                <a:lnTo>
                  <a:pt x="0" y="4121624"/>
                </a:lnTo>
                <a:lnTo>
                  <a:pt x="0" y="1139464"/>
                </a:lnTo>
                <a:lnTo>
                  <a:pt x="360000" y="1139464"/>
                </a:lnTo>
                <a:lnTo>
                  <a:pt x="360000" y="1139465"/>
                </a:lnTo>
                <a:lnTo>
                  <a:pt x="1383293" y="1139465"/>
                </a:lnTo>
                <a:lnTo>
                  <a:pt x="2501105" y="216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45"/>
          <p:cNvSpPr>
            <a:spLocks noChangeAspect="1"/>
          </p:cNvSpPr>
          <p:nvPr/>
        </p:nvSpPr>
        <p:spPr>
          <a:xfrm>
            <a:off x="3864164" y="3637068"/>
            <a:ext cx="433858" cy="360000"/>
          </a:xfrm>
          <a:custGeom>
            <a:avLst/>
            <a:gdLst>
              <a:gd name="connsiteX0" fmla="*/ 3291122 w 6338497"/>
              <a:gd name="connsiteY0" fmla="*/ 1232080 h 5259466"/>
              <a:gd name="connsiteX1" fmla="*/ 4594338 w 6338497"/>
              <a:gd name="connsiteY1" fmla="*/ 2515923 h 5259466"/>
              <a:gd name="connsiteX2" fmla="*/ 3330155 w 6338497"/>
              <a:gd name="connsiteY2" fmla="*/ 3838219 h 5259466"/>
              <a:gd name="connsiteX3" fmla="*/ 3318417 w 6338497"/>
              <a:gd name="connsiteY3" fmla="*/ 3446421 h 5259466"/>
              <a:gd name="connsiteX4" fmla="*/ 4202410 w 6338497"/>
              <a:gd name="connsiteY4" fmla="*/ 2521792 h 5259466"/>
              <a:gd name="connsiteX5" fmla="*/ 3291123 w 6338497"/>
              <a:gd name="connsiteY5" fmla="*/ 1624052 h 5259466"/>
              <a:gd name="connsiteX6" fmla="*/ 2500111 w 6338497"/>
              <a:gd name="connsiteY6" fmla="*/ 530558 h 5259466"/>
              <a:gd name="connsiteX7" fmla="*/ 1531802 w 6338497"/>
              <a:gd name="connsiteY7" fmla="*/ 1498867 h 5259466"/>
              <a:gd name="connsiteX8" fmla="*/ 1527939 w 6338497"/>
              <a:gd name="connsiteY8" fmla="*/ 1495004 h 5259466"/>
              <a:gd name="connsiteX9" fmla="*/ 1527939 w 6338497"/>
              <a:gd name="connsiteY9" fmla="*/ 1498867 h 5259466"/>
              <a:gd name="connsiteX10" fmla="*/ 359857 w 6338497"/>
              <a:gd name="connsiteY10" fmla="*/ 1498867 h 5259466"/>
              <a:gd name="connsiteX11" fmla="*/ 359857 w 6338497"/>
              <a:gd name="connsiteY11" fmla="*/ 3760595 h 5259466"/>
              <a:gd name="connsiteX12" fmla="*/ 1527939 w 6338497"/>
              <a:gd name="connsiteY12" fmla="*/ 3760595 h 5259466"/>
              <a:gd name="connsiteX13" fmla="*/ 1527939 w 6338497"/>
              <a:gd name="connsiteY13" fmla="*/ 3764459 h 5259466"/>
              <a:gd name="connsiteX14" fmla="*/ 1531802 w 6338497"/>
              <a:gd name="connsiteY14" fmla="*/ 3760596 h 5259466"/>
              <a:gd name="connsiteX15" fmla="*/ 2500111 w 6338497"/>
              <a:gd name="connsiteY15" fmla="*/ 4728905 h 5259466"/>
              <a:gd name="connsiteX16" fmla="*/ 2500111 w 6338497"/>
              <a:gd name="connsiteY16" fmla="*/ 0 h 5259466"/>
              <a:gd name="connsiteX17" fmla="*/ 2859968 w 6338497"/>
              <a:gd name="connsiteY17" fmla="*/ 0 h 5259466"/>
              <a:gd name="connsiteX18" fmla="*/ 2859968 w 6338497"/>
              <a:gd name="connsiteY18" fmla="*/ 5258993 h 5259466"/>
              <a:gd name="connsiteX19" fmla="*/ 2522222 w 6338497"/>
              <a:gd name="connsiteY19" fmla="*/ 5258993 h 5259466"/>
              <a:gd name="connsiteX20" fmla="*/ 2521753 w 6338497"/>
              <a:gd name="connsiteY20" fmla="*/ 5259462 h 5259466"/>
              <a:gd name="connsiteX21" fmla="*/ 2521286 w 6338497"/>
              <a:gd name="connsiteY21" fmla="*/ 5258993 h 5259466"/>
              <a:gd name="connsiteX22" fmla="*/ 2500111 w 6338497"/>
              <a:gd name="connsiteY22" fmla="*/ 5258993 h 5259466"/>
              <a:gd name="connsiteX23" fmla="*/ 2500111 w 6338497"/>
              <a:gd name="connsiteY23" fmla="*/ 5237819 h 5259466"/>
              <a:gd name="connsiteX24" fmla="*/ 1382743 w 6338497"/>
              <a:gd name="connsiteY24" fmla="*/ 4120452 h 5259466"/>
              <a:gd name="connsiteX25" fmla="*/ 0 w 6338497"/>
              <a:gd name="connsiteY25" fmla="*/ 4120452 h 5259466"/>
              <a:gd name="connsiteX26" fmla="*/ 0 w 6338497"/>
              <a:gd name="connsiteY26" fmla="*/ 4119983 h 5259466"/>
              <a:gd name="connsiteX27" fmla="*/ 0 w 6338497"/>
              <a:gd name="connsiteY27" fmla="*/ 1139010 h 5259466"/>
              <a:gd name="connsiteX28" fmla="*/ 359857 w 6338497"/>
              <a:gd name="connsiteY28" fmla="*/ 1139010 h 5259466"/>
              <a:gd name="connsiteX29" fmla="*/ 359857 w 6338497"/>
              <a:gd name="connsiteY29" fmla="*/ 1139011 h 5259466"/>
              <a:gd name="connsiteX30" fmla="*/ 1382743 w 6338497"/>
              <a:gd name="connsiteY30" fmla="*/ 1139011 h 5259466"/>
              <a:gd name="connsiteX31" fmla="*/ 2500111 w 6338497"/>
              <a:gd name="connsiteY31" fmla="*/ 21643 h 5259466"/>
              <a:gd name="connsiteX32" fmla="*/ 3708766 w 6338497"/>
              <a:gd name="connsiteY32" fmla="*/ 0 h 5259466"/>
              <a:gd name="connsiteX33" fmla="*/ 5996785 w 6338497"/>
              <a:gd name="connsiteY33" fmla="*/ 1333408 h 5259466"/>
              <a:gd name="connsiteX34" fmla="*/ 5964520 w 6338497"/>
              <a:gd name="connsiteY34" fmla="*/ 3981420 h 5259466"/>
              <a:gd name="connsiteX35" fmla="*/ 3644691 w 6338497"/>
              <a:gd name="connsiteY35" fmla="*/ 5258683 h 5259466"/>
              <a:gd name="connsiteX36" fmla="*/ 3654653 w 6338497"/>
              <a:gd name="connsiteY36" fmla="*/ 4849932 h 5259466"/>
              <a:gd name="connsiteX37" fmla="*/ 5613795 w 6338497"/>
              <a:gd name="connsiteY37" fmla="*/ 3771258 h 5259466"/>
              <a:gd name="connsiteX38" fmla="*/ 5641043 w 6338497"/>
              <a:gd name="connsiteY38" fmla="*/ 1534960 h 5259466"/>
              <a:gd name="connsiteX39" fmla="*/ 3708766 w 6338497"/>
              <a:gd name="connsiteY39" fmla="*/ 408871 h 5259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338497" h="5259466">
                <a:moveTo>
                  <a:pt x="3291122" y="1232080"/>
                </a:moveTo>
                <a:cubicBezTo>
                  <a:pt x="4003338" y="1232080"/>
                  <a:pt x="4583672" y="1803787"/>
                  <a:pt x="4594338" y="2515923"/>
                </a:cubicBezTo>
                <a:cubicBezTo>
                  <a:pt x="4605004" y="3228059"/>
                  <a:pt x="4042051" y="3816890"/>
                  <a:pt x="3330155" y="3838219"/>
                </a:cubicBezTo>
                <a:lnTo>
                  <a:pt x="3318417" y="3446421"/>
                </a:lnTo>
                <a:cubicBezTo>
                  <a:pt x="3816218" y="3431506"/>
                  <a:pt x="4209868" y="3019760"/>
                  <a:pt x="4202410" y="2521792"/>
                </a:cubicBezTo>
                <a:cubicBezTo>
                  <a:pt x="4194952" y="2023824"/>
                  <a:pt x="3789147" y="1624052"/>
                  <a:pt x="3291123" y="1624052"/>
                </a:cubicBezTo>
                <a:close/>
                <a:moveTo>
                  <a:pt x="2500111" y="530558"/>
                </a:moveTo>
                <a:lnTo>
                  <a:pt x="1531802" y="1498867"/>
                </a:lnTo>
                <a:lnTo>
                  <a:pt x="1527939" y="1495004"/>
                </a:lnTo>
                <a:lnTo>
                  <a:pt x="1527939" y="1498867"/>
                </a:lnTo>
                <a:lnTo>
                  <a:pt x="359857" y="1498867"/>
                </a:lnTo>
                <a:lnTo>
                  <a:pt x="359857" y="3760595"/>
                </a:lnTo>
                <a:lnTo>
                  <a:pt x="1527939" y="3760595"/>
                </a:lnTo>
                <a:lnTo>
                  <a:pt x="1527939" y="3764459"/>
                </a:lnTo>
                <a:lnTo>
                  <a:pt x="1531802" y="3760596"/>
                </a:lnTo>
                <a:lnTo>
                  <a:pt x="2500111" y="4728905"/>
                </a:lnTo>
                <a:close/>
                <a:moveTo>
                  <a:pt x="2500111" y="0"/>
                </a:moveTo>
                <a:lnTo>
                  <a:pt x="2859968" y="0"/>
                </a:lnTo>
                <a:lnTo>
                  <a:pt x="2859968" y="5258993"/>
                </a:lnTo>
                <a:lnTo>
                  <a:pt x="2522222" y="5258993"/>
                </a:lnTo>
                <a:lnTo>
                  <a:pt x="2521753" y="5259462"/>
                </a:lnTo>
                <a:lnTo>
                  <a:pt x="2521286" y="5258993"/>
                </a:lnTo>
                <a:lnTo>
                  <a:pt x="2500111" y="5258993"/>
                </a:lnTo>
                <a:lnTo>
                  <a:pt x="2500111" y="5237819"/>
                </a:lnTo>
                <a:lnTo>
                  <a:pt x="1382743" y="4120452"/>
                </a:lnTo>
                <a:lnTo>
                  <a:pt x="0" y="4120452"/>
                </a:lnTo>
                <a:lnTo>
                  <a:pt x="0" y="4119983"/>
                </a:lnTo>
                <a:lnTo>
                  <a:pt x="0" y="1139010"/>
                </a:lnTo>
                <a:lnTo>
                  <a:pt x="359857" y="1139010"/>
                </a:lnTo>
                <a:lnTo>
                  <a:pt x="359857" y="1139011"/>
                </a:lnTo>
                <a:lnTo>
                  <a:pt x="1382743" y="1139011"/>
                </a:lnTo>
                <a:lnTo>
                  <a:pt x="2500111" y="21643"/>
                </a:lnTo>
                <a:close/>
                <a:moveTo>
                  <a:pt x="3708766" y="0"/>
                </a:moveTo>
                <a:cubicBezTo>
                  <a:pt x="4655914" y="0"/>
                  <a:pt x="5529889" y="509334"/>
                  <a:pt x="5996785" y="1333408"/>
                </a:cubicBezTo>
                <a:cubicBezTo>
                  <a:pt x="6463681" y="2157482"/>
                  <a:pt x="6451356" y="3168967"/>
                  <a:pt x="5964520" y="3981420"/>
                </a:cubicBezTo>
                <a:cubicBezTo>
                  <a:pt x="5477684" y="4793873"/>
                  <a:pt x="4591558" y="5281761"/>
                  <a:pt x="3644691" y="5258683"/>
                </a:cubicBezTo>
                <a:lnTo>
                  <a:pt x="3654653" y="4849932"/>
                </a:lnTo>
                <a:cubicBezTo>
                  <a:pt x="4454301" y="4869422"/>
                  <a:pt x="5202652" y="4457391"/>
                  <a:pt x="5613795" y="3771258"/>
                </a:cubicBezTo>
                <a:cubicBezTo>
                  <a:pt x="6024938" y="3085125"/>
                  <a:pt x="6035346" y="2230906"/>
                  <a:pt x="5641043" y="1534960"/>
                </a:cubicBezTo>
                <a:cubicBezTo>
                  <a:pt x="5246740" y="839013"/>
                  <a:pt x="4508651" y="408871"/>
                  <a:pt x="3708766" y="40887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46"/>
          <p:cNvSpPr>
            <a:spLocks noChangeAspect="1"/>
          </p:cNvSpPr>
          <p:nvPr/>
        </p:nvSpPr>
        <p:spPr>
          <a:xfrm>
            <a:off x="7869025" y="3637068"/>
            <a:ext cx="500581" cy="360000"/>
          </a:xfrm>
          <a:custGeom>
            <a:avLst/>
            <a:gdLst>
              <a:gd name="connsiteX0" fmla="*/ 4647879 w 7192371"/>
              <a:gd name="connsiteY0" fmla="*/ 2985669 h 5172501"/>
              <a:gd name="connsiteX1" fmla="*/ 3596185 w 7192371"/>
              <a:gd name="connsiteY1" fmla="*/ 3971503 h 5172501"/>
              <a:gd name="connsiteX2" fmla="*/ 2582346 w 7192371"/>
              <a:gd name="connsiteY2" fmla="*/ 3021153 h 5172501"/>
              <a:gd name="connsiteX3" fmla="*/ 715254 w 7192371"/>
              <a:gd name="connsiteY3" fmla="*/ 4798891 h 5172501"/>
              <a:gd name="connsiteX4" fmla="*/ 6552239 w 7192371"/>
              <a:gd name="connsiteY4" fmla="*/ 4798891 h 5172501"/>
              <a:gd name="connsiteX5" fmla="*/ 373611 w 7192371"/>
              <a:gd name="connsiteY5" fmla="*/ 950735 h 5172501"/>
              <a:gd name="connsiteX6" fmla="*/ 373611 w 7192371"/>
              <a:gd name="connsiteY6" fmla="*/ 4615378 h 5172501"/>
              <a:gd name="connsiteX7" fmla="*/ 2313069 w 7192371"/>
              <a:gd name="connsiteY7" fmla="*/ 2768738 h 5172501"/>
              <a:gd name="connsiteX8" fmla="*/ 6818761 w 7192371"/>
              <a:gd name="connsiteY8" fmla="*/ 950732 h 5172501"/>
              <a:gd name="connsiteX9" fmla="*/ 4917156 w 7192371"/>
              <a:gd name="connsiteY9" fmla="*/ 2733254 h 5172501"/>
              <a:gd name="connsiteX10" fmla="*/ 6818761 w 7192371"/>
              <a:gd name="connsiteY10" fmla="*/ 4543853 h 5172501"/>
              <a:gd name="connsiteX11" fmla="*/ 384008 w 7192371"/>
              <a:gd name="connsiteY11" fmla="*/ 373610 h 5172501"/>
              <a:gd name="connsiteX12" fmla="*/ 3596185 w 7192371"/>
              <a:gd name="connsiteY12" fmla="*/ 3384633 h 5172501"/>
              <a:gd name="connsiteX13" fmla="*/ 6808362 w 7192371"/>
              <a:gd name="connsiteY13" fmla="*/ 373610 h 5172501"/>
              <a:gd name="connsiteX14" fmla="*/ 1 w 7192371"/>
              <a:gd name="connsiteY14" fmla="*/ 0 h 5172501"/>
              <a:gd name="connsiteX15" fmla="*/ 7192371 w 7192371"/>
              <a:gd name="connsiteY15" fmla="*/ 0 h 5172501"/>
              <a:gd name="connsiteX16" fmla="*/ 7192371 w 7192371"/>
              <a:gd name="connsiteY16" fmla="*/ 5172501 h 5172501"/>
              <a:gd name="connsiteX17" fmla="*/ 1 w 7192371"/>
              <a:gd name="connsiteY17" fmla="*/ 5172501 h 5172501"/>
              <a:gd name="connsiteX18" fmla="*/ 1 w 7192371"/>
              <a:gd name="connsiteY18" fmla="*/ 600521 h 5172501"/>
              <a:gd name="connsiteX19" fmla="*/ 0 w 7192371"/>
              <a:gd name="connsiteY19" fmla="*/ 600520 h 5172501"/>
              <a:gd name="connsiteX20" fmla="*/ 0 w 7192371"/>
              <a:gd name="connsiteY20" fmla="*/ 13650 h 5172501"/>
              <a:gd name="connsiteX21" fmla="*/ 1 w 7192371"/>
              <a:gd name="connsiteY21" fmla="*/ 13651 h 5172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192371" h="5172501">
                <a:moveTo>
                  <a:pt x="4647879" y="2985669"/>
                </a:moveTo>
                <a:lnTo>
                  <a:pt x="3596185" y="3971503"/>
                </a:lnTo>
                <a:lnTo>
                  <a:pt x="2582346" y="3021153"/>
                </a:lnTo>
                <a:lnTo>
                  <a:pt x="715254" y="4798891"/>
                </a:lnTo>
                <a:lnTo>
                  <a:pt x="6552239" y="4798891"/>
                </a:lnTo>
                <a:close/>
                <a:moveTo>
                  <a:pt x="373611" y="950735"/>
                </a:moveTo>
                <a:lnTo>
                  <a:pt x="373611" y="4615378"/>
                </a:lnTo>
                <a:lnTo>
                  <a:pt x="2313069" y="2768738"/>
                </a:lnTo>
                <a:close/>
                <a:moveTo>
                  <a:pt x="6818761" y="950732"/>
                </a:moveTo>
                <a:lnTo>
                  <a:pt x="4917156" y="2733254"/>
                </a:lnTo>
                <a:lnTo>
                  <a:pt x="6818761" y="4543853"/>
                </a:lnTo>
                <a:close/>
                <a:moveTo>
                  <a:pt x="384008" y="373610"/>
                </a:moveTo>
                <a:lnTo>
                  <a:pt x="3596185" y="3384633"/>
                </a:lnTo>
                <a:lnTo>
                  <a:pt x="6808362" y="373610"/>
                </a:lnTo>
                <a:close/>
                <a:moveTo>
                  <a:pt x="1" y="0"/>
                </a:moveTo>
                <a:lnTo>
                  <a:pt x="7192371" y="0"/>
                </a:lnTo>
                <a:lnTo>
                  <a:pt x="7192371" y="5172501"/>
                </a:lnTo>
                <a:lnTo>
                  <a:pt x="1" y="5172501"/>
                </a:lnTo>
                <a:lnTo>
                  <a:pt x="1" y="600521"/>
                </a:lnTo>
                <a:lnTo>
                  <a:pt x="0" y="600520"/>
                </a:lnTo>
                <a:lnTo>
                  <a:pt x="0" y="13650"/>
                </a:lnTo>
                <a:lnTo>
                  <a:pt x="1" y="136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任意多边形 47"/>
          <p:cNvSpPr>
            <a:spLocks noChangeAspect="1"/>
          </p:cNvSpPr>
          <p:nvPr/>
        </p:nvSpPr>
        <p:spPr>
          <a:xfrm>
            <a:off x="4689161" y="3637068"/>
            <a:ext cx="399152" cy="360000"/>
          </a:xfrm>
          <a:custGeom>
            <a:avLst/>
            <a:gdLst>
              <a:gd name="connsiteX0" fmla="*/ 1280311 w 6496334"/>
              <a:gd name="connsiteY0" fmla="*/ 3167394 h 5859120"/>
              <a:gd name="connsiteX1" fmla="*/ 4954135 w 6496334"/>
              <a:gd name="connsiteY1" fmla="*/ 3167394 h 5859120"/>
              <a:gd name="connsiteX2" fmla="*/ 4954135 w 6496334"/>
              <a:gd name="connsiteY2" fmla="*/ 3527394 h 5859120"/>
              <a:gd name="connsiteX3" fmla="*/ 1280311 w 6496334"/>
              <a:gd name="connsiteY3" fmla="*/ 3527394 h 5859120"/>
              <a:gd name="connsiteX4" fmla="*/ 1280311 w 6496334"/>
              <a:gd name="connsiteY4" fmla="*/ 2292823 h 5859120"/>
              <a:gd name="connsiteX5" fmla="*/ 4954135 w 6496334"/>
              <a:gd name="connsiteY5" fmla="*/ 2292823 h 5859120"/>
              <a:gd name="connsiteX6" fmla="*/ 4954135 w 6496334"/>
              <a:gd name="connsiteY6" fmla="*/ 2652823 h 5859120"/>
              <a:gd name="connsiteX7" fmla="*/ 1280311 w 6496334"/>
              <a:gd name="connsiteY7" fmla="*/ 2652823 h 5859120"/>
              <a:gd name="connsiteX8" fmla="*/ 1280311 w 6496334"/>
              <a:gd name="connsiteY8" fmla="*/ 1378423 h 5859120"/>
              <a:gd name="connsiteX9" fmla="*/ 3575713 w 6496334"/>
              <a:gd name="connsiteY9" fmla="*/ 1378423 h 5859120"/>
              <a:gd name="connsiteX10" fmla="*/ 3575713 w 6496334"/>
              <a:gd name="connsiteY10" fmla="*/ 1738423 h 5859120"/>
              <a:gd name="connsiteX11" fmla="*/ 1280311 w 6496334"/>
              <a:gd name="connsiteY11" fmla="*/ 1738423 h 5859120"/>
              <a:gd name="connsiteX12" fmla="*/ 360001 w 6496334"/>
              <a:gd name="connsiteY12" fmla="*/ 360000 h 5859120"/>
              <a:gd name="connsiteX13" fmla="*/ 360001 w 6496334"/>
              <a:gd name="connsiteY13" fmla="*/ 4585647 h 5859120"/>
              <a:gd name="connsiteX14" fmla="*/ 3575712 w 6496334"/>
              <a:gd name="connsiteY14" fmla="*/ 4585647 h 5859120"/>
              <a:gd name="connsiteX15" fmla="*/ 3575712 w 6496334"/>
              <a:gd name="connsiteY15" fmla="*/ 4586608 h 5859120"/>
              <a:gd name="connsiteX16" fmla="*/ 4523605 w 6496334"/>
              <a:gd name="connsiteY16" fmla="*/ 5354678 h 5859120"/>
              <a:gd name="connsiteX17" fmla="*/ 5277028 w 6496334"/>
              <a:gd name="connsiteY17" fmla="*/ 4601255 h 5859120"/>
              <a:gd name="connsiteX18" fmla="*/ 5281685 w 6496334"/>
              <a:gd name="connsiteY18" fmla="*/ 4605912 h 5859120"/>
              <a:gd name="connsiteX19" fmla="*/ 5281685 w 6496334"/>
              <a:gd name="connsiteY19" fmla="*/ 4585647 h 5859120"/>
              <a:gd name="connsiteX20" fmla="*/ 6136334 w 6496334"/>
              <a:gd name="connsiteY20" fmla="*/ 4585647 h 5859120"/>
              <a:gd name="connsiteX21" fmla="*/ 6136334 w 6496334"/>
              <a:gd name="connsiteY21" fmla="*/ 360000 h 5859120"/>
              <a:gd name="connsiteX22" fmla="*/ 0 w 6496334"/>
              <a:gd name="connsiteY22" fmla="*/ 0 h 5859120"/>
              <a:gd name="connsiteX23" fmla="*/ 1 w 6496334"/>
              <a:gd name="connsiteY23" fmla="*/ 0 h 5859120"/>
              <a:gd name="connsiteX24" fmla="*/ 360001 w 6496334"/>
              <a:gd name="connsiteY24" fmla="*/ 0 h 5859120"/>
              <a:gd name="connsiteX25" fmla="*/ 6136334 w 6496334"/>
              <a:gd name="connsiteY25" fmla="*/ 0 h 5859120"/>
              <a:gd name="connsiteX26" fmla="*/ 6496334 w 6496334"/>
              <a:gd name="connsiteY26" fmla="*/ 0 h 5859120"/>
              <a:gd name="connsiteX27" fmla="*/ 6496334 w 6496334"/>
              <a:gd name="connsiteY27" fmla="*/ 4945647 h 5859120"/>
              <a:gd name="connsiteX28" fmla="*/ 6496333 w 6496334"/>
              <a:gd name="connsiteY28" fmla="*/ 4945647 h 5859120"/>
              <a:gd name="connsiteX29" fmla="*/ 6136334 w 6496334"/>
              <a:gd name="connsiteY29" fmla="*/ 4945647 h 5859120"/>
              <a:gd name="connsiteX30" fmla="*/ 5441753 w 6496334"/>
              <a:gd name="connsiteY30" fmla="*/ 4945647 h 5859120"/>
              <a:gd name="connsiteX31" fmla="*/ 4528280 w 6496334"/>
              <a:gd name="connsiteY31" fmla="*/ 5859120 h 5859120"/>
              <a:gd name="connsiteX32" fmla="*/ 4331639 w 6496334"/>
              <a:gd name="connsiteY32" fmla="*/ 5662478 h 5859120"/>
              <a:gd name="connsiteX33" fmla="*/ 3446981 w 6496334"/>
              <a:gd name="connsiteY33" fmla="*/ 4945647 h 5859120"/>
              <a:gd name="connsiteX34" fmla="*/ 360001 w 6496334"/>
              <a:gd name="connsiteY34" fmla="*/ 4945647 h 5859120"/>
              <a:gd name="connsiteX35" fmla="*/ 1 w 6496334"/>
              <a:gd name="connsiteY35" fmla="*/ 4945647 h 5859120"/>
              <a:gd name="connsiteX36" fmla="*/ 0 w 6496334"/>
              <a:gd name="connsiteY36" fmla="*/ 4945647 h 5859120"/>
              <a:gd name="connsiteX37" fmla="*/ 0 w 6496334"/>
              <a:gd name="connsiteY37" fmla="*/ 4585647 h 5859120"/>
              <a:gd name="connsiteX38" fmla="*/ 1 w 6496334"/>
              <a:gd name="connsiteY38" fmla="*/ 4585647 h 5859120"/>
              <a:gd name="connsiteX39" fmla="*/ 1 w 6496334"/>
              <a:gd name="connsiteY39" fmla="*/ 360000 h 5859120"/>
              <a:gd name="connsiteX40" fmla="*/ 0 w 6496334"/>
              <a:gd name="connsiteY40" fmla="*/ 360000 h 585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496334" h="5859120">
                <a:moveTo>
                  <a:pt x="1280311" y="3167394"/>
                </a:moveTo>
                <a:lnTo>
                  <a:pt x="4954135" y="3167394"/>
                </a:lnTo>
                <a:lnTo>
                  <a:pt x="4954135" y="3527394"/>
                </a:lnTo>
                <a:lnTo>
                  <a:pt x="1280311" y="3527394"/>
                </a:lnTo>
                <a:close/>
                <a:moveTo>
                  <a:pt x="1280311" y="2292823"/>
                </a:moveTo>
                <a:lnTo>
                  <a:pt x="4954135" y="2292823"/>
                </a:lnTo>
                <a:lnTo>
                  <a:pt x="4954135" y="2652823"/>
                </a:lnTo>
                <a:lnTo>
                  <a:pt x="1280311" y="2652823"/>
                </a:lnTo>
                <a:close/>
                <a:moveTo>
                  <a:pt x="1280311" y="1378423"/>
                </a:moveTo>
                <a:lnTo>
                  <a:pt x="3575713" y="1378423"/>
                </a:lnTo>
                <a:lnTo>
                  <a:pt x="3575713" y="1738423"/>
                </a:lnTo>
                <a:lnTo>
                  <a:pt x="1280311" y="1738423"/>
                </a:lnTo>
                <a:close/>
                <a:moveTo>
                  <a:pt x="360001" y="360000"/>
                </a:moveTo>
                <a:lnTo>
                  <a:pt x="360001" y="4585647"/>
                </a:lnTo>
                <a:lnTo>
                  <a:pt x="3575712" y="4585647"/>
                </a:lnTo>
                <a:lnTo>
                  <a:pt x="3575712" y="4586608"/>
                </a:lnTo>
                <a:lnTo>
                  <a:pt x="4523605" y="5354678"/>
                </a:lnTo>
                <a:lnTo>
                  <a:pt x="5277028" y="4601255"/>
                </a:lnTo>
                <a:lnTo>
                  <a:pt x="5281685" y="4605912"/>
                </a:lnTo>
                <a:lnTo>
                  <a:pt x="5281685" y="4585647"/>
                </a:lnTo>
                <a:lnTo>
                  <a:pt x="6136334" y="4585647"/>
                </a:lnTo>
                <a:lnTo>
                  <a:pt x="6136334" y="360000"/>
                </a:lnTo>
                <a:close/>
                <a:moveTo>
                  <a:pt x="0" y="0"/>
                </a:moveTo>
                <a:lnTo>
                  <a:pt x="1" y="0"/>
                </a:lnTo>
                <a:lnTo>
                  <a:pt x="360001" y="0"/>
                </a:lnTo>
                <a:lnTo>
                  <a:pt x="6136334" y="0"/>
                </a:lnTo>
                <a:lnTo>
                  <a:pt x="6496334" y="0"/>
                </a:lnTo>
                <a:lnTo>
                  <a:pt x="6496334" y="4945647"/>
                </a:lnTo>
                <a:lnTo>
                  <a:pt x="6496333" y="4945647"/>
                </a:lnTo>
                <a:lnTo>
                  <a:pt x="6136334" y="4945647"/>
                </a:lnTo>
                <a:lnTo>
                  <a:pt x="5441753" y="4945647"/>
                </a:lnTo>
                <a:lnTo>
                  <a:pt x="4528280" y="5859120"/>
                </a:lnTo>
                <a:lnTo>
                  <a:pt x="4331639" y="5662478"/>
                </a:lnTo>
                <a:lnTo>
                  <a:pt x="3446981" y="4945647"/>
                </a:lnTo>
                <a:lnTo>
                  <a:pt x="360001" y="4945647"/>
                </a:lnTo>
                <a:lnTo>
                  <a:pt x="1" y="4945647"/>
                </a:lnTo>
                <a:lnTo>
                  <a:pt x="0" y="4945647"/>
                </a:lnTo>
                <a:lnTo>
                  <a:pt x="0" y="4585647"/>
                </a:lnTo>
                <a:lnTo>
                  <a:pt x="1" y="4585647"/>
                </a:lnTo>
                <a:lnTo>
                  <a:pt x="1" y="360000"/>
                </a:lnTo>
                <a:lnTo>
                  <a:pt x="0" y="360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48"/>
          <p:cNvSpPr>
            <a:spLocks noChangeAspect="1"/>
          </p:cNvSpPr>
          <p:nvPr/>
        </p:nvSpPr>
        <p:spPr>
          <a:xfrm>
            <a:off x="5501478" y="3637068"/>
            <a:ext cx="389806" cy="360000"/>
          </a:xfrm>
          <a:custGeom>
            <a:avLst/>
            <a:gdLst>
              <a:gd name="connsiteX0" fmla="*/ 2178768 w 5827595"/>
              <a:gd name="connsiteY0" fmla="*/ 243710 h 5381996"/>
              <a:gd name="connsiteX1" fmla="*/ 350681 w 5827595"/>
              <a:gd name="connsiteY1" fmla="*/ 1893403 h 5381996"/>
              <a:gd name="connsiteX2" fmla="*/ 341194 w 5827595"/>
              <a:gd name="connsiteY2" fmla="*/ 2081284 h 5381996"/>
              <a:gd name="connsiteX3" fmla="*/ 350681 w 5827595"/>
              <a:gd name="connsiteY3" fmla="*/ 2269164 h 5381996"/>
              <a:gd name="connsiteX4" fmla="*/ 2178768 w 5827595"/>
              <a:gd name="connsiteY4" fmla="*/ 3918857 h 5381996"/>
              <a:gd name="connsiteX5" fmla="*/ 2679542 w 5827595"/>
              <a:gd name="connsiteY5" fmla="*/ 3918858 h 5381996"/>
              <a:gd name="connsiteX6" fmla="*/ 2687031 w 5827595"/>
              <a:gd name="connsiteY6" fmla="*/ 3907411 h 5381996"/>
              <a:gd name="connsiteX7" fmla="*/ 3989166 w 5827595"/>
              <a:gd name="connsiteY7" fmla="*/ 4759307 h 5381996"/>
              <a:gd name="connsiteX8" fmla="*/ 3989166 w 5827595"/>
              <a:gd name="connsiteY8" fmla="*/ 3803199 h 5381996"/>
              <a:gd name="connsiteX9" fmla="*/ 4299045 w 5827595"/>
              <a:gd name="connsiteY9" fmla="*/ 3803199 h 5381996"/>
              <a:gd name="connsiteX10" fmla="*/ 4299045 w 5827595"/>
              <a:gd name="connsiteY10" fmla="*/ 3798260 h 5381996"/>
              <a:gd name="connsiteX11" fmla="*/ 4364093 w 5827595"/>
              <a:gd name="connsiteY11" fmla="*/ 3774453 h 5381996"/>
              <a:gd name="connsiteX12" fmla="*/ 5486400 w 5827595"/>
              <a:gd name="connsiteY12" fmla="*/ 2081284 h 5381996"/>
              <a:gd name="connsiteX13" fmla="*/ 5486401 w 5827595"/>
              <a:gd name="connsiteY13" fmla="*/ 2081284 h 5381996"/>
              <a:gd name="connsiteX14" fmla="*/ 3648827 w 5827595"/>
              <a:gd name="connsiteY14" fmla="*/ 243710 h 5381996"/>
              <a:gd name="connsiteX15" fmla="*/ 2081284 w 5827595"/>
              <a:gd name="connsiteY15" fmla="*/ 0 h 5381996"/>
              <a:gd name="connsiteX16" fmla="*/ 3746311 w 5827595"/>
              <a:gd name="connsiteY16" fmla="*/ 0 h 5381996"/>
              <a:gd name="connsiteX17" fmla="*/ 5827595 w 5827595"/>
              <a:gd name="connsiteY17" fmla="*/ 2081284 h 5381996"/>
              <a:gd name="connsiteX18" fmla="*/ 5827594 w 5827595"/>
              <a:gd name="connsiteY18" fmla="*/ 2081284 h 5381996"/>
              <a:gd name="connsiteX19" fmla="*/ 4365220 w 5827595"/>
              <a:gd name="connsiteY19" fmla="*/ 4068998 h 5381996"/>
              <a:gd name="connsiteX20" fmla="*/ 4313166 w 5827595"/>
              <a:gd name="connsiteY20" fmla="*/ 4082382 h 5381996"/>
              <a:gd name="connsiteX21" fmla="*/ 4313166 w 5827595"/>
              <a:gd name="connsiteY21" fmla="*/ 4991484 h 5381996"/>
              <a:gd name="connsiteX22" fmla="*/ 4313166 w 5827595"/>
              <a:gd name="connsiteY22" fmla="*/ 5005481 h 5381996"/>
              <a:gd name="connsiteX23" fmla="*/ 4313166 w 5827595"/>
              <a:gd name="connsiteY23" fmla="*/ 5381996 h 5381996"/>
              <a:gd name="connsiteX24" fmla="*/ 3996304 w 5827595"/>
              <a:gd name="connsiteY24" fmla="*/ 5151156 h 5381996"/>
              <a:gd name="connsiteX25" fmla="*/ 2509649 w 5827595"/>
              <a:gd name="connsiteY25" fmla="*/ 4178541 h 5381996"/>
              <a:gd name="connsiteX26" fmla="*/ 2520100 w 5827595"/>
              <a:gd name="connsiteY26" fmla="*/ 4162568 h 5381996"/>
              <a:gd name="connsiteX27" fmla="*/ 2081284 w 5827595"/>
              <a:gd name="connsiteY27" fmla="*/ 4162567 h 5381996"/>
              <a:gd name="connsiteX28" fmla="*/ 10745 w 5827595"/>
              <a:gd name="connsiteY28" fmla="*/ 2294082 h 5381996"/>
              <a:gd name="connsiteX29" fmla="*/ 0 w 5827595"/>
              <a:gd name="connsiteY29" fmla="*/ 2081284 h 5381996"/>
              <a:gd name="connsiteX30" fmla="*/ 10745 w 5827595"/>
              <a:gd name="connsiteY30" fmla="*/ 1868485 h 5381996"/>
              <a:gd name="connsiteX31" fmla="*/ 2081284 w 5827595"/>
              <a:gd name="connsiteY31" fmla="*/ 0 h 538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827595" h="5381996">
                <a:moveTo>
                  <a:pt x="2178768" y="243710"/>
                </a:moveTo>
                <a:cubicBezTo>
                  <a:pt x="1227333" y="243710"/>
                  <a:pt x="444784" y="966795"/>
                  <a:pt x="350681" y="1893403"/>
                </a:cubicBezTo>
                <a:lnTo>
                  <a:pt x="341194" y="2081284"/>
                </a:lnTo>
                <a:lnTo>
                  <a:pt x="350681" y="2269164"/>
                </a:lnTo>
                <a:cubicBezTo>
                  <a:pt x="444784" y="3195772"/>
                  <a:pt x="1227333" y="3918857"/>
                  <a:pt x="2178768" y="3918857"/>
                </a:cubicBezTo>
                <a:lnTo>
                  <a:pt x="2679542" y="3918858"/>
                </a:lnTo>
                <a:lnTo>
                  <a:pt x="2687031" y="3907411"/>
                </a:lnTo>
                <a:lnTo>
                  <a:pt x="3989166" y="4759307"/>
                </a:lnTo>
                <a:lnTo>
                  <a:pt x="3989166" y="3803199"/>
                </a:lnTo>
                <a:lnTo>
                  <a:pt x="4299045" y="3803199"/>
                </a:lnTo>
                <a:lnTo>
                  <a:pt x="4299045" y="3798260"/>
                </a:lnTo>
                <a:lnTo>
                  <a:pt x="4364093" y="3774453"/>
                </a:lnTo>
                <a:cubicBezTo>
                  <a:pt x="5023626" y="3495494"/>
                  <a:pt x="5486400" y="2842432"/>
                  <a:pt x="5486400" y="2081284"/>
                </a:cubicBezTo>
                <a:lnTo>
                  <a:pt x="5486401" y="2081284"/>
                </a:lnTo>
                <a:cubicBezTo>
                  <a:pt x="5486401" y="1066420"/>
                  <a:pt x="4663691" y="243710"/>
                  <a:pt x="3648827" y="243710"/>
                </a:cubicBezTo>
                <a:close/>
                <a:moveTo>
                  <a:pt x="2081284" y="0"/>
                </a:moveTo>
                <a:lnTo>
                  <a:pt x="3746311" y="0"/>
                </a:lnTo>
                <a:cubicBezTo>
                  <a:pt x="4895772" y="0"/>
                  <a:pt x="5827595" y="931823"/>
                  <a:pt x="5827595" y="2081284"/>
                </a:cubicBezTo>
                <a:lnTo>
                  <a:pt x="5827594" y="2081284"/>
                </a:lnTo>
                <a:cubicBezTo>
                  <a:pt x="5827594" y="3015221"/>
                  <a:pt x="5212445" y="3805483"/>
                  <a:pt x="4365220" y="4068998"/>
                </a:cubicBezTo>
                <a:lnTo>
                  <a:pt x="4313166" y="4082382"/>
                </a:lnTo>
                <a:lnTo>
                  <a:pt x="4313166" y="4991484"/>
                </a:lnTo>
                <a:lnTo>
                  <a:pt x="4313166" y="5005481"/>
                </a:lnTo>
                <a:lnTo>
                  <a:pt x="4313166" y="5381996"/>
                </a:lnTo>
                <a:lnTo>
                  <a:pt x="3996304" y="5151156"/>
                </a:lnTo>
                <a:lnTo>
                  <a:pt x="2509649" y="4178541"/>
                </a:lnTo>
                <a:lnTo>
                  <a:pt x="2520100" y="4162568"/>
                </a:lnTo>
                <a:lnTo>
                  <a:pt x="2081284" y="4162567"/>
                </a:lnTo>
                <a:cubicBezTo>
                  <a:pt x="1003665" y="4162567"/>
                  <a:pt x="117328" y="3343582"/>
                  <a:pt x="10745" y="2294082"/>
                </a:cubicBezTo>
                <a:lnTo>
                  <a:pt x="0" y="2081284"/>
                </a:lnTo>
                <a:lnTo>
                  <a:pt x="10745" y="1868485"/>
                </a:lnTo>
                <a:cubicBezTo>
                  <a:pt x="117328" y="818985"/>
                  <a:pt x="1003665" y="0"/>
                  <a:pt x="208128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49"/>
          <p:cNvSpPr>
            <a:spLocks noChangeAspect="1"/>
          </p:cNvSpPr>
          <p:nvPr/>
        </p:nvSpPr>
        <p:spPr>
          <a:xfrm>
            <a:off x="6324025" y="3637068"/>
            <a:ext cx="360000" cy="360000"/>
          </a:xfrm>
          <a:custGeom>
            <a:avLst/>
            <a:gdLst>
              <a:gd name="connsiteX0" fmla="*/ 962167 w 6400799"/>
              <a:gd name="connsiteY0" fmla="*/ 4785278 h 6400799"/>
              <a:gd name="connsiteX1" fmla="*/ 5643349 w 6400799"/>
              <a:gd name="connsiteY1" fmla="*/ 4785278 h 6400799"/>
              <a:gd name="connsiteX2" fmla="*/ 5643349 w 6400799"/>
              <a:gd name="connsiteY2" fmla="*/ 5109278 h 6400799"/>
              <a:gd name="connsiteX3" fmla="*/ 962167 w 6400799"/>
              <a:gd name="connsiteY3" fmla="*/ 5109278 h 6400799"/>
              <a:gd name="connsiteX4" fmla="*/ 962167 w 6400799"/>
              <a:gd name="connsiteY4" fmla="*/ 4025473 h 6400799"/>
              <a:gd name="connsiteX5" fmla="*/ 5643349 w 6400799"/>
              <a:gd name="connsiteY5" fmla="*/ 4025473 h 6400799"/>
              <a:gd name="connsiteX6" fmla="*/ 5643349 w 6400799"/>
              <a:gd name="connsiteY6" fmla="*/ 4349473 h 6400799"/>
              <a:gd name="connsiteX7" fmla="*/ 962167 w 6400799"/>
              <a:gd name="connsiteY7" fmla="*/ 4349473 h 6400799"/>
              <a:gd name="connsiteX8" fmla="*/ 962167 w 6400799"/>
              <a:gd name="connsiteY8" fmla="*/ 3276927 h 6400799"/>
              <a:gd name="connsiteX9" fmla="*/ 5643349 w 6400799"/>
              <a:gd name="connsiteY9" fmla="*/ 3276927 h 6400799"/>
              <a:gd name="connsiteX10" fmla="*/ 5643349 w 6400799"/>
              <a:gd name="connsiteY10" fmla="*/ 3600927 h 6400799"/>
              <a:gd name="connsiteX11" fmla="*/ 962167 w 6400799"/>
              <a:gd name="connsiteY11" fmla="*/ 3600927 h 6400799"/>
              <a:gd name="connsiteX12" fmla="*/ 3882787 w 6400799"/>
              <a:gd name="connsiteY12" fmla="*/ 2528380 h 6400799"/>
              <a:gd name="connsiteX13" fmla="*/ 5643348 w 6400799"/>
              <a:gd name="connsiteY13" fmla="*/ 2528380 h 6400799"/>
              <a:gd name="connsiteX14" fmla="*/ 5643348 w 6400799"/>
              <a:gd name="connsiteY14" fmla="*/ 2852380 h 6400799"/>
              <a:gd name="connsiteX15" fmla="*/ 3882787 w 6400799"/>
              <a:gd name="connsiteY15" fmla="*/ 2852380 h 6400799"/>
              <a:gd name="connsiteX16" fmla="*/ 3882787 w 6400799"/>
              <a:gd name="connsiteY16" fmla="*/ 1755510 h 6400799"/>
              <a:gd name="connsiteX17" fmla="*/ 5643348 w 6400799"/>
              <a:gd name="connsiteY17" fmla="*/ 1755510 h 6400799"/>
              <a:gd name="connsiteX18" fmla="*/ 5643348 w 6400799"/>
              <a:gd name="connsiteY18" fmla="*/ 2079509 h 6400799"/>
              <a:gd name="connsiteX19" fmla="*/ 3882787 w 6400799"/>
              <a:gd name="connsiteY19" fmla="*/ 2079509 h 6400799"/>
              <a:gd name="connsiteX20" fmla="*/ 1277779 w 6400799"/>
              <a:gd name="connsiteY20" fmla="*/ 1298252 h 6400799"/>
              <a:gd name="connsiteX21" fmla="*/ 1277779 w 6400799"/>
              <a:gd name="connsiteY21" fmla="*/ 2536769 h 6400799"/>
              <a:gd name="connsiteX22" fmla="*/ 3157741 w 6400799"/>
              <a:gd name="connsiteY22" fmla="*/ 2536769 h 6400799"/>
              <a:gd name="connsiteX23" fmla="*/ 3157741 w 6400799"/>
              <a:gd name="connsiteY23" fmla="*/ 1298252 h 6400799"/>
              <a:gd name="connsiteX24" fmla="*/ 962166 w 6400799"/>
              <a:gd name="connsiteY24" fmla="*/ 982639 h 6400799"/>
              <a:gd name="connsiteX25" fmla="*/ 3473354 w 6400799"/>
              <a:gd name="connsiteY25" fmla="*/ 982639 h 6400799"/>
              <a:gd name="connsiteX26" fmla="*/ 3473354 w 6400799"/>
              <a:gd name="connsiteY26" fmla="*/ 2852381 h 6400799"/>
              <a:gd name="connsiteX27" fmla="*/ 962166 w 6400799"/>
              <a:gd name="connsiteY27" fmla="*/ 2852381 h 6400799"/>
              <a:gd name="connsiteX28" fmla="*/ 3882787 w 6400799"/>
              <a:gd name="connsiteY28" fmla="*/ 982639 h 6400799"/>
              <a:gd name="connsiteX29" fmla="*/ 5643348 w 6400799"/>
              <a:gd name="connsiteY29" fmla="*/ 982639 h 6400799"/>
              <a:gd name="connsiteX30" fmla="*/ 5643348 w 6400799"/>
              <a:gd name="connsiteY30" fmla="*/ 1306639 h 6400799"/>
              <a:gd name="connsiteX31" fmla="*/ 3882787 w 6400799"/>
              <a:gd name="connsiteY31" fmla="*/ 1306639 h 6400799"/>
              <a:gd name="connsiteX32" fmla="*/ 973511 w 6400799"/>
              <a:gd name="connsiteY32" fmla="*/ 290290 h 6400799"/>
              <a:gd name="connsiteX33" fmla="*/ 288446 w 6400799"/>
              <a:gd name="connsiteY33" fmla="*/ 975356 h 6400799"/>
              <a:gd name="connsiteX34" fmla="*/ 288446 w 6400799"/>
              <a:gd name="connsiteY34" fmla="*/ 5429131 h 6400799"/>
              <a:gd name="connsiteX35" fmla="*/ 973511 w 6400799"/>
              <a:gd name="connsiteY35" fmla="*/ 6114197 h 6400799"/>
              <a:gd name="connsiteX36" fmla="*/ 5427287 w 6400799"/>
              <a:gd name="connsiteY36" fmla="*/ 6114197 h 6400799"/>
              <a:gd name="connsiteX37" fmla="*/ 6112353 w 6400799"/>
              <a:gd name="connsiteY37" fmla="*/ 5429131 h 6400799"/>
              <a:gd name="connsiteX38" fmla="*/ 6112353 w 6400799"/>
              <a:gd name="connsiteY38" fmla="*/ 975356 h 6400799"/>
              <a:gd name="connsiteX39" fmla="*/ 5427287 w 6400799"/>
              <a:gd name="connsiteY39" fmla="*/ 290290 h 6400799"/>
              <a:gd name="connsiteX40" fmla="*/ 752926 w 6400799"/>
              <a:gd name="connsiteY40" fmla="*/ 0 h 6400799"/>
              <a:gd name="connsiteX41" fmla="*/ 5647873 w 6400799"/>
              <a:gd name="connsiteY41" fmla="*/ 0 h 6400799"/>
              <a:gd name="connsiteX42" fmla="*/ 6400799 w 6400799"/>
              <a:gd name="connsiteY42" fmla="*/ 752926 h 6400799"/>
              <a:gd name="connsiteX43" fmla="*/ 6400799 w 6400799"/>
              <a:gd name="connsiteY43" fmla="*/ 5647873 h 6400799"/>
              <a:gd name="connsiteX44" fmla="*/ 5647873 w 6400799"/>
              <a:gd name="connsiteY44" fmla="*/ 6400799 h 6400799"/>
              <a:gd name="connsiteX45" fmla="*/ 752926 w 6400799"/>
              <a:gd name="connsiteY45" fmla="*/ 6400799 h 6400799"/>
              <a:gd name="connsiteX46" fmla="*/ 0 w 6400799"/>
              <a:gd name="connsiteY46" fmla="*/ 5647873 h 6400799"/>
              <a:gd name="connsiteX47" fmla="*/ 0 w 6400799"/>
              <a:gd name="connsiteY47" fmla="*/ 752926 h 6400799"/>
              <a:gd name="connsiteX48" fmla="*/ 752926 w 6400799"/>
              <a:gd name="connsiteY48" fmla="*/ 0 h 640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400799" h="6400799">
                <a:moveTo>
                  <a:pt x="962167" y="4785278"/>
                </a:moveTo>
                <a:lnTo>
                  <a:pt x="5643349" y="4785278"/>
                </a:lnTo>
                <a:lnTo>
                  <a:pt x="5643349" y="5109278"/>
                </a:lnTo>
                <a:lnTo>
                  <a:pt x="962167" y="5109278"/>
                </a:lnTo>
                <a:close/>
                <a:moveTo>
                  <a:pt x="962167" y="4025473"/>
                </a:moveTo>
                <a:lnTo>
                  <a:pt x="5643349" y="4025473"/>
                </a:lnTo>
                <a:lnTo>
                  <a:pt x="5643349" y="4349473"/>
                </a:lnTo>
                <a:lnTo>
                  <a:pt x="962167" y="4349473"/>
                </a:lnTo>
                <a:close/>
                <a:moveTo>
                  <a:pt x="962167" y="3276927"/>
                </a:moveTo>
                <a:lnTo>
                  <a:pt x="5643349" y="3276927"/>
                </a:lnTo>
                <a:lnTo>
                  <a:pt x="5643349" y="3600927"/>
                </a:lnTo>
                <a:lnTo>
                  <a:pt x="962167" y="3600927"/>
                </a:lnTo>
                <a:close/>
                <a:moveTo>
                  <a:pt x="3882787" y="2528380"/>
                </a:moveTo>
                <a:lnTo>
                  <a:pt x="5643348" y="2528380"/>
                </a:lnTo>
                <a:lnTo>
                  <a:pt x="5643348" y="2852380"/>
                </a:lnTo>
                <a:lnTo>
                  <a:pt x="3882787" y="2852380"/>
                </a:lnTo>
                <a:close/>
                <a:moveTo>
                  <a:pt x="3882787" y="1755510"/>
                </a:moveTo>
                <a:lnTo>
                  <a:pt x="5643348" y="1755510"/>
                </a:lnTo>
                <a:lnTo>
                  <a:pt x="5643348" y="2079509"/>
                </a:lnTo>
                <a:lnTo>
                  <a:pt x="3882787" y="2079509"/>
                </a:lnTo>
                <a:close/>
                <a:moveTo>
                  <a:pt x="1277779" y="1298252"/>
                </a:moveTo>
                <a:lnTo>
                  <a:pt x="1277779" y="2536769"/>
                </a:lnTo>
                <a:lnTo>
                  <a:pt x="3157741" y="2536769"/>
                </a:lnTo>
                <a:lnTo>
                  <a:pt x="3157741" y="1298252"/>
                </a:lnTo>
                <a:close/>
                <a:moveTo>
                  <a:pt x="962166" y="982639"/>
                </a:moveTo>
                <a:lnTo>
                  <a:pt x="3473354" y="982639"/>
                </a:lnTo>
                <a:lnTo>
                  <a:pt x="3473354" y="2852381"/>
                </a:lnTo>
                <a:lnTo>
                  <a:pt x="962166" y="2852381"/>
                </a:lnTo>
                <a:close/>
                <a:moveTo>
                  <a:pt x="3882787" y="982639"/>
                </a:moveTo>
                <a:lnTo>
                  <a:pt x="5643348" y="982639"/>
                </a:lnTo>
                <a:lnTo>
                  <a:pt x="5643348" y="1306639"/>
                </a:lnTo>
                <a:lnTo>
                  <a:pt x="3882787" y="1306639"/>
                </a:lnTo>
                <a:close/>
                <a:moveTo>
                  <a:pt x="973511" y="290290"/>
                </a:moveTo>
                <a:cubicBezTo>
                  <a:pt x="595160" y="290290"/>
                  <a:pt x="288446" y="597004"/>
                  <a:pt x="288446" y="975356"/>
                </a:cubicBezTo>
                <a:lnTo>
                  <a:pt x="288446" y="5429131"/>
                </a:lnTo>
                <a:cubicBezTo>
                  <a:pt x="288446" y="5807483"/>
                  <a:pt x="595160" y="6114197"/>
                  <a:pt x="973511" y="6114197"/>
                </a:cubicBezTo>
                <a:lnTo>
                  <a:pt x="5427287" y="6114197"/>
                </a:lnTo>
                <a:cubicBezTo>
                  <a:pt x="5805639" y="6114197"/>
                  <a:pt x="6112353" y="5807483"/>
                  <a:pt x="6112353" y="5429131"/>
                </a:cubicBezTo>
                <a:lnTo>
                  <a:pt x="6112353" y="975356"/>
                </a:lnTo>
                <a:cubicBezTo>
                  <a:pt x="6112353" y="597004"/>
                  <a:pt x="5805639" y="290290"/>
                  <a:pt x="5427287" y="290290"/>
                </a:cubicBezTo>
                <a:close/>
                <a:moveTo>
                  <a:pt x="752926" y="0"/>
                </a:moveTo>
                <a:lnTo>
                  <a:pt x="5647873" y="0"/>
                </a:lnTo>
                <a:cubicBezTo>
                  <a:pt x="6063703" y="0"/>
                  <a:pt x="6400799" y="337096"/>
                  <a:pt x="6400799" y="752926"/>
                </a:cubicBezTo>
                <a:lnTo>
                  <a:pt x="6400799" y="5647873"/>
                </a:lnTo>
                <a:cubicBezTo>
                  <a:pt x="6400799" y="6063703"/>
                  <a:pt x="6063703" y="6400799"/>
                  <a:pt x="5647873" y="6400799"/>
                </a:cubicBezTo>
                <a:lnTo>
                  <a:pt x="752926" y="6400799"/>
                </a:lnTo>
                <a:cubicBezTo>
                  <a:pt x="337096" y="6400799"/>
                  <a:pt x="0" y="6063703"/>
                  <a:pt x="0" y="5647873"/>
                </a:cubicBezTo>
                <a:lnTo>
                  <a:pt x="0" y="752926"/>
                </a:lnTo>
                <a:cubicBezTo>
                  <a:pt x="0" y="337096"/>
                  <a:pt x="337096" y="0"/>
                  <a:pt x="75292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任意多边形 50"/>
          <p:cNvSpPr>
            <a:spLocks noChangeAspect="1"/>
          </p:cNvSpPr>
          <p:nvPr/>
        </p:nvSpPr>
        <p:spPr>
          <a:xfrm>
            <a:off x="7096931" y="3637068"/>
            <a:ext cx="429478" cy="360000"/>
          </a:xfrm>
          <a:custGeom>
            <a:avLst/>
            <a:gdLst>
              <a:gd name="connsiteX0" fmla="*/ 259307 w 6974005"/>
              <a:gd name="connsiteY0" fmla="*/ 2635025 h 5845796"/>
              <a:gd name="connsiteX1" fmla="*/ 259307 w 6974005"/>
              <a:gd name="connsiteY1" fmla="*/ 5113725 h 5845796"/>
              <a:gd name="connsiteX2" fmla="*/ 747552 w 6974005"/>
              <a:gd name="connsiteY2" fmla="*/ 5601970 h 5845796"/>
              <a:gd name="connsiteX3" fmla="*/ 6226453 w 6974005"/>
              <a:gd name="connsiteY3" fmla="*/ 5601970 h 5845796"/>
              <a:gd name="connsiteX4" fmla="*/ 6714698 w 6974005"/>
              <a:gd name="connsiteY4" fmla="*/ 5113725 h 5845796"/>
              <a:gd name="connsiteX5" fmla="*/ 6714698 w 6974005"/>
              <a:gd name="connsiteY5" fmla="*/ 2635025 h 5845796"/>
              <a:gd name="connsiteX6" fmla="*/ 5314138 w 6974005"/>
              <a:gd name="connsiteY6" fmla="*/ 2635025 h 5845796"/>
              <a:gd name="connsiteX7" fmla="*/ 5332262 w 6974005"/>
              <a:gd name="connsiteY7" fmla="*/ 2684541 h 5845796"/>
              <a:gd name="connsiteX8" fmla="*/ 5418162 w 6974005"/>
              <a:gd name="connsiteY8" fmla="*/ 3252721 h 5845796"/>
              <a:gd name="connsiteX9" fmla="*/ 3507475 w 6974005"/>
              <a:gd name="connsiteY9" fmla="*/ 5163408 h 5845796"/>
              <a:gd name="connsiteX10" fmla="*/ 1596788 w 6974005"/>
              <a:gd name="connsiteY10" fmla="*/ 3252721 h 5845796"/>
              <a:gd name="connsiteX11" fmla="*/ 1682689 w 6974005"/>
              <a:gd name="connsiteY11" fmla="*/ 2684541 h 5845796"/>
              <a:gd name="connsiteX12" fmla="*/ 1700813 w 6974005"/>
              <a:gd name="connsiteY12" fmla="*/ 2635025 h 5845796"/>
              <a:gd name="connsiteX13" fmla="*/ 3507474 w 6974005"/>
              <a:gd name="connsiteY13" fmla="*/ 1772589 h 5845796"/>
              <a:gd name="connsiteX14" fmla="*/ 2027343 w 6974005"/>
              <a:gd name="connsiteY14" fmla="*/ 3252721 h 5845796"/>
              <a:gd name="connsiteX15" fmla="*/ 3507474 w 6974005"/>
              <a:gd name="connsiteY15" fmla="*/ 4732853 h 5845796"/>
              <a:gd name="connsiteX16" fmla="*/ 4987606 w 6974005"/>
              <a:gd name="connsiteY16" fmla="*/ 3252721 h 5845796"/>
              <a:gd name="connsiteX17" fmla="*/ 3507474 w 6974005"/>
              <a:gd name="connsiteY17" fmla="*/ 1772589 h 5845796"/>
              <a:gd name="connsiteX18" fmla="*/ 747552 w 6974005"/>
              <a:gd name="connsiteY18" fmla="*/ 1121836 h 5845796"/>
              <a:gd name="connsiteX19" fmla="*/ 259307 w 6974005"/>
              <a:gd name="connsiteY19" fmla="*/ 1610080 h 5845796"/>
              <a:gd name="connsiteX20" fmla="*/ 259307 w 6974005"/>
              <a:gd name="connsiteY20" fmla="*/ 2311025 h 5845796"/>
              <a:gd name="connsiteX21" fmla="*/ 1846200 w 6974005"/>
              <a:gd name="connsiteY21" fmla="*/ 2311025 h 5845796"/>
              <a:gd name="connsiteX22" fmla="*/ 1923105 w 6974005"/>
              <a:gd name="connsiteY22" fmla="*/ 2184438 h 5845796"/>
              <a:gd name="connsiteX23" fmla="*/ 3507475 w 6974005"/>
              <a:gd name="connsiteY23" fmla="*/ 1342035 h 5845796"/>
              <a:gd name="connsiteX24" fmla="*/ 5091847 w 6974005"/>
              <a:gd name="connsiteY24" fmla="*/ 2184438 h 5845796"/>
              <a:gd name="connsiteX25" fmla="*/ 5168750 w 6974005"/>
              <a:gd name="connsiteY25" fmla="*/ 2311025 h 5845796"/>
              <a:gd name="connsiteX26" fmla="*/ 6714698 w 6974005"/>
              <a:gd name="connsiteY26" fmla="*/ 2311025 h 5845796"/>
              <a:gd name="connsiteX27" fmla="*/ 6714698 w 6974005"/>
              <a:gd name="connsiteY27" fmla="*/ 1610080 h 5845796"/>
              <a:gd name="connsiteX28" fmla="*/ 6226453 w 6974005"/>
              <a:gd name="connsiteY28" fmla="*/ 1121836 h 5845796"/>
              <a:gd name="connsiteX29" fmla="*/ 2892185 w 6974005"/>
              <a:gd name="connsiteY29" fmla="*/ 328555 h 5845796"/>
              <a:gd name="connsiteX30" fmla="*/ 2342728 w 6974005"/>
              <a:gd name="connsiteY30" fmla="*/ 878012 h 5845796"/>
              <a:gd name="connsiteX31" fmla="*/ 5832958 w 6974005"/>
              <a:gd name="connsiteY31" fmla="*/ 878012 h 5845796"/>
              <a:gd name="connsiteX32" fmla="*/ 5283502 w 6974005"/>
              <a:gd name="connsiteY32" fmla="*/ 328555 h 5845796"/>
              <a:gd name="connsiteX33" fmla="*/ 2762534 w 6974005"/>
              <a:gd name="connsiteY33" fmla="*/ 0 h 5845796"/>
              <a:gd name="connsiteX34" fmla="*/ 2767089 w 6974005"/>
              <a:gd name="connsiteY34" fmla="*/ 4555 h 5845796"/>
              <a:gd name="connsiteX35" fmla="*/ 5416901 w 6974005"/>
              <a:gd name="connsiteY35" fmla="*/ 4555 h 5845796"/>
              <a:gd name="connsiteX36" fmla="*/ 5417304 w 6974005"/>
              <a:gd name="connsiteY36" fmla="*/ 4152 h 5845796"/>
              <a:gd name="connsiteX37" fmla="*/ 5417707 w 6974005"/>
              <a:gd name="connsiteY37" fmla="*/ 4555 h 5845796"/>
              <a:gd name="connsiteX38" fmla="*/ 5418160 w 6974005"/>
              <a:gd name="connsiteY38" fmla="*/ 4555 h 5845796"/>
              <a:gd name="connsiteX39" fmla="*/ 5418160 w 6974005"/>
              <a:gd name="connsiteY39" fmla="*/ 5008 h 5845796"/>
              <a:gd name="connsiteX40" fmla="*/ 6282803 w 6974005"/>
              <a:gd name="connsiteY40" fmla="*/ 869651 h 5845796"/>
              <a:gd name="connsiteX41" fmla="*/ 6274442 w 6974005"/>
              <a:gd name="connsiteY41" fmla="*/ 878012 h 5845796"/>
              <a:gd name="connsiteX42" fmla="*/ 6432616 w 6974005"/>
              <a:gd name="connsiteY42" fmla="*/ 878012 h 5845796"/>
              <a:gd name="connsiteX43" fmla="*/ 6974005 w 6974005"/>
              <a:gd name="connsiteY43" fmla="*/ 1419400 h 5845796"/>
              <a:gd name="connsiteX44" fmla="*/ 6974005 w 6974005"/>
              <a:gd name="connsiteY44" fmla="*/ 2311025 h 5845796"/>
              <a:gd name="connsiteX45" fmla="*/ 6974005 w 6974005"/>
              <a:gd name="connsiteY45" fmla="*/ 2635025 h 5845796"/>
              <a:gd name="connsiteX46" fmla="*/ 6974005 w 6974005"/>
              <a:gd name="connsiteY46" fmla="*/ 5304407 h 5845796"/>
              <a:gd name="connsiteX47" fmla="*/ 6432616 w 6974005"/>
              <a:gd name="connsiteY47" fmla="*/ 5845796 h 5845796"/>
              <a:gd name="connsiteX48" fmla="*/ 541389 w 6974005"/>
              <a:gd name="connsiteY48" fmla="*/ 5845796 h 5845796"/>
              <a:gd name="connsiteX49" fmla="*/ 0 w 6974005"/>
              <a:gd name="connsiteY49" fmla="*/ 5304407 h 5845796"/>
              <a:gd name="connsiteX50" fmla="*/ 0 w 6974005"/>
              <a:gd name="connsiteY50" fmla="*/ 1419400 h 5845796"/>
              <a:gd name="connsiteX51" fmla="*/ 541389 w 6974005"/>
              <a:gd name="connsiteY51" fmla="*/ 878012 h 5845796"/>
              <a:gd name="connsiteX52" fmla="*/ 873456 w 6974005"/>
              <a:gd name="connsiteY52" fmla="*/ 878012 h 5845796"/>
              <a:gd name="connsiteX53" fmla="*/ 873456 w 6974005"/>
              <a:gd name="connsiteY53" fmla="*/ 345748 h 5845796"/>
              <a:gd name="connsiteX54" fmla="*/ 1596788 w 6974005"/>
              <a:gd name="connsiteY54" fmla="*/ 345748 h 5845796"/>
              <a:gd name="connsiteX55" fmla="*/ 1596788 w 6974005"/>
              <a:gd name="connsiteY55" fmla="*/ 878012 h 5845796"/>
              <a:gd name="connsiteX56" fmla="*/ 1909548 w 6974005"/>
              <a:gd name="connsiteY56" fmla="*/ 878012 h 5845796"/>
              <a:gd name="connsiteX57" fmla="*/ 1897036 w 6974005"/>
              <a:gd name="connsiteY57" fmla="*/ 865499 h 5845796"/>
              <a:gd name="connsiteX58" fmla="*/ 2750021 w 6974005"/>
              <a:gd name="connsiteY58" fmla="*/ 12514 h 5845796"/>
              <a:gd name="connsiteX59" fmla="*/ 2750021 w 6974005"/>
              <a:gd name="connsiteY59" fmla="*/ 4555 h 5845796"/>
              <a:gd name="connsiteX60" fmla="*/ 2757980 w 6974005"/>
              <a:gd name="connsiteY60" fmla="*/ 4555 h 5845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974005" h="5845796">
                <a:moveTo>
                  <a:pt x="259307" y="2635025"/>
                </a:moveTo>
                <a:lnTo>
                  <a:pt x="259307" y="5113725"/>
                </a:lnTo>
                <a:cubicBezTo>
                  <a:pt x="259307" y="5383375"/>
                  <a:pt x="477902" y="5601970"/>
                  <a:pt x="747552" y="5601970"/>
                </a:cubicBezTo>
                <a:lnTo>
                  <a:pt x="6226453" y="5601970"/>
                </a:lnTo>
                <a:cubicBezTo>
                  <a:pt x="6496103" y="5601970"/>
                  <a:pt x="6714698" y="5383375"/>
                  <a:pt x="6714698" y="5113725"/>
                </a:cubicBezTo>
                <a:lnTo>
                  <a:pt x="6714698" y="2635025"/>
                </a:lnTo>
                <a:lnTo>
                  <a:pt x="5314138" y="2635025"/>
                </a:lnTo>
                <a:lnTo>
                  <a:pt x="5332262" y="2684541"/>
                </a:lnTo>
                <a:cubicBezTo>
                  <a:pt x="5388088" y="2864029"/>
                  <a:pt x="5418162" y="3054863"/>
                  <a:pt x="5418162" y="3252721"/>
                </a:cubicBezTo>
                <a:cubicBezTo>
                  <a:pt x="5418162" y="4307964"/>
                  <a:pt x="4562718" y="5163408"/>
                  <a:pt x="3507475" y="5163408"/>
                </a:cubicBezTo>
                <a:cubicBezTo>
                  <a:pt x="2452233" y="5163408"/>
                  <a:pt x="1596788" y="4307964"/>
                  <a:pt x="1596788" y="3252721"/>
                </a:cubicBezTo>
                <a:cubicBezTo>
                  <a:pt x="1596788" y="3054863"/>
                  <a:pt x="1626863" y="2864029"/>
                  <a:pt x="1682689" y="2684541"/>
                </a:cubicBezTo>
                <a:lnTo>
                  <a:pt x="1700813" y="2635025"/>
                </a:lnTo>
                <a:close/>
                <a:moveTo>
                  <a:pt x="3507474" y="1772589"/>
                </a:moveTo>
                <a:cubicBezTo>
                  <a:pt x="2690021" y="1772589"/>
                  <a:pt x="2027343" y="2435267"/>
                  <a:pt x="2027343" y="3252721"/>
                </a:cubicBezTo>
                <a:cubicBezTo>
                  <a:pt x="2027343" y="4070175"/>
                  <a:pt x="2690021" y="4732853"/>
                  <a:pt x="3507474" y="4732853"/>
                </a:cubicBezTo>
                <a:cubicBezTo>
                  <a:pt x="4324928" y="4732853"/>
                  <a:pt x="4987606" y="4070175"/>
                  <a:pt x="4987606" y="3252721"/>
                </a:cubicBezTo>
                <a:cubicBezTo>
                  <a:pt x="4987606" y="2435267"/>
                  <a:pt x="4324928" y="1772589"/>
                  <a:pt x="3507474" y="1772589"/>
                </a:cubicBezTo>
                <a:close/>
                <a:moveTo>
                  <a:pt x="747552" y="1121836"/>
                </a:moveTo>
                <a:cubicBezTo>
                  <a:pt x="477902" y="1121836"/>
                  <a:pt x="259307" y="1340431"/>
                  <a:pt x="259307" y="1610080"/>
                </a:cubicBezTo>
                <a:lnTo>
                  <a:pt x="259307" y="2311025"/>
                </a:lnTo>
                <a:lnTo>
                  <a:pt x="1846200" y="2311025"/>
                </a:lnTo>
                <a:lnTo>
                  <a:pt x="1923105" y="2184438"/>
                </a:lnTo>
                <a:cubicBezTo>
                  <a:pt x="2266469" y="1676192"/>
                  <a:pt x="2847949" y="1342035"/>
                  <a:pt x="3507475" y="1342035"/>
                </a:cubicBezTo>
                <a:cubicBezTo>
                  <a:pt x="4167002" y="1342035"/>
                  <a:pt x="4748482" y="1676192"/>
                  <a:pt x="5091847" y="2184438"/>
                </a:cubicBezTo>
                <a:lnTo>
                  <a:pt x="5168750" y="2311025"/>
                </a:lnTo>
                <a:lnTo>
                  <a:pt x="6714698" y="2311025"/>
                </a:lnTo>
                <a:lnTo>
                  <a:pt x="6714698" y="1610080"/>
                </a:lnTo>
                <a:cubicBezTo>
                  <a:pt x="6714698" y="1340431"/>
                  <a:pt x="6496103" y="1121836"/>
                  <a:pt x="6226453" y="1121836"/>
                </a:cubicBezTo>
                <a:close/>
                <a:moveTo>
                  <a:pt x="2892185" y="328555"/>
                </a:moveTo>
                <a:lnTo>
                  <a:pt x="2342728" y="878012"/>
                </a:lnTo>
                <a:lnTo>
                  <a:pt x="5832958" y="878012"/>
                </a:lnTo>
                <a:lnTo>
                  <a:pt x="5283502" y="328555"/>
                </a:lnTo>
                <a:close/>
                <a:moveTo>
                  <a:pt x="2762534" y="0"/>
                </a:moveTo>
                <a:lnTo>
                  <a:pt x="2767089" y="4555"/>
                </a:lnTo>
                <a:lnTo>
                  <a:pt x="5416901" y="4555"/>
                </a:lnTo>
                <a:lnTo>
                  <a:pt x="5417304" y="4152"/>
                </a:lnTo>
                <a:lnTo>
                  <a:pt x="5417707" y="4555"/>
                </a:lnTo>
                <a:lnTo>
                  <a:pt x="5418160" y="4555"/>
                </a:lnTo>
                <a:lnTo>
                  <a:pt x="5418160" y="5008"/>
                </a:lnTo>
                <a:lnTo>
                  <a:pt x="6282803" y="869651"/>
                </a:lnTo>
                <a:lnTo>
                  <a:pt x="6274442" y="878012"/>
                </a:lnTo>
                <a:lnTo>
                  <a:pt x="6432616" y="878012"/>
                </a:lnTo>
                <a:cubicBezTo>
                  <a:pt x="6731617" y="878012"/>
                  <a:pt x="6974005" y="1120399"/>
                  <a:pt x="6974005" y="1419400"/>
                </a:cubicBezTo>
                <a:lnTo>
                  <a:pt x="6974005" y="2311025"/>
                </a:lnTo>
                <a:lnTo>
                  <a:pt x="6974005" y="2635025"/>
                </a:lnTo>
                <a:lnTo>
                  <a:pt x="6974005" y="5304407"/>
                </a:lnTo>
                <a:cubicBezTo>
                  <a:pt x="6974005" y="5603408"/>
                  <a:pt x="6731617" y="5845796"/>
                  <a:pt x="6432616" y="5845796"/>
                </a:cubicBezTo>
                <a:lnTo>
                  <a:pt x="541389" y="5845796"/>
                </a:lnTo>
                <a:cubicBezTo>
                  <a:pt x="242388" y="5845796"/>
                  <a:pt x="0" y="5603408"/>
                  <a:pt x="0" y="5304407"/>
                </a:cubicBezTo>
                <a:lnTo>
                  <a:pt x="0" y="1419400"/>
                </a:lnTo>
                <a:cubicBezTo>
                  <a:pt x="0" y="1120399"/>
                  <a:pt x="242388" y="878012"/>
                  <a:pt x="541389" y="878012"/>
                </a:cubicBezTo>
                <a:lnTo>
                  <a:pt x="873456" y="878012"/>
                </a:lnTo>
                <a:lnTo>
                  <a:pt x="873456" y="345748"/>
                </a:lnTo>
                <a:lnTo>
                  <a:pt x="1596788" y="345748"/>
                </a:lnTo>
                <a:lnTo>
                  <a:pt x="1596788" y="878012"/>
                </a:lnTo>
                <a:lnTo>
                  <a:pt x="1909548" y="878012"/>
                </a:lnTo>
                <a:lnTo>
                  <a:pt x="1897036" y="865499"/>
                </a:lnTo>
                <a:lnTo>
                  <a:pt x="2750021" y="12514"/>
                </a:lnTo>
                <a:lnTo>
                  <a:pt x="2750021" y="4555"/>
                </a:lnTo>
                <a:lnTo>
                  <a:pt x="2757980" y="455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任意多边形 51"/>
          <p:cNvSpPr>
            <a:spLocks noChangeAspect="1"/>
          </p:cNvSpPr>
          <p:nvPr/>
        </p:nvSpPr>
        <p:spPr>
          <a:xfrm>
            <a:off x="657397" y="4425337"/>
            <a:ext cx="386241" cy="360000"/>
          </a:xfrm>
          <a:custGeom>
            <a:avLst/>
            <a:gdLst>
              <a:gd name="connsiteX0" fmla="*/ 5441911 w 6428095"/>
              <a:gd name="connsiteY0" fmla="*/ 2825087 h 5991368"/>
              <a:gd name="connsiteX1" fmla="*/ 5441911 w 6428095"/>
              <a:gd name="connsiteY1" fmla="*/ 5715640 h 5991368"/>
              <a:gd name="connsiteX2" fmla="*/ 5474902 w 6428095"/>
              <a:gd name="connsiteY2" fmla="*/ 5712314 h 5991368"/>
              <a:gd name="connsiteX3" fmla="*/ 5982832 w 6428095"/>
              <a:gd name="connsiteY3" fmla="*/ 5089105 h 5991368"/>
              <a:gd name="connsiteX4" fmla="*/ 5982832 w 6428095"/>
              <a:gd name="connsiteY4" fmla="*/ 2825087 h 5991368"/>
              <a:gd name="connsiteX5" fmla="*/ 1402173 w 6428095"/>
              <a:gd name="connsiteY5" fmla="*/ 2825087 h 5991368"/>
              <a:gd name="connsiteX6" fmla="*/ 1402173 w 6428095"/>
              <a:gd name="connsiteY6" fmla="*/ 5725238 h 5991368"/>
              <a:gd name="connsiteX7" fmla="*/ 5117911 w 6428095"/>
              <a:gd name="connsiteY7" fmla="*/ 5725238 h 5991368"/>
              <a:gd name="connsiteX8" fmla="*/ 5117911 w 6428095"/>
              <a:gd name="connsiteY8" fmla="*/ 2825087 h 5991368"/>
              <a:gd name="connsiteX9" fmla="*/ 3562065 w 6428095"/>
              <a:gd name="connsiteY9" fmla="*/ 2825087 h 5991368"/>
              <a:gd name="connsiteX10" fmla="*/ 3562065 w 6428095"/>
              <a:gd name="connsiteY10" fmla="*/ 3384644 h 5991368"/>
              <a:gd name="connsiteX11" fmla="*/ 2966749 w 6428095"/>
              <a:gd name="connsiteY11" fmla="*/ 3384644 h 5991368"/>
              <a:gd name="connsiteX12" fmla="*/ 2966749 w 6428095"/>
              <a:gd name="connsiteY12" fmla="*/ 2825087 h 5991368"/>
              <a:gd name="connsiteX13" fmla="*/ 574917 w 6428095"/>
              <a:gd name="connsiteY13" fmla="*/ 2825087 h 5991368"/>
              <a:gd name="connsiteX14" fmla="*/ 574917 w 6428095"/>
              <a:gd name="connsiteY14" fmla="*/ 5089105 h 5991368"/>
              <a:gd name="connsiteX15" fmla="*/ 963438 w 6428095"/>
              <a:gd name="connsiteY15" fmla="*/ 5675248 h 5991368"/>
              <a:gd name="connsiteX16" fmla="*/ 1078173 w 6428095"/>
              <a:gd name="connsiteY16" fmla="*/ 5710863 h 5991368"/>
              <a:gd name="connsiteX17" fmla="*/ 1078173 w 6428095"/>
              <a:gd name="connsiteY17" fmla="*/ 2825087 h 5991368"/>
              <a:gd name="connsiteX18" fmla="*/ 276838 w 6428095"/>
              <a:gd name="connsiteY18" fmla="*/ 1095703 h 5991368"/>
              <a:gd name="connsiteX19" fmla="*/ 276838 w 6428095"/>
              <a:gd name="connsiteY19" fmla="*/ 2548248 h 5991368"/>
              <a:gd name="connsiteX20" fmla="*/ 6151257 w 6428095"/>
              <a:gd name="connsiteY20" fmla="*/ 2548248 h 5991368"/>
              <a:gd name="connsiteX21" fmla="*/ 6151257 w 6428095"/>
              <a:gd name="connsiteY21" fmla="*/ 1095703 h 5991368"/>
              <a:gd name="connsiteX22" fmla="*/ 2218871 w 6428095"/>
              <a:gd name="connsiteY22" fmla="*/ 280889 h 5991368"/>
              <a:gd name="connsiteX23" fmla="*/ 2218871 w 6428095"/>
              <a:gd name="connsiteY23" fmla="*/ 769988 h 5991368"/>
              <a:gd name="connsiteX24" fmla="*/ 4209225 w 6428095"/>
              <a:gd name="connsiteY24" fmla="*/ 769988 h 5991368"/>
              <a:gd name="connsiteX25" fmla="*/ 4209225 w 6428095"/>
              <a:gd name="connsiteY25" fmla="*/ 280889 h 5991368"/>
              <a:gd name="connsiteX26" fmla="*/ 1937982 w 6428095"/>
              <a:gd name="connsiteY26" fmla="*/ 0 h 5991368"/>
              <a:gd name="connsiteX27" fmla="*/ 4490114 w 6428095"/>
              <a:gd name="connsiteY27" fmla="*/ 0 h 5991368"/>
              <a:gd name="connsiteX28" fmla="*/ 4490114 w 6428095"/>
              <a:gd name="connsiteY28" fmla="*/ 818865 h 5991368"/>
              <a:gd name="connsiteX29" fmla="*/ 6428095 w 6428095"/>
              <a:gd name="connsiteY29" fmla="*/ 818865 h 5991368"/>
              <a:gd name="connsiteX30" fmla="*/ 6428095 w 6428095"/>
              <a:gd name="connsiteY30" fmla="*/ 2825087 h 5991368"/>
              <a:gd name="connsiteX31" fmla="*/ 6250674 w 6428095"/>
              <a:gd name="connsiteY31" fmla="*/ 2825087 h 5991368"/>
              <a:gd name="connsiteX32" fmla="*/ 6250674 w 6428095"/>
              <a:gd name="connsiteY32" fmla="*/ 5292223 h 5991368"/>
              <a:gd name="connsiteX33" fmla="*/ 5551529 w 6428095"/>
              <a:gd name="connsiteY33" fmla="*/ 5991368 h 5991368"/>
              <a:gd name="connsiteX34" fmla="*/ 1006220 w 6428095"/>
              <a:gd name="connsiteY34" fmla="*/ 5991368 h 5991368"/>
              <a:gd name="connsiteX35" fmla="*/ 307074 w 6428095"/>
              <a:gd name="connsiteY35" fmla="*/ 5292223 h 5991368"/>
              <a:gd name="connsiteX36" fmla="*/ 307074 w 6428095"/>
              <a:gd name="connsiteY36" fmla="*/ 2825087 h 5991368"/>
              <a:gd name="connsiteX37" fmla="*/ 0 w 6428095"/>
              <a:gd name="connsiteY37" fmla="*/ 2825087 h 5991368"/>
              <a:gd name="connsiteX38" fmla="*/ 0 w 6428095"/>
              <a:gd name="connsiteY38" fmla="*/ 818865 h 5991368"/>
              <a:gd name="connsiteX39" fmla="*/ 1937982 w 6428095"/>
              <a:gd name="connsiteY39" fmla="*/ 818865 h 5991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428095" h="5991368">
                <a:moveTo>
                  <a:pt x="5441911" y="2825087"/>
                </a:moveTo>
                <a:lnTo>
                  <a:pt x="5441911" y="5715640"/>
                </a:lnTo>
                <a:lnTo>
                  <a:pt x="5474902" y="5712314"/>
                </a:lnTo>
                <a:cubicBezTo>
                  <a:pt x="5764778" y="5652997"/>
                  <a:pt x="5982832" y="5396516"/>
                  <a:pt x="5982832" y="5089105"/>
                </a:cubicBezTo>
                <a:lnTo>
                  <a:pt x="5982832" y="2825087"/>
                </a:lnTo>
                <a:close/>
                <a:moveTo>
                  <a:pt x="1402173" y="2825087"/>
                </a:moveTo>
                <a:lnTo>
                  <a:pt x="1402173" y="5725238"/>
                </a:lnTo>
                <a:lnTo>
                  <a:pt x="5117911" y="5725238"/>
                </a:lnTo>
                <a:lnTo>
                  <a:pt x="5117911" y="2825087"/>
                </a:lnTo>
                <a:lnTo>
                  <a:pt x="3562065" y="2825087"/>
                </a:lnTo>
                <a:lnTo>
                  <a:pt x="3562065" y="3384644"/>
                </a:lnTo>
                <a:lnTo>
                  <a:pt x="2966749" y="3384644"/>
                </a:lnTo>
                <a:lnTo>
                  <a:pt x="2966749" y="2825087"/>
                </a:lnTo>
                <a:close/>
                <a:moveTo>
                  <a:pt x="574917" y="2825087"/>
                </a:moveTo>
                <a:lnTo>
                  <a:pt x="574917" y="5089105"/>
                </a:lnTo>
                <a:cubicBezTo>
                  <a:pt x="574917" y="5352601"/>
                  <a:pt x="735121" y="5578678"/>
                  <a:pt x="963438" y="5675248"/>
                </a:cubicBezTo>
                <a:lnTo>
                  <a:pt x="1078173" y="5710863"/>
                </a:lnTo>
                <a:lnTo>
                  <a:pt x="1078173" y="2825087"/>
                </a:lnTo>
                <a:close/>
                <a:moveTo>
                  <a:pt x="276838" y="1095703"/>
                </a:moveTo>
                <a:lnTo>
                  <a:pt x="276838" y="2548248"/>
                </a:lnTo>
                <a:lnTo>
                  <a:pt x="6151257" y="2548248"/>
                </a:lnTo>
                <a:lnTo>
                  <a:pt x="6151257" y="1095703"/>
                </a:lnTo>
                <a:close/>
                <a:moveTo>
                  <a:pt x="2218871" y="280889"/>
                </a:moveTo>
                <a:lnTo>
                  <a:pt x="2218871" y="769988"/>
                </a:lnTo>
                <a:lnTo>
                  <a:pt x="4209225" y="769988"/>
                </a:lnTo>
                <a:lnTo>
                  <a:pt x="4209225" y="280889"/>
                </a:lnTo>
                <a:close/>
                <a:moveTo>
                  <a:pt x="1937982" y="0"/>
                </a:moveTo>
                <a:lnTo>
                  <a:pt x="4490114" y="0"/>
                </a:lnTo>
                <a:lnTo>
                  <a:pt x="4490114" y="818865"/>
                </a:lnTo>
                <a:lnTo>
                  <a:pt x="6428095" y="818865"/>
                </a:lnTo>
                <a:lnTo>
                  <a:pt x="6428095" y="2825087"/>
                </a:lnTo>
                <a:lnTo>
                  <a:pt x="6250674" y="2825087"/>
                </a:lnTo>
                <a:lnTo>
                  <a:pt x="6250674" y="5292223"/>
                </a:lnTo>
                <a:cubicBezTo>
                  <a:pt x="6250674" y="5678351"/>
                  <a:pt x="5937657" y="5991368"/>
                  <a:pt x="5551529" y="5991368"/>
                </a:cubicBezTo>
                <a:lnTo>
                  <a:pt x="1006220" y="5991368"/>
                </a:lnTo>
                <a:cubicBezTo>
                  <a:pt x="620092" y="5991368"/>
                  <a:pt x="307074" y="5678351"/>
                  <a:pt x="307074" y="5292223"/>
                </a:cubicBezTo>
                <a:lnTo>
                  <a:pt x="307074" y="2825087"/>
                </a:lnTo>
                <a:lnTo>
                  <a:pt x="0" y="2825087"/>
                </a:lnTo>
                <a:lnTo>
                  <a:pt x="0" y="818865"/>
                </a:lnTo>
                <a:lnTo>
                  <a:pt x="1937982" y="818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52"/>
          <p:cNvSpPr>
            <a:spLocks noChangeAspect="1"/>
          </p:cNvSpPr>
          <p:nvPr/>
        </p:nvSpPr>
        <p:spPr>
          <a:xfrm>
            <a:off x="1481006" y="4425337"/>
            <a:ext cx="354308" cy="360000"/>
          </a:xfrm>
          <a:custGeom>
            <a:avLst/>
            <a:gdLst>
              <a:gd name="connsiteX0" fmla="*/ 4292221 w 6318915"/>
              <a:gd name="connsiteY0" fmla="*/ 4599042 h 6420422"/>
              <a:gd name="connsiteX1" fmla="*/ 3542191 w 6318915"/>
              <a:gd name="connsiteY1" fmla="*/ 5349072 h 6420422"/>
              <a:gd name="connsiteX2" fmla="*/ 4292221 w 6318915"/>
              <a:gd name="connsiteY2" fmla="*/ 6099102 h 6420422"/>
              <a:gd name="connsiteX3" fmla="*/ 5042251 w 6318915"/>
              <a:gd name="connsiteY3" fmla="*/ 5349072 h 6420422"/>
              <a:gd name="connsiteX4" fmla="*/ 4292221 w 6318915"/>
              <a:gd name="connsiteY4" fmla="*/ 4599042 h 6420422"/>
              <a:gd name="connsiteX5" fmla="*/ 1071349 w 6318915"/>
              <a:gd name="connsiteY5" fmla="*/ 2122825 h 6420422"/>
              <a:gd name="connsiteX6" fmla="*/ 321319 w 6318915"/>
              <a:gd name="connsiteY6" fmla="*/ 2872855 h 6420422"/>
              <a:gd name="connsiteX7" fmla="*/ 1071349 w 6318915"/>
              <a:gd name="connsiteY7" fmla="*/ 3622885 h 6420422"/>
              <a:gd name="connsiteX8" fmla="*/ 1821379 w 6318915"/>
              <a:gd name="connsiteY8" fmla="*/ 2872855 h 6420422"/>
              <a:gd name="connsiteX9" fmla="*/ 1071349 w 6318915"/>
              <a:gd name="connsiteY9" fmla="*/ 2122825 h 6420422"/>
              <a:gd name="connsiteX10" fmla="*/ 5247564 w 6318915"/>
              <a:gd name="connsiteY10" fmla="*/ 321320 h 6420422"/>
              <a:gd name="connsiteX11" fmla="*/ 4497534 w 6318915"/>
              <a:gd name="connsiteY11" fmla="*/ 1071350 h 6420422"/>
              <a:gd name="connsiteX12" fmla="*/ 5247564 w 6318915"/>
              <a:gd name="connsiteY12" fmla="*/ 1821380 h 6420422"/>
              <a:gd name="connsiteX13" fmla="*/ 5997594 w 6318915"/>
              <a:gd name="connsiteY13" fmla="*/ 1071350 h 6420422"/>
              <a:gd name="connsiteX14" fmla="*/ 5247564 w 6318915"/>
              <a:gd name="connsiteY14" fmla="*/ 321320 h 6420422"/>
              <a:gd name="connsiteX15" fmla="*/ 5247565 w 6318915"/>
              <a:gd name="connsiteY15" fmla="*/ 0 h 6420422"/>
              <a:gd name="connsiteX16" fmla="*/ 6318915 w 6318915"/>
              <a:gd name="connsiteY16" fmla="*/ 1071350 h 6420422"/>
              <a:gd name="connsiteX17" fmla="*/ 5247565 w 6318915"/>
              <a:gd name="connsiteY17" fmla="*/ 2142700 h 6420422"/>
              <a:gd name="connsiteX18" fmla="*/ 4305522 w 6318915"/>
              <a:gd name="connsiteY18" fmla="*/ 1582019 h 6420422"/>
              <a:gd name="connsiteX19" fmla="*/ 4298770 w 6318915"/>
              <a:gd name="connsiteY19" fmla="*/ 1568005 h 6420422"/>
              <a:gd name="connsiteX20" fmla="*/ 2092134 w 6318915"/>
              <a:gd name="connsiteY20" fmla="*/ 2547711 h 6420422"/>
              <a:gd name="connsiteX21" fmla="*/ 2094534 w 6318915"/>
              <a:gd name="connsiteY21" fmla="*/ 2554269 h 6420422"/>
              <a:gd name="connsiteX22" fmla="*/ 2142700 w 6318915"/>
              <a:gd name="connsiteY22" fmla="*/ 2872855 h 6420422"/>
              <a:gd name="connsiteX23" fmla="*/ 2013394 w 6318915"/>
              <a:gd name="connsiteY23" fmla="*/ 3383524 h 6420422"/>
              <a:gd name="connsiteX24" fmla="*/ 2003499 w 6318915"/>
              <a:gd name="connsiteY24" fmla="*/ 3399811 h 6420422"/>
              <a:gd name="connsiteX25" fmla="*/ 3522306 w 6318915"/>
              <a:gd name="connsiteY25" fmla="*/ 4605110 h 6420422"/>
              <a:gd name="connsiteX26" fmla="*/ 3534663 w 6318915"/>
              <a:gd name="connsiteY26" fmla="*/ 4591513 h 6420422"/>
              <a:gd name="connsiteX27" fmla="*/ 4292222 w 6318915"/>
              <a:gd name="connsiteY27" fmla="*/ 4277722 h 6420422"/>
              <a:gd name="connsiteX28" fmla="*/ 5363572 w 6318915"/>
              <a:gd name="connsiteY28" fmla="*/ 5349072 h 6420422"/>
              <a:gd name="connsiteX29" fmla="*/ 4292222 w 6318915"/>
              <a:gd name="connsiteY29" fmla="*/ 6420422 h 6420422"/>
              <a:gd name="connsiteX30" fmla="*/ 3220872 w 6318915"/>
              <a:gd name="connsiteY30" fmla="*/ 5349072 h 6420422"/>
              <a:gd name="connsiteX31" fmla="*/ 3305064 w 6318915"/>
              <a:gd name="connsiteY31" fmla="*/ 4932055 h 6420422"/>
              <a:gd name="connsiteX32" fmla="*/ 3334936 w 6318915"/>
              <a:gd name="connsiteY32" fmla="*/ 4870044 h 6420422"/>
              <a:gd name="connsiteX33" fmla="*/ 1802786 w 6318915"/>
              <a:gd name="connsiteY33" fmla="*/ 3654155 h 6420422"/>
              <a:gd name="connsiteX34" fmla="*/ 1752828 w 6318915"/>
              <a:gd name="connsiteY34" fmla="*/ 3699561 h 6420422"/>
              <a:gd name="connsiteX35" fmla="*/ 1071350 w 6318915"/>
              <a:gd name="connsiteY35" fmla="*/ 3944205 h 6420422"/>
              <a:gd name="connsiteX36" fmla="*/ 0 w 6318915"/>
              <a:gd name="connsiteY36" fmla="*/ 2872855 h 6420422"/>
              <a:gd name="connsiteX37" fmla="*/ 1071350 w 6318915"/>
              <a:gd name="connsiteY37" fmla="*/ 1801505 h 6420422"/>
              <a:gd name="connsiteX38" fmla="*/ 1898056 w 6318915"/>
              <a:gd name="connsiteY38" fmla="*/ 2191377 h 6420422"/>
              <a:gd name="connsiteX39" fmla="*/ 1947460 w 6318915"/>
              <a:gd name="connsiteY39" fmla="*/ 2257445 h 6420422"/>
              <a:gd name="connsiteX40" fmla="*/ 4193835 w 6318915"/>
              <a:gd name="connsiteY40" fmla="*/ 1260096 h 6420422"/>
              <a:gd name="connsiteX41" fmla="*/ 4181747 w 6318915"/>
              <a:gd name="connsiteY41" fmla="*/ 1180890 h 6420422"/>
              <a:gd name="connsiteX42" fmla="*/ 4176215 w 6318915"/>
              <a:gd name="connsiteY42" fmla="*/ 1071350 h 6420422"/>
              <a:gd name="connsiteX43" fmla="*/ 5247565 w 6318915"/>
              <a:gd name="connsiteY43" fmla="*/ 0 h 642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318915" h="6420422">
                <a:moveTo>
                  <a:pt x="4292221" y="4599042"/>
                </a:moveTo>
                <a:cubicBezTo>
                  <a:pt x="3877991" y="4599042"/>
                  <a:pt x="3542191" y="4934842"/>
                  <a:pt x="3542191" y="5349072"/>
                </a:cubicBezTo>
                <a:cubicBezTo>
                  <a:pt x="3542191" y="5763302"/>
                  <a:pt x="3877991" y="6099102"/>
                  <a:pt x="4292221" y="6099102"/>
                </a:cubicBezTo>
                <a:cubicBezTo>
                  <a:pt x="4706451" y="6099102"/>
                  <a:pt x="5042251" y="5763302"/>
                  <a:pt x="5042251" y="5349072"/>
                </a:cubicBezTo>
                <a:cubicBezTo>
                  <a:pt x="5042251" y="4934842"/>
                  <a:pt x="4706451" y="4599042"/>
                  <a:pt x="4292221" y="4599042"/>
                </a:cubicBezTo>
                <a:close/>
                <a:moveTo>
                  <a:pt x="1071349" y="2122825"/>
                </a:moveTo>
                <a:cubicBezTo>
                  <a:pt x="657119" y="2122825"/>
                  <a:pt x="321319" y="2458625"/>
                  <a:pt x="321319" y="2872855"/>
                </a:cubicBezTo>
                <a:cubicBezTo>
                  <a:pt x="321319" y="3287085"/>
                  <a:pt x="657119" y="3622885"/>
                  <a:pt x="1071349" y="3622885"/>
                </a:cubicBezTo>
                <a:cubicBezTo>
                  <a:pt x="1485579" y="3622885"/>
                  <a:pt x="1821379" y="3287085"/>
                  <a:pt x="1821379" y="2872855"/>
                </a:cubicBezTo>
                <a:cubicBezTo>
                  <a:pt x="1821379" y="2458625"/>
                  <a:pt x="1485579" y="2122825"/>
                  <a:pt x="1071349" y="2122825"/>
                </a:cubicBezTo>
                <a:close/>
                <a:moveTo>
                  <a:pt x="5247564" y="321320"/>
                </a:moveTo>
                <a:cubicBezTo>
                  <a:pt x="4833334" y="321320"/>
                  <a:pt x="4497534" y="657120"/>
                  <a:pt x="4497534" y="1071350"/>
                </a:cubicBezTo>
                <a:cubicBezTo>
                  <a:pt x="4497534" y="1485580"/>
                  <a:pt x="4833334" y="1821380"/>
                  <a:pt x="5247564" y="1821380"/>
                </a:cubicBezTo>
                <a:cubicBezTo>
                  <a:pt x="5661794" y="1821380"/>
                  <a:pt x="5997594" y="1485580"/>
                  <a:pt x="5997594" y="1071350"/>
                </a:cubicBezTo>
                <a:cubicBezTo>
                  <a:pt x="5997594" y="657120"/>
                  <a:pt x="5661794" y="321320"/>
                  <a:pt x="5247564" y="321320"/>
                </a:cubicBezTo>
                <a:close/>
                <a:moveTo>
                  <a:pt x="5247565" y="0"/>
                </a:moveTo>
                <a:cubicBezTo>
                  <a:pt x="5839255" y="0"/>
                  <a:pt x="6318915" y="479660"/>
                  <a:pt x="6318915" y="1071350"/>
                </a:cubicBezTo>
                <a:cubicBezTo>
                  <a:pt x="6318915" y="1663040"/>
                  <a:pt x="5839255" y="2142700"/>
                  <a:pt x="5247565" y="2142700"/>
                </a:cubicBezTo>
                <a:cubicBezTo>
                  <a:pt x="4840778" y="2142700"/>
                  <a:pt x="4486943" y="1915986"/>
                  <a:pt x="4305522" y="1582019"/>
                </a:cubicBezTo>
                <a:lnTo>
                  <a:pt x="4298770" y="1568005"/>
                </a:lnTo>
                <a:lnTo>
                  <a:pt x="2092134" y="2547711"/>
                </a:lnTo>
                <a:lnTo>
                  <a:pt x="2094534" y="2554269"/>
                </a:lnTo>
                <a:cubicBezTo>
                  <a:pt x="2125837" y="2654910"/>
                  <a:pt x="2142700" y="2761914"/>
                  <a:pt x="2142700" y="2872855"/>
                </a:cubicBezTo>
                <a:cubicBezTo>
                  <a:pt x="2142700" y="3057758"/>
                  <a:pt x="2095858" y="3231721"/>
                  <a:pt x="2013394" y="3383524"/>
                </a:cubicBezTo>
                <a:lnTo>
                  <a:pt x="2003499" y="3399811"/>
                </a:lnTo>
                <a:lnTo>
                  <a:pt x="3522306" y="4605110"/>
                </a:lnTo>
                <a:lnTo>
                  <a:pt x="3534663" y="4591513"/>
                </a:lnTo>
                <a:cubicBezTo>
                  <a:pt x="3728539" y="4397637"/>
                  <a:pt x="3996377" y="4277722"/>
                  <a:pt x="4292222" y="4277722"/>
                </a:cubicBezTo>
                <a:cubicBezTo>
                  <a:pt x="4883912" y="4277722"/>
                  <a:pt x="5363572" y="4757382"/>
                  <a:pt x="5363572" y="5349072"/>
                </a:cubicBezTo>
                <a:cubicBezTo>
                  <a:pt x="5363572" y="5940762"/>
                  <a:pt x="4883912" y="6420422"/>
                  <a:pt x="4292222" y="6420422"/>
                </a:cubicBezTo>
                <a:cubicBezTo>
                  <a:pt x="3700532" y="6420422"/>
                  <a:pt x="3220872" y="5940762"/>
                  <a:pt x="3220872" y="5349072"/>
                </a:cubicBezTo>
                <a:cubicBezTo>
                  <a:pt x="3220872" y="5201150"/>
                  <a:pt x="3250851" y="5060229"/>
                  <a:pt x="3305064" y="4932055"/>
                </a:cubicBezTo>
                <a:lnTo>
                  <a:pt x="3334936" y="4870044"/>
                </a:lnTo>
                <a:lnTo>
                  <a:pt x="1802786" y="3654155"/>
                </a:lnTo>
                <a:lnTo>
                  <a:pt x="1752828" y="3699561"/>
                </a:lnTo>
                <a:cubicBezTo>
                  <a:pt x="1567635" y="3852395"/>
                  <a:pt x="1330214" y="3944205"/>
                  <a:pt x="1071350" y="3944205"/>
                </a:cubicBezTo>
                <a:cubicBezTo>
                  <a:pt x="479660" y="3944205"/>
                  <a:pt x="0" y="3464545"/>
                  <a:pt x="0" y="2872855"/>
                </a:cubicBezTo>
                <a:cubicBezTo>
                  <a:pt x="0" y="2281166"/>
                  <a:pt x="479660" y="1801505"/>
                  <a:pt x="1071350" y="1801505"/>
                </a:cubicBezTo>
                <a:cubicBezTo>
                  <a:pt x="1404176" y="1801505"/>
                  <a:pt x="1701554" y="1953273"/>
                  <a:pt x="1898056" y="2191377"/>
                </a:cubicBezTo>
                <a:lnTo>
                  <a:pt x="1947460" y="2257445"/>
                </a:lnTo>
                <a:lnTo>
                  <a:pt x="4193835" y="1260096"/>
                </a:lnTo>
                <a:lnTo>
                  <a:pt x="4181747" y="1180890"/>
                </a:lnTo>
                <a:cubicBezTo>
                  <a:pt x="4178089" y="1144874"/>
                  <a:pt x="4176215" y="1108331"/>
                  <a:pt x="4176215" y="1071350"/>
                </a:cubicBezTo>
                <a:cubicBezTo>
                  <a:pt x="4176215" y="479660"/>
                  <a:pt x="4655875" y="0"/>
                  <a:pt x="524756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任意多边形 53"/>
          <p:cNvSpPr>
            <a:spLocks noChangeAspect="1"/>
          </p:cNvSpPr>
          <p:nvPr/>
        </p:nvSpPr>
        <p:spPr>
          <a:xfrm>
            <a:off x="2285339" y="4425337"/>
            <a:ext cx="360930" cy="360000"/>
          </a:xfrm>
          <a:custGeom>
            <a:avLst/>
            <a:gdLst>
              <a:gd name="connsiteX0" fmla="*/ 2389185 w 5299206"/>
              <a:gd name="connsiteY0" fmla="*/ 1473959 h 5285557"/>
              <a:gd name="connsiteX1" fmla="*/ 2651908 w 5299206"/>
              <a:gd name="connsiteY1" fmla="*/ 1582782 h 5285557"/>
              <a:gd name="connsiteX2" fmla="*/ 3107695 w 5299206"/>
              <a:gd name="connsiteY2" fmla="*/ 2038569 h 5285557"/>
              <a:gd name="connsiteX3" fmla="*/ 2924450 w 5299206"/>
              <a:gd name="connsiteY3" fmla="*/ 2221812 h 5285557"/>
              <a:gd name="connsiteX4" fmla="*/ 2607831 w 5299206"/>
              <a:gd name="connsiteY4" fmla="*/ 1905193 h 5285557"/>
              <a:gd name="connsiteX5" fmla="*/ 2414692 w 5299206"/>
              <a:gd name="connsiteY5" fmla="*/ 1825192 h 5285557"/>
              <a:gd name="connsiteX6" fmla="*/ 2221553 w 5299206"/>
              <a:gd name="connsiteY6" fmla="*/ 1905193 h 5285557"/>
              <a:gd name="connsiteX7" fmla="*/ 431233 w 5299206"/>
              <a:gd name="connsiteY7" fmla="*/ 3695512 h 5285557"/>
              <a:gd name="connsiteX8" fmla="*/ 431233 w 5299206"/>
              <a:gd name="connsiteY8" fmla="*/ 4081791 h 5285557"/>
              <a:gd name="connsiteX9" fmla="*/ 1203767 w 5299206"/>
              <a:gd name="connsiteY9" fmla="*/ 4854325 h 5285557"/>
              <a:gd name="connsiteX10" fmla="*/ 1590045 w 5299206"/>
              <a:gd name="connsiteY10" fmla="*/ 4854325 h 5285557"/>
              <a:gd name="connsiteX11" fmla="*/ 2280786 w 5299206"/>
              <a:gd name="connsiteY11" fmla="*/ 4163584 h 5285557"/>
              <a:gd name="connsiteX12" fmla="*/ 2489538 w 5299206"/>
              <a:gd name="connsiteY12" fmla="*/ 4372336 h 5285557"/>
              <a:gd name="connsiteX13" fmla="*/ 1685139 w 5299206"/>
              <a:gd name="connsiteY13" fmla="*/ 5176735 h 5285557"/>
              <a:gd name="connsiteX14" fmla="*/ 1159691 w 5299206"/>
              <a:gd name="connsiteY14" fmla="*/ 5176735 h 5285557"/>
              <a:gd name="connsiteX15" fmla="*/ 108823 w 5299206"/>
              <a:gd name="connsiteY15" fmla="*/ 4125867 h 5285557"/>
              <a:gd name="connsiteX16" fmla="*/ 108823 w 5299206"/>
              <a:gd name="connsiteY16" fmla="*/ 3600419 h 5285557"/>
              <a:gd name="connsiteX17" fmla="*/ 2126460 w 5299206"/>
              <a:gd name="connsiteY17" fmla="*/ 1582782 h 5285557"/>
              <a:gd name="connsiteX18" fmla="*/ 2389185 w 5299206"/>
              <a:gd name="connsiteY18" fmla="*/ 1473959 h 5285557"/>
              <a:gd name="connsiteX19" fmla="*/ 3876792 w 5299206"/>
              <a:gd name="connsiteY19" fmla="*/ 0 h 5285557"/>
              <a:gd name="connsiteX20" fmla="*/ 4139515 w 5299206"/>
              <a:gd name="connsiteY20" fmla="*/ 108823 h 5285557"/>
              <a:gd name="connsiteX21" fmla="*/ 5190383 w 5299206"/>
              <a:gd name="connsiteY21" fmla="*/ 1159691 h 5285557"/>
              <a:gd name="connsiteX22" fmla="*/ 5190383 w 5299206"/>
              <a:gd name="connsiteY22" fmla="*/ 1685139 h 5285557"/>
              <a:gd name="connsiteX23" fmla="*/ 3172746 w 5299206"/>
              <a:gd name="connsiteY23" fmla="*/ 3702776 h 5285557"/>
              <a:gd name="connsiteX24" fmla="*/ 2910021 w 5299206"/>
              <a:gd name="connsiteY24" fmla="*/ 3811599 h 5285557"/>
              <a:gd name="connsiteX25" fmla="*/ 2647298 w 5299206"/>
              <a:gd name="connsiteY25" fmla="*/ 3702776 h 5285557"/>
              <a:gd name="connsiteX26" fmla="*/ 2191512 w 5299206"/>
              <a:gd name="connsiteY26" fmla="*/ 3246990 h 5285557"/>
              <a:gd name="connsiteX27" fmla="*/ 2374756 w 5299206"/>
              <a:gd name="connsiteY27" fmla="*/ 3063746 h 5285557"/>
              <a:gd name="connsiteX28" fmla="*/ 2691376 w 5299206"/>
              <a:gd name="connsiteY28" fmla="*/ 3380366 h 5285557"/>
              <a:gd name="connsiteX29" fmla="*/ 2884515 w 5299206"/>
              <a:gd name="connsiteY29" fmla="*/ 3460366 h 5285557"/>
              <a:gd name="connsiteX30" fmla="*/ 3077654 w 5299206"/>
              <a:gd name="connsiteY30" fmla="*/ 3380366 h 5285557"/>
              <a:gd name="connsiteX31" fmla="*/ 4867973 w 5299206"/>
              <a:gd name="connsiteY31" fmla="*/ 1590046 h 5285557"/>
              <a:gd name="connsiteX32" fmla="*/ 4867973 w 5299206"/>
              <a:gd name="connsiteY32" fmla="*/ 1203767 h 5285557"/>
              <a:gd name="connsiteX33" fmla="*/ 4095439 w 5299206"/>
              <a:gd name="connsiteY33" fmla="*/ 431234 h 5285557"/>
              <a:gd name="connsiteX34" fmla="*/ 3709161 w 5299206"/>
              <a:gd name="connsiteY34" fmla="*/ 431234 h 5285557"/>
              <a:gd name="connsiteX35" fmla="*/ 3018420 w 5299206"/>
              <a:gd name="connsiteY35" fmla="*/ 1121975 h 5285557"/>
              <a:gd name="connsiteX36" fmla="*/ 2809668 w 5299206"/>
              <a:gd name="connsiteY36" fmla="*/ 913222 h 5285557"/>
              <a:gd name="connsiteX37" fmla="*/ 3614067 w 5299206"/>
              <a:gd name="connsiteY37" fmla="*/ 108823 h 5285557"/>
              <a:gd name="connsiteX38" fmla="*/ 3876792 w 5299206"/>
              <a:gd name="connsiteY38" fmla="*/ 0 h 5285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299206" h="5285557">
                <a:moveTo>
                  <a:pt x="2389185" y="1473959"/>
                </a:moveTo>
                <a:cubicBezTo>
                  <a:pt x="2484272" y="1473959"/>
                  <a:pt x="2579360" y="1510234"/>
                  <a:pt x="2651908" y="1582782"/>
                </a:cubicBezTo>
                <a:lnTo>
                  <a:pt x="3107695" y="2038569"/>
                </a:lnTo>
                <a:lnTo>
                  <a:pt x="2924450" y="2221812"/>
                </a:lnTo>
                <a:lnTo>
                  <a:pt x="2607831" y="1905193"/>
                </a:lnTo>
                <a:cubicBezTo>
                  <a:pt x="2554497" y="1851859"/>
                  <a:pt x="2484595" y="1825192"/>
                  <a:pt x="2414692" y="1825192"/>
                </a:cubicBezTo>
                <a:cubicBezTo>
                  <a:pt x="2344789" y="1825192"/>
                  <a:pt x="2274886" y="1851859"/>
                  <a:pt x="2221553" y="1905193"/>
                </a:cubicBezTo>
                <a:lnTo>
                  <a:pt x="431233" y="3695512"/>
                </a:lnTo>
                <a:cubicBezTo>
                  <a:pt x="324565" y="3802180"/>
                  <a:pt x="324565" y="3975123"/>
                  <a:pt x="431233" y="4081791"/>
                </a:cubicBezTo>
                <a:lnTo>
                  <a:pt x="1203767" y="4854325"/>
                </a:lnTo>
                <a:cubicBezTo>
                  <a:pt x="1310435" y="4960992"/>
                  <a:pt x="1483377" y="4960992"/>
                  <a:pt x="1590045" y="4854325"/>
                </a:cubicBezTo>
                <a:lnTo>
                  <a:pt x="2280786" y="4163584"/>
                </a:lnTo>
                <a:lnTo>
                  <a:pt x="2489538" y="4372336"/>
                </a:lnTo>
                <a:lnTo>
                  <a:pt x="1685139" y="5176735"/>
                </a:lnTo>
                <a:cubicBezTo>
                  <a:pt x="1540040" y="5321832"/>
                  <a:pt x="1304788" y="5321832"/>
                  <a:pt x="1159691" y="5176735"/>
                </a:cubicBezTo>
                <a:lnTo>
                  <a:pt x="108823" y="4125867"/>
                </a:lnTo>
                <a:cubicBezTo>
                  <a:pt x="-36275" y="3980769"/>
                  <a:pt x="-36275" y="3745518"/>
                  <a:pt x="108823" y="3600419"/>
                </a:cubicBezTo>
                <a:lnTo>
                  <a:pt x="2126460" y="1582782"/>
                </a:lnTo>
                <a:cubicBezTo>
                  <a:pt x="2199009" y="1510233"/>
                  <a:pt x="2294097" y="1473959"/>
                  <a:pt x="2389185" y="1473959"/>
                </a:cubicBezTo>
                <a:close/>
                <a:moveTo>
                  <a:pt x="3876792" y="0"/>
                </a:moveTo>
                <a:cubicBezTo>
                  <a:pt x="3971879" y="0"/>
                  <a:pt x="4066967" y="36275"/>
                  <a:pt x="4139515" y="108823"/>
                </a:cubicBezTo>
                <a:lnTo>
                  <a:pt x="5190383" y="1159691"/>
                </a:lnTo>
                <a:cubicBezTo>
                  <a:pt x="5335481" y="1304789"/>
                  <a:pt x="5335481" y="1540041"/>
                  <a:pt x="5190383" y="1685139"/>
                </a:cubicBezTo>
                <a:lnTo>
                  <a:pt x="3172746" y="3702776"/>
                </a:lnTo>
                <a:cubicBezTo>
                  <a:pt x="3100197" y="3775325"/>
                  <a:pt x="3005110" y="3811600"/>
                  <a:pt x="2910021" y="3811599"/>
                </a:cubicBezTo>
                <a:cubicBezTo>
                  <a:pt x="2814934" y="3811599"/>
                  <a:pt x="2719847" y="3775324"/>
                  <a:pt x="2647298" y="3702776"/>
                </a:cubicBezTo>
                <a:lnTo>
                  <a:pt x="2191512" y="3246990"/>
                </a:lnTo>
                <a:lnTo>
                  <a:pt x="2374756" y="3063746"/>
                </a:lnTo>
                <a:lnTo>
                  <a:pt x="2691376" y="3380366"/>
                </a:lnTo>
                <a:cubicBezTo>
                  <a:pt x="2744709" y="3433699"/>
                  <a:pt x="2814612" y="3460366"/>
                  <a:pt x="2884515" y="3460366"/>
                </a:cubicBezTo>
                <a:cubicBezTo>
                  <a:pt x="2954418" y="3460366"/>
                  <a:pt x="3024320" y="3433699"/>
                  <a:pt x="3077654" y="3380366"/>
                </a:cubicBezTo>
                <a:lnTo>
                  <a:pt x="4867973" y="1590046"/>
                </a:lnTo>
                <a:cubicBezTo>
                  <a:pt x="4974641" y="1483378"/>
                  <a:pt x="4974641" y="1310435"/>
                  <a:pt x="4867973" y="1203767"/>
                </a:cubicBezTo>
                <a:lnTo>
                  <a:pt x="4095439" y="431234"/>
                </a:lnTo>
                <a:cubicBezTo>
                  <a:pt x="3988772" y="324566"/>
                  <a:pt x="3815829" y="324566"/>
                  <a:pt x="3709161" y="431234"/>
                </a:cubicBezTo>
                <a:lnTo>
                  <a:pt x="3018420" y="1121975"/>
                </a:lnTo>
                <a:lnTo>
                  <a:pt x="2809668" y="913222"/>
                </a:lnTo>
                <a:lnTo>
                  <a:pt x="3614067" y="108823"/>
                </a:lnTo>
                <a:cubicBezTo>
                  <a:pt x="3686617" y="36275"/>
                  <a:pt x="3781704" y="0"/>
                  <a:pt x="387679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任意多边形 54"/>
          <p:cNvSpPr>
            <a:spLocks noChangeAspect="1"/>
          </p:cNvSpPr>
          <p:nvPr/>
        </p:nvSpPr>
        <p:spPr>
          <a:xfrm>
            <a:off x="3093449" y="4425337"/>
            <a:ext cx="360000" cy="360000"/>
          </a:xfrm>
          <a:custGeom>
            <a:avLst/>
            <a:gdLst>
              <a:gd name="connsiteX0" fmla="*/ 1913335 w 5602407"/>
              <a:gd name="connsiteY0" fmla="*/ 2441873 h 5602407"/>
              <a:gd name="connsiteX1" fmla="*/ 1919745 w 5602407"/>
              <a:gd name="connsiteY1" fmla="*/ 2450299 h 5602407"/>
              <a:gd name="connsiteX2" fmla="*/ 1926109 w 5602407"/>
              <a:gd name="connsiteY2" fmla="*/ 2441877 h 5602407"/>
              <a:gd name="connsiteX3" fmla="*/ 3206659 w 5602407"/>
              <a:gd name="connsiteY3" fmla="*/ 3409600 h 5602407"/>
              <a:gd name="connsiteX4" fmla="*/ 4120155 w 5602407"/>
              <a:gd name="connsiteY4" fmla="*/ 2714710 h 5602407"/>
              <a:gd name="connsiteX5" fmla="*/ 4125366 w 5602407"/>
              <a:gd name="connsiteY5" fmla="*/ 2721560 h 5602407"/>
              <a:gd name="connsiteX6" fmla="*/ 4145778 w 5602407"/>
              <a:gd name="connsiteY6" fmla="*/ 2694550 h 5602407"/>
              <a:gd name="connsiteX7" fmla="*/ 5007411 w 5602407"/>
              <a:gd name="connsiteY7" fmla="*/ 3345694 h 5602407"/>
              <a:gd name="connsiteX8" fmla="*/ 4833772 w 5602407"/>
              <a:gd name="connsiteY8" fmla="*/ 3575463 h 5602407"/>
              <a:gd name="connsiteX9" fmla="*/ 4145634 w 5602407"/>
              <a:gd name="connsiteY9" fmla="*/ 3055430 h 5602407"/>
              <a:gd name="connsiteX10" fmla="*/ 3444129 w 5602407"/>
              <a:gd name="connsiteY10" fmla="*/ 3589059 h 5602407"/>
              <a:gd name="connsiteX11" fmla="*/ 4769498 w 5602407"/>
              <a:gd name="connsiteY11" fmla="*/ 4590653 h 5602407"/>
              <a:gd name="connsiteX12" fmla="*/ 4595859 w 5602407"/>
              <a:gd name="connsiteY12" fmla="*/ 4820422 h 5602407"/>
              <a:gd name="connsiteX13" fmla="*/ 3206073 w 5602407"/>
              <a:gd name="connsiteY13" fmla="*/ 3770147 h 5602407"/>
              <a:gd name="connsiteX14" fmla="*/ 3196591 w 5602407"/>
              <a:gd name="connsiteY14" fmla="*/ 3777359 h 5602407"/>
              <a:gd name="connsiteX15" fmla="*/ 3170865 w 5602407"/>
              <a:gd name="connsiteY15" fmla="*/ 3743540 h 5602407"/>
              <a:gd name="connsiteX16" fmla="*/ 1919113 w 5602407"/>
              <a:gd name="connsiteY16" fmla="*/ 2797579 h 5602407"/>
              <a:gd name="connsiteX17" fmla="*/ 989771 w 5602407"/>
              <a:gd name="connsiteY17" fmla="*/ 3504522 h 5602407"/>
              <a:gd name="connsiteX18" fmla="*/ 816252 w 5602407"/>
              <a:gd name="connsiteY18" fmla="*/ 3276416 h 5602407"/>
              <a:gd name="connsiteX19" fmla="*/ 3254993 w 5602407"/>
              <a:gd name="connsiteY19" fmla="*/ 1104161 h 5602407"/>
              <a:gd name="connsiteX20" fmla="*/ 2670668 w 5602407"/>
              <a:gd name="connsiteY20" fmla="*/ 1688486 h 5602407"/>
              <a:gd name="connsiteX21" fmla="*/ 3254993 w 5602407"/>
              <a:gd name="connsiteY21" fmla="*/ 2272811 h 5602407"/>
              <a:gd name="connsiteX22" fmla="*/ 3839318 w 5602407"/>
              <a:gd name="connsiteY22" fmla="*/ 1688486 h 5602407"/>
              <a:gd name="connsiteX23" fmla="*/ 3254993 w 5602407"/>
              <a:gd name="connsiteY23" fmla="*/ 1104161 h 5602407"/>
              <a:gd name="connsiteX24" fmla="*/ 3254993 w 5602407"/>
              <a:gd name="connsiteY24" fmla="*/ 855972 h 5602407"/>
              <a:gd name="connsiteX25" fmla="*/ 4087507 w 5602407"/>
              <a:gd name="connsiteY25" fmla="*/ 1688486 h 5602407"/>
              <a:gd name="connsiteX26" fmla="*/ 3254993 w 5602407"/>
              <a:gd name="connsiteY26" fmla="*/ 2521000 h 5602407"/>
              <a:gd name="connsiteX27" fmla="*/ 2422479 w 5602407"/>
              <a:gd name="connsiteY27" fmla="*/ 1688486 h 5602407"/>
              <a:gd name="connsiteX28" fmla="*/ 3254993 w 5602407"/>
              <a:gd name="connsiteY28" fmla="*/ 855972 h 5602407"/>
              <a:gd name="connsiteX29" fmla="*/ 852082 w 5602407"/>
              <a:gd name="connsiteY29" fmla="*/ 254082 h 5602407"/>
              <a:gd name="connsiteX30" fmla="*/ 252467 w 5602407"/>
              <a:gd name="connsiteY30" fmla="*/ 853697 h 5602407"/>
              <a:gd name="connsiteX31" fmla="*/ 252467 w 5602407"/>
              <a:gd name="connsiteY31" fmla="*/ 4751939 h 5602407"/>
              <a:gd name="connsiteX32" fmla="*/ 852082 w 5602407"/>
              <a:gd name="connsiteY32" fmla="*/ 5351554 h 5602407"/>
              <a:gd name="connsiteX33" fmla="*/ 4750325 w 5602407"/>
              <a:gd name="connsiteY33" fmla="*/ 5351554 h 5602407"/>
              <a:gd name="connsiteX34" fmla="*/ 5349940 w 5602407"/>
              <a:gd name="connsiteY34" fmla="*/ 4751939 h 5602407"/>
              <a:gd name="connsiteX35" fmla="*/ 5349940 w 5602407"/>
              <a:gd name="connsiteY35" fmla="*/ 853697 h 5602407"/>
              <a:gd name="connsiteX36" fmla="*/ 4750325 w 5602407"/>
              <a:gd name="connsiteY36" fmla="*/ 254082 h 5602407"/>
              <a:gd name="connsiteX37" fmla="*/ 659011 w 5602407"/>
              <a:gd name="connsiteY37" fmla="*/ 0 h 5602407"/>
              <a:gd name="connsiteX38" fmla="*/ 4943396 w 5602407"/>
              <a:gd name="connsiteY38" fmla="*/ 0 h 5602407"/>
              <a:gd name="connsiteX39" fmla="*/ 5602407 w 5602407"/>
              <a:gd name="connsiteY39" fmla="*/ 659011 h 5602407"/>
              <a:gd name="connsiteX40" fmla="*/ 5602407 w 5602407"/>
              <a:gd name="connsiteY40" fmla="*/ 4943396 h 5602407"/>
              <a:gd name="connsiteX41" fmla="*/ 4943396 w 5602407"/>
              <a:gd name="connsiteY41" fmla="*/ 5602407 h 5602407"/>
              <a:gd name="connsiteX42" fmla="*/ 659011 w 5602407"/>
              <a:gd name="connsiteY42" fmla="*/ 5602407 h 5602407"/>
              <a:gd name="connsiteX43" fmla="*/ 0 w 5602407"/>
              <a:gd name="connsiteY43" fmla="*/ 4943396 h 5602407"/>
              <a:gd name="connsiteX44" fmla="*/ 0 w 5602407"/>
              <a:gd name="connsiteY44" fmla="*/ 659011 h 5602407"/>
              <a:gd name="connsiteX45" fmla="*/ 659011 w 5602407"/>
              <a:gd name="connsiteY45" fmla="*/ 0 h 560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602407" h="5602407">
                <a:moveTo>
                  <a:pt x="1913335" y="2441873"/>
                </a:moveTo>
                <a:lnTo>
                  <a:pt x="1919745" y="2450299"/>
                </a:lnTo>
                <a:lnTo>
                  <a:pt x="1926109" y="2441877"/>
                </a:lnTo>
                <a:lnTo>
                  <a:pt x="3206659" y="3409600"/>
                </a:lnTo>
                <a:lnTo>
                  <a:pt x="4120155" y="2714710"/>
                </a:lnTo>
                <a:lnTo>
                  <a:pt x="4125366" y="2721560"/>
                </a:lnTo>
                <a:lnTo>
                  <a:pt x="4145778" y="2694550"/>
                </a:lnTo>
                <a:lnTo>
                  <a:pt x="5007411" y="3345694"/>
                </a:lnTo>
                <a:lnTo>
                  <a:pt x="4833772" y="3575463"/>
                </a:lnTo>
                <a:lnTo>
                  <a:pt x="4145634" y="3055430"/>
                </a:lnTo>
                <a:lnTo>
                  <a:pt x="3444129" y="3589059"/>
                </a:lnTo>
                <a:lnTo>
                  <a:pt x="4769498" y="4590653"/>
                </a:lnTo>
                <a:lnTo>
                  <a:pt x="4595859" y="4820422"/>
                </a:lnTo>
                <a:lnTo>
                  <a:pt x="3206073" y="3770147"/>
                </a:lnTo>
                <a:lnTo>
                  <a:pt x="3196591" y="3777359"/>
                </a:lnTo>
                <a:lnTo>
                  <a:pt x="3170865" y="3743540"/>
                </a:lnTo>
                <a:lnTo>
                  <a:pt x="1919113" y="2797579"/>
                </a:lnTo>
                <a:lnTo>
                  <a:pt x="989771" y="3504522"/>
                </a:lnTo>
                <a:lnTo>
                  <a:pt x="816252" y="3276416"/>
                </a:lnTo>
                <a:close/>
                <a:moveTo>
                  <a:pt x="3254993" y="1104161"/>
                </a:moveTo>
                <a:cubicBezTo>
                  <a:pt x="2932279" y="1104161"/>
                  <a:pt x="2670668" y="1365773"/>
                  <a:pt x="2670668" y="1688486"/>
                </a:cubicBezTo>
                <a:cubicBezTo>
                  <a:pt x="2670668" y="2011200"/>
                  <a:pt x="2932279" y="2272811"/>
                  <a:pt x="3254993" y="2272811"/>
                </a:cubicBezTo>
                <a:cubicBezTo>
                  <a:pt x="3577707" y="2272811"/>
                  <a:pt x="3839318" y="2011200"/>
                  <a:pt x="3839318" y="1688486"/>
                </a:cubicBezTo>
                <a:cubicBezTo>
                  <a:pt x="3839318" y="1365773"/>
                  <a:pt x="3577707" y="1104161"/>
                  <a:pt x="3254993" y="1104161"/>
                </a:cubicBezTo>
                <a:close/>
                <a:moveTo>
                  <a:pt x="3254993" y="855972"/>
                </a:moveTo>
                <a:cubicBezTo>
                  <a:pt x="3714778" y="855972"/>
                  <a:pt x="4087507" y="1228701"/>
                  <a:pt x="4087507" y="1688486"/>
                </a:cubicBezTo>
                <a:cubicBezTo>
                  <a:pt x="4087507" y="2148271"/>
                  <a:pt x="3714778" y="2521000"/>
                  <a:pt x="3254993" y="2521000"/>
                </a:cubicBezTo>
                <a:cubicBezTo>
                  <a:pt x="2795208" y="2521000"/>
                  <a:pt x="2422479" y="2148271"/>
                  <a:pt x="2422479" y="1688486"/>
                </a:cubicBezTo>
                <a:cubicBezTo>
                  <a:pt x="2422479" y="1228701"/>
                  <a:pt x="2795208" y="855972"/>
                  <a:pt x="3254993" y="855972"/>
                </a:cubicBezTo>
                <a:close/>
                <a:moveTo>
                  <a:pt x="852082" y="254082"/>
                </a:moveTo>
                <a:cubicBezTo>
                  <a:pt x="520924" y="254082"/>
                  <a:pt x="252467" y="522538"/>
                  <a:pt x="252467" y="853697"/>
                </a:cubicBezTo>
                <a:lnTo>
                  <a:pt x="252467" y="4751939"/>
                </a:lnTo>
                <a:cubicBezTo>
                  <a:pt x="252467" y="5083098"/>
                  <a:pt x="520924" y="5351554"/>
                  <a:pt x="852082" y="5351554"/>
                </a:cubicBezTo>
                <a:lnTo>
                  <a:pt x="4750325" y="5351554"/>
                </a:lnTo>
                <a:cubicBezTo>
                  <a:pt x="5081484" y="5351554"/>
                  <a:pt x="5349940" y="5083098"/>
                  <a:pt x="5349940" y="4751939"/>
                </a:cubicBezTo>
                <a:lnTo>
                  <a:pt x="5349940" y="853697"/>
                </a:lnTo>
                <a:cubicBezTo>
                  <a:pt x="5349940" y="522538"/>
                  <a:pt x="5081484" y="254082"/>
                  <a:pt x="4750325" y="254082"/>
                </a:cubicBezTo>
                <a:close/>
                <a:moveTo>
                  <a:pt x="659011" y="0"/>
                </a:moveTo>
                <a:lnTo>
                  <a:pt x="4943396" y="0"/>
                </a:lnTo>
                <a:cubicBezTo>
                  <a:pt x="5307358" y="0"/>
                  <a:pt x="5602407" y="295049"/>
                  <a:pt x="5602407" y="659011"/>
                </a:cubicBezTo>
                <a:lnTo>
                  <a:pt x="5602407" y="4943396"/>
                </a:lnTo>
                <a:cubicBezTo>
                  <a:pt x="5602407" y="5307358"/>
                  <a:pt x="5307358" y="5602407"/>
                  <a:pt x="4943396" y="5602407"/>
                </a:cubicBezTo>
                <a:lnTo>
                  <a:pt x="659011" y="5602407"/>
                </a:lnTo>
                <a:cubicBezTo>
                  <a:pt x="295049" y="5602407"/>
                  <a:pt x="0" y="5307358"/>
                  <a:pt x="0" y="4943396"/>
                </a:cubicBezTo>
                <a:lnTo>
                  <a:pt x="0" y="659011"/>
                </a:lnTo>
                <a:cubicBezTo>
                  <a:pt x="0" y="295049"/>
                  <a:pt x="295049" y="0"/>
                  <a:pt x="65901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任意多边形 55"/>
          <p:cNvSpPr>
            <a:spLocks noChangeAspect="1"/>
          </p:cNvSpPr>
          <p:nvPr/>
        </p:nvSpPr>
        <p:spPr>
          <a:xfrm>
            <a:off x="3914545" y="4425337"/>
            <a:ext cx="333099" cy="360000"/>
          </a:xfrm>
          <a:custGeom>
            <a:avLst/>
            <a:gdLst>
              <a:gd name="connsiteX0" fmla="*/ 3056402 w 4531057"/>
              <a:gd name="connsiteY0" fmla="*/ 1990013 h 4896984"/>
              <a:gd name="connsiteX1" fmla="*/ 3344402 w 4531057"/>
              <a:gd name="connsiteY1" fmla="*/ 1990013 h 4896984"/>
              <a:gd name="connsiteX2" fmla="*/ 3344402 w 4531057"/>
              <a:gd name="connsiteY2" fmla="*/ 4007323 h 4896984"/>
              <a:gd name="connsiteX3" fmla="*/ 3056402 w 4531057"/>
              <a:gd name="connsiteY3" fmla="*/ 4007323 h 4896984"/>
              <a:gd name="connsiteX4" fmla="*/ 2107183 w 4531057"/>
              <a:gd name="connsiteY4" fmla="*/ 1990013 h 4896984"/>
              <a:gd name="connsiteX5" fmla="*/ 2395183 w 4531057"/>
              <a:gd name="connsiteY5" fmla="*/ 1990013 h 4896984"/>
              <a:gd name="connsiteX6" fmla="*/ 2395183 w 4531057"/>
              <a:gd name="connsiteY6" fmla="*/ 4007323 h 4896984"/>
              <a:gd name="connsiteX7" fmla="*/ 2107183 w 4531057"/>
              <a:gd name="connsiteY7" fmla="*/ 4007323 h 4896984"/>
              <a:gd name="connsiteX8" fmla="*/ 1145016 w 4531057"/>
              <a:gd name="connsiteY8" fmla="*/ 1990013 h 4896984"/>
              <a:gd name="connsiteX9" fmla="*/ 1433016 w 4531057"/>
              <a:gd name="connsiteY9" fmla="*/ 1990013 h 4896984"/>
              <a:gd name="connsiteX10" fmla="*/ 1433016 w 4531057"/>
              <a:gd name="connsiteY10" fmla="*/ 4007323 h 4896984"/>
              <a:gd name="connsiteX11" fmla="*/ 1145016 w 4531057"/>
              <a:gd name="connsiteY11" fmla="*/ 4007323 h 4896984"/>
              <a:gd name="connsiteX12" fmla="*/ 577271 w 4531057"/>
              <a:gd name="connsiteY12" fmla="*/ 1280328 h 4896984"/>
              <a:gd name="connsiteX13" fmla="*/ 569748 w 4531057"/>
              <a:gd name="connsiteY13" fmla="*/ 1306776 h 4896984"/>
              <a:gd name="connsiteX14" fmla="*/ 561603 w 4531057"/>
              <a:gd name="connsiteY14" fmla="*/ 1394935 h 4896984"/>
              <a:gd name="connsiteX15" fmla="*/ 561603 w 4531057"/>
              <a:gd name="connsiteY15" fmla="*/ 4238821 h 4896984"/>
              <a:gd name="connsiteX16" fmla="*/ 962469 w 4531057"/>
              <a:gd name="connsiteY16" fmla="*/ 4676259 h 4896984"/>
              <a:gd name="connsiteX17" fmla="*/ 3568588 w 4531057"/>
              <a:gd name="connsiteY17" fmla="*/ 4676259 h 4896984"/>
              <a:gd name="connsiteX18" fmla="*/ 3969453 w 4531057"/>
              <a:gd name="connsiteY18" fmla="*/ 4238821 h 4896984"/>
              <a:gd name="connsiteX19" fmla="*/ 3969453 w 4531057"/>
              <a:gd name="connsiteY19" fmla="*/ 1394935 h 4896984"/>
              <a:gd name="connsiteX20" fmla="*/ 3961309 w 4531057"/>
              <a:gd name="connsiteY20" fmla="*/ 1306776 h 4896984"/>
              <a:gd name="connsiteX21" fmla="*/ 3953786 w 4531057"/>
              <a:gd name="connsiteY21" fmla="*/ 1280328 h 4896984"/>
              <a:gd name="connsiteX22" fmla="*/ 333550 w 4531057"/>
              <a:gd name="connsiteY22" fmla="*/ 679825 h 4896984"/>
              <a:gd name="connsiteX23" fmla="*/ 187657 w 4531057"/>
              <a:gd name="connsiteY23" fmla="*/ 825718 h 4896984"/>
              <a:gd name="connsiteX24" fmla="*/ 187657 w 4531057"/>
              <a:gd name="connsiteY24" fmla="*/ 1089258 h 4896984"/>
              <a:gd name="connsiteX25" fmla="*/ 4343398 w 4531057"/>
              <a:gd name="connsiteY25" fmla="*/ 1089258 h 4896984"/>
              <a:gd name="connsiteX26" fmla="*/ 4343398 w 4531057"/>
              <a:gd name="connsiteY26" fmla="*/ 825718 h 4896984"/>
              <a:gd name="connsiteX27" fmla="*/ 4197505 w 4531057"/>
              <a:gd name="connsiteY27" fmla="*/ 679825 h 4896984"/>
              <a:gd name="connsiteX28" fmla="*/ 1415956 w 4531057"/>
              <a:gd name="connsiteY28" fmla="*/ 153594 h 4896984"/>
              <a:gd name="connsiteX29" fmla="*/ 1415956 w 4531057"/>
              <a:gd name="connsiteY29" fmla="*/ 482728 h 4896984"/>
              <a:gd name="connsiteX30" fmla="*/ 3108279 w 4531057"/>
              <a:gd name="connsiteY30" fmla="*/ 482728 h 4896984"/>
              <a:gd name="connsiteX31" fmla="*/ 3108279 w 4531057"/>
              <a:gd name="connsiteY31" fmla="*/ 153594 h 4896984"/>
              <a:gd name="connsiteX32" fmla="*/ 1355940 w 4531057"/>
              <a:gd name="connsiteY32" fmla="*/ 0 h 4896984"/>
              <a:gd name="connsiteX33" fmla="*/ 3175117 w 4531057"/>
              <a:gd name="connsiteY33" fmla="*/ 0 h 4896984"/>
              <a:gd name="connsiteX34" fmla="*/ 3304465 w 4531057"/>
              <a:gd name="connsiteY34" fmla="*/ 226741 h 4896984"/>
              <a:gd name="connsiteX35" fmla="*/ 3304465 w 4531057"/>
              <a:gd name="connsiteY35" fmla="*/ 488758 h 4896984"/>
              <a:gd name="connsiteX36" fmla="*/ 4248997 w 4531057"/>
              <a:gd name="connsiteY36" fmla="*/ 488758 h 4896984"/>
              <a:gd name="connsiteX37" fmla="*/ 4531057 w 4531057"/>
              <a:gd name="connsiteY37" fmla="*/ 770818 h 4896984"/>
              <a:gd name="connsiteX38" fmla="*/ 4531057 w 4531057"/>
              <a:gd name="connsiteY38" fmla="*/ 1280328 h 4896984"/>
              <a:gd name="connsiteX39" fmla="*/ 4172803 w 4531057"/>
              <a:gd name="connsiteY39" fmla="*/ 1280328 h 4896984"/>
              <a:gd name="connsiteX40" fmla="*/ 4172803 w 4531057"/>
              <a:gd name="connsiteY40" fmla="*/ 4407341 h 4896984"/>
              <a:gd name="connsiteX41" fmla="*/ 3724098 w 4531057"/>
              <a:gd name="connsiteY41" fmla="*/ 4896984 h 4896984"/>
              <a:gd name="connsiteX42" fmla="*/ 806959 w 4531057"/>
              <a:gd name="connsiteY42" fmla="*/ 4896984 h 4896984"/>
              <a:gd name="connsiteX43" fmla="*/ 358253 w 4531057"/>
              <a:gd name="connsiteY43" fmla="*/ 4407341 h 4896984"/>
              <a:gd name="connsiteX44" fmla="*/ 358253 w 4531057"/>
              <a:gd name="connsiteY44" fmla="*/ 1280328 h 4896984"/>
              <a:gd name="connsiteX45" fmla="*/ 0 w 4531057"/>
              <a:gd name="connsiteY45" fmla="*/ 1280328 h 4896984"/>
              <a:gd name="connsiteX46" fmla="*/ 0 w 4531057"/>
              <a:gd name="connsiteY46" fmla="*/ 770818 h 4896984"/>
              <a:gd name="connsiteX47" fmla="*/ 282060 w 4531057"/>
              <a:gd name="connsiteY47" fmla="*/ 488758 h 4896984"/>
              <a:gd name="connsiteX48" fmla="*/ 1226592 w 4531057"/>
              <a:gd name="connsiteY48" fmla="*/ 488758 h 4896984"/>
              <a:gd name="connsiteX49" fmla="*/ 1226592 w 4531057"/>
              <a:gd name="connsiteY49" fmla="*/ 226741 h 4896984"/>
              <a:gd name="connsiteX50" fmla="*/ 1355940 w 4531057"/>
              <a:gd name="connsiteY50" fmla="*/ 0 h 48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531057" h="4896984">
                <a:moveTo>
                  <a:pt x="3056402" y="1990013"/>
                </a:moveTo>
                <a:lnTo>
                  <a:pt x="3344402" y="1990013"/>
                </a:lnTo>
                <a:lnTo>
                  <a:pt x="3344402" y="4007323"/>
                </a:lnTo>
                <a:lnTo>
                  <a:pt x="3056402" y="4007323"/>
                </a:lnTo>
                <a:close/>
                <a:moveTo>
                  <a:pt x="2107183" y="1990013"/>
                </a:moveTo>
                <a:lnTo>
                  <a:pt x="2395183" y="1990013"/>
                </a:lnTo>
                <a:lnTo>
                  <a:pt x="2395183" y="4007323"/>
                </a:lnTo>
                <a:lnTo>
                  <a:pt x="2107183" y="4007323"/>
                </a:lnTo>
                <a:close/>
                <a:moveTo>
                  <a:pt x="1145016" y="1990013"/>
                </a:moveTo>
                <a:lnTo>
                  <a:pt x="1433016" y="1990013"/>
                </a:lnTo>
                <a:lnTo>
                  <a:pt x="1433016" y="4007323"/>
                </a:lnTo>
                <a:lnTo>
                  <a:pt x="1145016" y="4007323"/>
                </a:lnTo>
                <a:close/>
                <a:moveTo>
                  <a:pt x="577271" y="1280328"/>
                </a:moveTo>
                <a:lnTo>
                  <a:pt x="569748" y="1306776"/>
                </a:lnTo>
                <a:cubicBezTo>
                  <a:pt x="564408" y="1335252"/>
                  <a:pt x="561603" y="1364736"/>
                  <a:pt x="561603" y="1394935"/>
                </a:cubicBezTo>
                <a:lnTo>
                  <a:pt x="561603" y="4238821"/>
                </a:lnTo>
                <a:cubicBezTo>
                  <a:pt x="561603" y="4480411"/>
                  <a:pt x="741077" y="4676259"/>
                  <a:pt x="962469" y="4676259"/>
                </a:cubicBezTo>
                <a:lnTo>
                  <a:pt x="3568588" y="4676259"/>
                </a:lnTo>
                <a:cubicBezTo>
                  <a:pt x="3789980" y="4676259"/>
                  <a:pt x="3969453" y="4480411"/>
                  <a:pt x="3969453" y="4238821"/>
                </a:cubicBezTo>
                <a:lnTo>
                  <a:pt x="3969453" y="1394935"/>
                </a:lnTo>
                <a:cubicBezTo>
                  <a:pt x="3969453" y="1364736"/>
                  <a:pt x="3966649" y="1335252"/>
                  <a:pt x="3961309" y="1306776"/>
                </a:cubicBezTo>
                <a:lnTo>
                  <a:pt x="3953786" y="1280328"/>
                </a:lnTo>
                <a:close/>
                <a:moveTo>
                  <a:pt x="333550" y="679825"/>
                </a:moveTo>
                <a:cubicBezTo>
                  <a:pt x="252976" y="679825"/>
                  <a:pt x="187657" y="745144"/>
                  <a:pt x="187657" y="825718"/>
                </a:cubicBezTo>
                <a:lnTo>
                  <a:pt x="187657" y="1089258"/>
                </a:lnTo>
                <a:lnTo>
                  <a:pt x="4343398" y="1089258"/>
                </a:lnTo>
                <a:lnTo>
                  <a:pt x="4343398" y="825718"/>
                </a:lnTo>
                <a:cubicBezTo>
                  <a:pt x="4343398" y="745144"/>
                  <a:pt x="4278079" y="679825"/>
                  <a:pt x="4197505" y="679825"/>
                </a:cubicBezTo>
                <a:close/>
                <a:moveTo>
                  <a:pt x="1415956" y="153594"/>
                </a:moveTo>
                <a:lnTo>
                  <a:pt x="1415956" y="482728"/>
                </a:lnTo>
                <a:lnTo>
                  <a:pt x="3108279" y="482728"/>
                </a:lnTo>
                <a:lnTo>
                  <a:pt x="3108279" y="153594"/>
                </a:lnTo>
                <a:close/>
                <a:moveTo>
                  <a:pt x="1355940" y="0"/>
                </a:moveTo>
                <a:lnTo>
                  <a:pt x="3175117" y="0"/>
                </a:lnTo>
                <a:cubicBezTo>
                  <a:pt x="3246554" y="0"/>
                  <a:pt x="3304465" y="101516"/>
                  <a:pt x="3304465" y="226741"/>
                </a:cubicBezTo>
                <a:lnTo>
                  <a:pt x="3304465" y="488758"/>
                </a:lnTo>
                <a:lnTo>
                  <a:pt x="4248997" y="488758"/>
                </a:lnTo>
                <a:cubicBezTo>
                  <a:pt x="4404774" y="488758"/>
                  <a:pt x="4531057" y="615041"/>
                  <a:pt x="4531057" y="770818"/>
                </a:cubicBezTo>
                <a:lnTo>
                  <a:pt x="4531057" y="1280328"/>
                </a:lnTo>
                <a:lnTo>
                  <a:pt x="4172803" y="1280328"/>
                </a:lnTo>
                <a:lnTo>
                  <a:pt x="4172803" y="4407341"/>
                </a:lnTo>
                <a:cubicBezTo>
                  <a:pt x="4172803" y="4677764"/>
                  <a:pt x="3971911" y="4896984"/>
                  <a:pt x="3724098" y="4896984"/>
                </a:cubicBezTo>
                <a:lnTo>
                  <a:pt x="806959" y="4896984"/>
                </a:lnTo>
                <a:cubicBezTo>
                  <a:pt x="559145" y="4896984"/>
                  <a:pt x="358253" y="4677764"/>
                  <a:pt x="358253" y="4407341"/>
                </a:cubicBezTo>
                <a:lnTo>
                  <a:pt x="358253" y="1280328"/>
                </a:lnTo>
                <a:lnTo>
                  <a:pt x="0" y="1280328"/>
                </a:lnTo>
                <a:lnTo>
                  <a:pt x="0" y="770818"/>
                </a:lnTo>
                <a:cubicBezTo>
                  <a:pt x="0" y="615041"/>
                  <a:pt x="126283" y="488758"/>
                  <a:pt x="282060" y="488758"/>
                </a:cubicBezTo>
                <a:lnTo>
                  <a:pt x="1226592" y="488758"/>
                </a:lnTo>
                <a:lnTo>
                  <a:pt x="1226592" y="226741"/>
                </a:lnTo>
                <a:cubicBezTo>
                  <a:pt x="1226592" y="101516"/>
                  <a:pt x="1284503" y="0"/>
                  <a:pt x="13559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任意多边形 56"/>
          <p:cNvSpPr>
            <a:spLocks noChangeAspect="1"/>
          </p:cNvSpPr>
          <p:nvPr/>
        </p:nvSpPr>
        <p:spPr>
          <a:xfrm>
            <a:off x="6329641" y="4425337"/>
            <a:ext cx="348771" cy="360000"/>
          </a:xfrm>
          <a:custGeom>
            <a:avLst/>
            <a:gdLst>
              <a:gd name="connsiteX0" fmla="*/ 4122295 w 5404520"/>
              <a:gd name="connsiteY0" fmla="*/ 771209 h 5578522"/>
              <a:gd name="connsiteX1" fmla="*/ 1625087 w 5404520"/>
              <a:gd name="connsiteY1" fmla="*/ 3268417 h 5578522"/>
              <a:gd name="connsiteX2" fmla="*/ 2136098 w 5404520"/>
              <a:gd name="connsiteY2" fmla="*/ 3779441 h 5578522"/>
              <a:gd name="connsiteX3" fmla="*/ 4633306 w 5404520"/>
              <a:gd name="connsiteY3" fmla="*/ 1282234 h 5578522"/>
              <a:gd name="connsiteX4" fmla="*/ 572320 w 5404520"/>
              <a:gd name="connsiteY4" fmla="*/ 713095 h 5578522"/>
              <a:gd name="connsiteX5" fmla="*/ 2852382 w 5404520"/>
              <a:gd name="connsiteY5" fmla="*/ 713095 h 5578522"/>
              <a:gd name="connsiteX6" fmla="*/ 2852382 w 5404520"/>
              <a:gd name="connsiteY6" fmla="*/ 1038678 h 5578522"/>
              <a:gd name="connsiteX7" fmla="*/ 820286 w 5404520"/>
              <a:gd name="connsiteY7" fmla="*/ 1038678 h 5578522"/>
              <a:gd name="connsiteX8" fmla="*/ 324248 w 5404520"/>
              <a:gd name="connsiteY8" fmla="*/ 1534716 h 5578522"/>
              <a:gd name="connsiteX9" fmla="*/ 324248 w 5404520"/>
              <a:gd name="connsiteY9" fmla="*/ 4759572 h 5578522"/>
              <a:gd name="connsiteX10" fmla="*/ 820286 w 5404520"/>
              <a:gd name="connsiteY10" fmla="*/ 5255611 h 5578522"/>
              <a:gd name="connsiteX11" fmla="*/ 4045143 w 5404520"/>
              <a:gd name="connsiteY11" fmla="*/ 5255611 h 5578522"/>
              <a:gd name="connsiteX12" fmla="*/ 4541180 w 5404520"/>
              <a:gd name="connsiteY12" fmla="*/ 4759572 h 5578522"/>
              <a:gd name="connsiteX13" fmla="*/ 4541180 w 5404520"/>
              <a:gd name="connsiteY13" fmla="*/ 2466832 h 5578522"/>
              <a:gd name="connsiteX14" fmla="*/ 4865427 w 5404520"/>
              <a:gd name="connsiteY14" fmla="*/ 2466832 h 5578522"/>
              <a:gd name="connsiteX15" fmla="*/ 4865427 w 5404520"/>
              <a:gd name="connsiteY15" fmla="*/ 5006202 h 5578522"/>
              <a:gd name="connsiteX16" fmla="*/ 4293107 w 5404520"/>
              <a:gd name="connsiteY16" fmla="*/ 5578522 h 5578522"/>
              <a:gd name="connsiteX17" fmla="*/ 572320 w 5404520"/>
              <a:gd name="connsiteY17" fmla="*/ 5578522 h 5578522"/>
              <a:gd name="connsiteX18" fmla="*/ 0 w 5404520"/>
              <a:gd name="connsiteY18" fmla="*/ 5006202 h 5578522"/>
              <a:gd name="connsiteX19" fmla="*/ 0 w 5404520"/>
              <a:gd name="connsiteY19" fmla="*/ 1285415 h 5578522"/>
              <a:gd name="connsiteX20" fmla="*/ 572320 w 5404520"/>
              <a:gd name="connsiteY20" fmla="*/ 713095 h 5578522"/>
              <a:gd name="connsiteX21" fmla="*/ 4202052 w 5404520"/>
              <a:gd name="connsiteY21" fmla="*/ 423450 h 5578522"/>
              <a:gd name="connsiteX22" fmla="*/ 4981079 w 5404520"/>
              <a:gd name="connsiteY22" fmla="*/ 1202477 h 5578522"/>
              <a:gd name="connsiteX23" fmla="*/ 2043885 w 5404520"/>
              <a:gd name="connsiteY23" fmla="*/ 4139670 h 5578522"/>
              <a:gd name="connsiteX24" fmla="*/ 939051 w 5404520"/>
              <a:gd name="connsiteY24" fmla="*/ 4465464 h 5578522"/>
              <a:gd name="connsiteX25" fmla="*/ 1264859 w 5404520"/>
              <a:gd name="connsiteY25" fmla="*/ 3360643 h 5578522"/>
              <a:gd name="connsiteX26" fmla="*/ 4732763 w 5404520"/>
              <a:gd name="connsiteY26" fmla="*/ 860 h 5578522"/>
              <a:gd name="connsiteX27" fmla="*/ 4926479 w 5404520"/>
              <a:gd name="connsiteY27" fmla="*/ 68188 h 5578522"/>
              <a:gd name="connsiteX28" fmla="*/ 5336328 w 5404520"/>
              <a:gd name="connsiteY28" fmla="*/ 478036 h 5578522"/>
              <a:gd name="connsiteX29" fmla="*/ 5305154 w 5404520"/>
              <a:gd name="connsiteY29" fmla="*/ 878402 h 5578522"/>
              <a:gd name="connsiteX30" fmla="*/ 5089376 w 5404520"/>
              <a:gd name="connsiteY30" fmla="*/ 1094166 h 5578522"/>
              <a:gd name="connsiteX31" fmla="*/ 4310350 w 5404520"/>
              <a:gd name="connsiteY31" fmla="*/ 315139 h 5578522"/>
              <a:gd name="connsiteX32" fmla="*/ 4526127 w 5404520"/>
              <a:gd name="connsiteY32" fmla="*/ 99375 h 5578522"/>
              <a:gd name="connsiteX33" fmla="*/ 4732763 w 5404520"/>
              <a:gd name="connsiteY33" fmla="*/ 860 h 5578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04520" h="5578522">
                <a:moveTo>
                  <a:pt x="4122295" y="771209"/>
                </a:moveTo>
                <a:lnTo>
                  <a:pt x="1625087" y="3268417"/>
                </a:lnTo>
                <a:lnTo>
                  <a:pt x="2136098" y="3779441"/>
                </a:lnTo>
                <a:lnTo>
                  <a:pt x="4633306" y="1282234"/>
                </a:lnTo>
                <a:close/>
                <a:moveTo>
                  <a:pt x="572320" y="713095"/>
                </a:moveTo>
                <a:lnTo>
                  <a:pt x="2852382" y="713095"/>
                </a:lnTo>
                <a:lnTo>
                  <a:pt x="2852382" y="1038678"/>
                </a:lnTo>
                <a:lnTo>
                  <a:pt x="820286" y="1038678"/>
                </a:lnTo>
                <a:cubicBezTo>
                  <a:pt x="546332" y="1038678"/>
                  <a:pt x="324248" y="1260762"/>
                  <a:pt x="324248" y="1534716"/>
                </a:cubicBezTo>
                <a:lnTo>
                  <a:pt x="324248" y="4759572"/>
                </a:lnTo>
                <a:cubicBezTo>
                  <a:pt x="324248" y="5033527"/>
                  <a:pt x="546332" y="5255611"/>
                  <a:pt x="820286" y="5255611"/>
                </a:cubicBezTo>
                <a:lnTo>
                  <a:pt x="4045143" y="5255611"/>
                </a:lnTo>
                <a:cubicBezTo>
                  <a:pt x="4319097" y="5255611"/>
                  <a:pt x="4541180" y="5033527"/>
                  <a:pt x="4541180" y="4759572"/>
                </a:cubicBezTo>
                <a:lnTo>
                  <a:pt x="4541180" y="2466832"/>
                </a:lnTo>
                <a:lnTo>
                  <a:pt x="4865427" y="2466832"/>
                </a:lnTo>
                <a:lnTo>
                  <a:pt x="4865427" y="5006202"/>
                </a:lnTo>
                <a:cubicBezTo>
                  <a:pt x="4865427" y="5322286"/>
                  <a:pt x="4609191" y="5578522"/>
                  <a:pt x="4293107" y="5578522"/>
                </a:cubicBezTo>
                <a:lnTo>
                  <a:pt x="572320" y="5578522"/>
                </a:lnTo>
                <a:cubicBezTo>
                  <a:pt x="256236" y="5578522"/>
                  <a:pt x="0" y="5322286"/>
                  <a:pt x="0" y="5006202"/>
                </a:cubicBezTo>
                <a:lnTo>
                  <a:pt x="0" y="1285415"/>
                </a:lnTo>
                <a:cubicBezTo>
                  <a:pt x="0" y="969331"/>
                  <a:pt x="256236" y="713095"/>
                  <a:pt x="572320" y="713095"/>
                </a:cubicBezTo>
                <a:close/>
                <a:moveTo>
                  <a:pt x="4202052" y="423450"/>
                </a:moveTo>
                <a:lnTo>
                  <a:pt x="4981079" y="1202477"/>
                </a:lnTo>
                <a:lnTo>
                  <a:pt x="2043885" y="4139670"/>
                </a:lnTo>
                <a:lnTo>
                  <a:pt x="939051" y="4465464"/>
                </a:lnTo>
                <a:lnTo>
                  <a:pt x="1264859" y="3360643"/>
                </a:lnTo>
                <a:close/>
                <a:moveTo>
                  <a:pt x="4732763" y="860"/>
                </a:moveTo>
                <a:cubicBezTo>
                  <a:pt x="4805207" y="-4775"/>
                  <a:pt x="4875509" y="17218"/>
                  <a:pt x="4926479" y="68188"/>
                </a:cubicBezTo>
                <a:lnTo>
                  <a:pt x="5336328" y="478036"/>
                </a:lnTo>
                <a:cubicBezTo>
                  <a:pt x="5438282" y="579990"/>
                  <a:pt x="5424311" y="759231"/>
                  <a:pt x="5305154" y="878402"/>
                </a:cubicBezTo>
                <a:cubicBezTo>
                  <a:pt x="5233228" y="950328"/>
                  <a:pt x="5161302" y="1022240"/>
                  <a:pt x="5089376" y="1094166"/>
                </a:cubicBezTo>
                <a:lnTo>
                  <a:pt x="4310350" y="315139"/>
                </a:lnTo>
                <a:lnTo>
                  <a:pt x="4526127" y="99375"/>
                </a:lnTo>
                <a:cubicBezTo>
                  <a:pt x="4585706" y="39797"/>
                  <a:pt x="4660305" y="6508"/>
                  <a:pt x="4732763" y="86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57"/>
          <p:cNvSpPr>
            <a:spLocks noChangeAspect="1"/>
          </p:cNvSpPr>
          <p:nvPr/>
        </p:nvSpPr>
        <p:spPr>
          <a:xfrm>
            <a:off x="4715244" y="4425337"/>
            <a:ext cx="346986" cy="360000"/>
          </a:xfrm>
          <a:custGeom>
            <a:avLst/>
            <a:gdLst>
              <a:gd name="connsiteX0" fmla="*/ 2518170 w 5227516"/>
              <a:gd name="connsiteY0" fmla="*/ 5415 h 5423577"/>
              <a:gd name="connsiteX1" fmla="*/ 5179628 w 5227516"/>
              <a:gd name="connsiteY1" fmla="*/ 2208765 h 5423577"/>
              <a:gd name="connsiteX2" fmla="*/ 4136074 w 5227516"/>
              <a:gd name="connsiteY2" fmla="*/ 4887819 h 5423577"/>
              <a:gd name="connsiteX3" fmla="*/ 3946730 w 5227516"/>
              <a:gd name="connsiteY3" fmla="*/ 5016261 h 5423577"/>
              <a:gd name="connsiteX4" fmla="*/ 5049613 w 5227516"/>
              <a:gd name="connsiteY4" fmla="*/ 5016261 h 5423577"/>
              <a:gd name="connsiteX5" fmla="*/ 5049613 w 5227516"/>
              <a:gd name="connsiteY5" fmla="*/ 5412261 h 5423577"/>
              <a:gd name="connsiteX6" fmla="*/ 3548575 w 5227516"/>
              <a:gd name="connsiteY6" fmla="*/ 5412261 h 5423577"/>
              <a:gd name="connsiteX7" fmla="*/ 3548575 w 5227516"/>
              <a:gd name="connsiteY7" fmla="*/ 5420011 h 5423577"/>
              <a:gd name="connsiteX8" fmla="*/ 3152575 w 5227516"/>
              <a:gd name="connsiteY8" fmla="*/ 5420011 h 5423577"/>
              <a:gd name="connsiteX9" fmla="*/ 3152575 w 5227516"/>
              <a:gd name="connsiteY9" fmla="*/ 5412261 h 5423577"/>
              <a:gd name="connsiteX10" fmla="*/ 3152574 w 5227516"/>
              <a:gd name="connsiteY10" fmla="*/ 5412261 h 5423577"/>
              <a:gd name="connsiteX11" fmla="*/ 3152574 w 5227516"/>
              <a:gd name="connsiteY11" fmla="*/ 5016261 h 5423577"/>
              <a:gd name="connsiteX12" fmla="*/ 3152575 w 5227516"/>
              <a:gd name="connsiteY12" fmla="*/ 5016261 h 5423577"/>
              <a:gd name="connsiteX13" fmla="*/ 3152575 w 5227516"/>
              <a:gd name="connsiteY13" fmla="*/ 3522972 h 5423577"/>
              <a:gd name="connsiteX14" fmla="*/ 3548575 w 5227516"/>
              <a:gd name="connsiteY14" fmla="*/ 3522972 h 5423577"/>
              <a:gd name="connsiteX15" fmla="*/ 3548575 w 5227516"/>
              <a:gd name="connsiteY15" fmla="*/ 4778420 h 5423577"/>
              <a:gd name="connsiteX16" fmla="*/ 3552441 w 5227516"/>
              <a:gd name="connsiteY16" fmla="*/ 4776695 h 5423577"/>
              <a:gd name="connsiteX17" fmla="*/ 4784560 w 5227516"/>
              <a:gd name="connsiteY17" fmla="*/ 2283836 h 5423577"/>
              <a:gd name="connsiteX18" fmla="*/ 2518169 w 5227516"/>
              <a:gd name="connsiteY18" fmla="*/ 407551 h 5423577"/>
              <a:gd name="connsiteX19" fmla="*/ 2006163 w 5227516"/>
              <a:gd name="connsiteY19" fmla="*/ 0 h 5423577"/>
              <a:gd name="connsiteX20" fmla="*/ 2402163 w 5227516"/>
              <a:gd name="connsiteY20" fmla="*/ 0 h 5423577"/>
              <a:gd name="connsiteX21" fmla="*/ 2402163 w 5227516"/>
              <a:gd name="connsiteY21" fmla="*/ 5415 h 5423577"/>
              <a:gd name="connsiteX22" fmla="*/ 2402163 w 5227516"/>
              <a:gd name="connsiteY22" fmla="*/ 5415 h 5423577"/>
              <a:gd name="connsiteX23" fmla="*/ 2402163 w 5227516"/>
              <a:gd name="connsiteY23" fmla="*/ 401415 h 5423577"/>
              <a:gd name="connsiteX24" fmla="*/ 2402163 w 5227516"/>
              <a:gd name="connsiteY24" fmla="*/ 401415 h 5423577"/>
              <a:gd name="connsiteX25" fmla="*/ 2402163 w 5227516"/>
              <a:gd name="connsiteY25" fmla="*/ 1897039 h 5423577"/>
              <a:gd name="connsiteX26" fmla="*/ 2006163 w 5227516"/>
              <a:gd name="connsiteY26" fmla="*/ 1897039 h 5423577"/>
              <a:gd name="connsiteX27" fmla="*/ 2006163 w 5227516"/>
              <a:gd name="connsiteY27" fmla="*/ 551133 h 5423577"/>
              <a:gd name="connsiteX28" fmla="*/ 1835056 w 5227516"/>
              <a:gd name="connsiteY28" fmla="*/ 612916 h 5423577"/>
              <a:gd name="connsiteX29" fmla="*/ 445379 w 5227516"/>
              <a:gd name="connsiteY29" fmla="*/ 2947743 h 5423577"/>
              <a:gd name="connsiteX30" fmla="*/ 2709240 w 5227516"/>
              <a:gd name="connsiteY30" fmla="*/ 4990342 h 5423577"/>
              <a:gd name="connsiteX31" fmla="*/ 2709239 w 5227516"/>
              <a:gd name="connsiteY31" fmla="*/ 5423577 h 5423577"/>
              <a:gd name="connsiteX32" fmla="*/ 14423 w 5227516"/>
              <a:gd name="connsiteY32" fmla="*/ 2992144 h 5423577"/>
              <a:gd name="connsiteX33" fmla="*/ 1228552 w 5227516"/>
              <a:gd name="connsiteY33" fmla="*/ 445308 h 5423577"/>
              <a:gd name="connsiteX34" fmla="*/ 1303046 w 5227516"/>
              <a:gd name="connsiteY34" fmla="*/ 401415 h 5423577"/>
              <a:gd name="connsiteX35" fmla="*/ 505124 w 5227516"/>
              <a:gd name="connsiteY35" fmla="*/ 401415 h 5423577"/>
              <a:gd name="connsiteX36" fmla="*/ 505124 w 5227516"/>
              <a:gd name="connsiteY36" fmla="*/ 5415 h 5423577"/>
              <a:gd name="connsiteX37" fmla="*/ 2006163 w 5227516"/>
              <a:gd name="connsiteY37" fmla="*/ 5415 h 542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227516" h="5423577">
                <a:moveTo>
                  <a:pt x="2518170" y="5415"/>
                </a:moveTo>
                <a:cubicBezTo>
                  <a:pt x="3819337" y="5415"/>
                  <a:pt x="4936726" y="930472"/>
                  <a:pt x="5179628" y="2208765"/>
                </a:cubicBezTo>
                <a:cubicBezTo>
                  <a:pt x="5376986" y="3247379"/>
                  <a:pt x="4951749" y="4280805"/>
                  <a:pt x="4136074" y="4887819"/>
                </a:cubicBezTo>
                <a:lnTo>
                  <a:pt x="3946730" y="5016261"/>
                </a:lnTo>
                <a:lnTo>
                  <a:pt x="5049613" y="5016261"/>
                </a:lnTo>
                <a:lnTo>
                  <a:pt x="5049613" y="5412261"/>
                </a:lnTo>
                <a:lnTo>
                  <a:pt x="3548575" y="5412261"/>
                </a:lnTo>
                <a:lnTo>
                  <a:pt x="3548575" y="5420011"/>
                </a:lnTo>
                <a:lnTo>
                  <a:pt x="3152575" y="5420011"/>
                </a:lnTo>
                <a:lnTo>
                  <a:pt x="3152575" y="5412261"/>
                </a:lnTo>
                <a:lnTo>
                  <a:pt x="3152574" y="5412261"/>
                </a:lnTo>
                <a:lnTo>
                  <a:pt x="3152574" y="5016261"/>
                </a:lnTo>
                <a:lnTo>
                  <a:pt x="3152575" y="5016261"/>
                </a:lnTo>
                <a:lnTo>
                  <a:pt x="3152575" y="3522972"/>
                </a:lnTo>
                <a:lnTo>
                  <a:pt x="3548575" y="3522972"/>
                </a:lnTo>
                <a:lnTo>
                  <a:pt x="3548575" y="4778420"/>
                </a:lnTo>
                <a:lnTo>
                  <a:pt x="3552441" y="4776695"/>
                </a:lnTo>
                <a:cubicBezTo>
                  <a:pt x="4466539" y="4318974"/>
                  <a:pt x="4978478" y="3304346"/>
                  <a:pt x="4784560" y="2283836"/>
                </a:cubicBezTo>
                <a:cubicBezTo>
                  <a:pt x="4577715" y="1195292"/>
                  <a:pt x="3626191" y="407551"/>
                  <a:pt x="2518169" y="407551"/>
                </a:cubicBezTo>
                <a:close/>
                <a:moveTo>
                  <a:pt x="2006163" y="0"/>
                </a:moveTo>
                <a:lnTo>
                  <a:pt x="2402163" y="0"/>
                </a:lnTo>
                <a:lnTo>
                  <a:pt x="2402163" y="5415"/>
                </a:lnTo>
                <a:lnTo>
                  <a:pt x="2402163" y="5415"/>
                </a:lnTo>
                <a:lnTo>
                  <a:pt x="2402163" y="401415"/>
                </a:lnTo>
                <a:lnTo>
                  <a:pt x="2402163" y="401415"/>
                </a:lnTo>
                <a:lnTo>
                  <a:pt x="2402163" y="1897039"/>
                </a:lnTo>
                <a:lnTo>
                  <a:pt x="2006163" y="1897039"/>
                </a:lnTo>
                <a:lnTo>
                  <a:pt x="2006163" y="551133"/>
                </a:lnTo>
                <a:lnTo>
                  <a:pt x="1835056" y="612916"/>
                </a:lnTo>
                <a:cubicBezTo>
                  <a:pt x="922795" y="991590"/>
                  <a:pt x="340761" y="1932338"/>
                  <a:pt x="445379" y="2947743"/>
                </a:cubicBezTo>
                <a:cubicBezTo>
                  <a:pt x="564942" y="4108206"/>
                  <a:pt x="1542634" y="4990342"/>
                  <a:pt x="2709240" y="4990342"/>
                </a:cubicBezTo>
                <a:lnTo>
                  <a:pt x="2709239" y="5423577"/>
                </a:lnTo>
                <a:cubicBezTo>
                  <a:pt x="1320555" y="5423577"/>
                  <a:pt x="156747" y="4373516"/>
                  <a:pt x="14423" y="2992144"/>
                </a:cubicBezTo>
                <a:cubicBezTo>
                  <a:pt x="-92319" y="1956115"/>
                  <a:pt x="401451" y="985378"/>
                  <a:pt x="1228552" y="445308"/>
                </a:cubicBezTo>
                <a:lnTo>
                  <a:pt x="1303046" y="401415"/>
                </a:lnTo>
                <a:lnTo>
                  <a:pt x="505124" y="401415"/>
                </a:lnTo>
                <a:lnTo>
                  <a:pt x="505124" y="5415"/>
                </a:lnTo>
                <a:lnTo>
                  <a:pt x="2006163" y="541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任意多边形 58"/>
          <p:cNvSpPr>
            <a:spLocks noChangeAspect="1"/>
          </p:cNvSpPr>
          <p:nvPr/>
        </p:nvSpPr>
        <p:spPr>
          <a:xfrm>
            <a:off x="5516372" y="4425337"/>
            <a:ext cx="360018" cy="360000"/>
          </a:xfrm>
          <a:custGeom>
            <a:avLst/>
            <a:gdLst>
              <a:gd name="connsiteX0" fmla="*/ 3019603 w 5127246"/>
              <a:gd name="connsiteY0" fmla="*/ 1 h 5126995"/>
              <a:gd name="connsiteX1" fmla="*/ 3415388 w 5127246"/>
              <a:gd name="connsiteY1" fmla="*/ 1 h 5126995"/>
              <a:gd name="connsiteX2" fmla="*/ 3415388 w 5127246"/>
              <a:gd name="connsiteY2" fmla="*/ 1 h 5126995"/>
              <a:gd name="connsiteX3" fmla="*/ 4698278 w 5127246"/>
              <a:gd name="connsiteY3" fmla="*/ 1 h 5126995"/>
              <a:gd name="connsiteX4" fmla="*/ 4698278 w 5127246"/>
              <a:gd name="connsiteY4" fmla="*/ 395786 h 5126995"/>
              <a:gd name="connsiteX5" fmla="*/ 3932325 w 5127246"/>
              <a:gd name="connsiteY5" fmla="*/ 395786 h 5126995"/>
              <a:gd name="connsiteX6" fmla="*/ 4124806 w 5127246"/>
              <a:gd name="connsiteY6" fmla="*/ 529731 h 5126995"/>
              <a:gd name="connsiteX7" fmla="*/ 5072600 w 5127246"/>
              <a:gd name="connsiteY7" fmla="*/ 3087840 h 5126995"/>
              <a:gd name="connsiteX8" fmla="*/ 2206701 w 5127246"/>
              <a:gd name="connsiteY8" fmla="*/ 5101785 h 5126995"/>
              <a:gd name="connsiteX9" fmla="*/ 6960 w 5127246"/>
              <a:gd name="connsiteY9" fmla="*/ 2375891 h 5126995"/>
              <a:gd name="connsiteX10" fmla="*/ 2580824 w 5127246"/>
              <a:gd name="connsiteY10" fmla="*/ 59 h 5126995"/>
              <a:gd name="connsiteX11" fmla="*/ 2578183 w 5127246"/>
              <a:gd name="connsiteY11" fmla="*/ 390041 h 5126995"/>
              <a:gd name="connsiteX12" fmla="*/ 395907 w 5127246"/>
              <a:gd name="connsiteY12" fmla="*/ 2404414 h 5126995"/>
              <a:gd name="connsiteX13" fmla="*/ 2260979 w 5127246"/>
              <a:gd name="connsiteY13" fmla="*/ 4715589 h 5126995"/>
              <a:gd name="connsiteX14" fmla="*/ 4690859 w 5127246"/>
              <a:gd name="connsiteY14" fmla="*/ 3008045 h 5126995"/>
              <a:gd name="connsiteX15" fmla="*/ 3540680 w 5127246"/>
              <a:gd name="connsiteY15" fmla="*/ 621706 h 5126995"/>
              <a:gd name="connsiteX16" fmla="*/ 3415388 w 5127246"/>
              <a:gd name="connsiteY16" fmla="*/ 566161 h 5126995"/>
              <a:gd name="connsiteX17" fmla="*/ 3415388 w 5127246"/>
              <a:gd name="connsiteY17" fmla="*/ 1678676 h 5126995"/>
              <a:gd name="connsiteX18" fmla="*/ 3019603 w 5127246"/>
              <a:gd name="connsiteY18" fmla="*/ 1678676 h 5126995"/>
              <a:gd name="connsiteX19" fmla="*/ 3019603 w 5127246"/>
              <a:gd name="connsiteY19" fmla="*/ 395786 h 5126995"/>
              <a:gd name="connsiteX20" fmla="*/ 3019603 w 5127246"/>
              <a:gd name="connsiteY20" fmla="*/ 1 h 512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7246" h="5126995">
                <a:moveTo>
                  <a:pt x="3019603" y="1"/>
                </a:moveTo>
                <a:lnTo>
                  <a:pt x="3415388" y="1"/>
                </a:lnTo>
                <a:lnTo>
                  <a:pt x="3415388" y="1"/>
                </a:lnTo>
                <a:lnTo>
                  <a:pt x="4698278" y="1"/>
                </a:lnTo>
                <a:lnTo>
                  <a:pt x="4698278" y="395786"/>
                </a:lnTo>
                <a:lnTo>
                  <a:pt x="3932325" y="395786"/>
                </a:lnTo>
                <a:lnTo>
                  <a:pt x="4124806" y="529731"/>
                </a:lnTo>
                <a:cubicBezTo>
                  <a:pt x="4883989" y="1113031"/>
                  <a:pt x="5279709" y="2097011"/>
                  <a:pt x="5072600" y="3087840"/>
                </a:cubicBezTo>
                <a:cubicBezTo>
                  <a:pt x="4796456" y="4408946"/>
                  <a:pt x="3543223" y="5289627"/>
                  <a:pt x="2206701" y="5101785"/>
                </a:cubicBezTo>
                <a:cubicBezTo>
                  <a:pt x="870179" y="4913944"/>
                  <a:pt x="-91749" y="3721935"/>
                  <a:pt x="6960" y="2375891"/>
                </a:cubicBezTo>
                <a:cubicBezTo>
                  <a:pt x="105669" y="1029848"/>
                  <a:pt x="1231197" y="-9083"/>
                  <a:pt x="2580824" y="59"/>
                </a:cubicBezTo>
                <a:lnTo>
                  <a:pt x="2578183" y="390041"/>
                </a:lnTo>
                <a:cubicBezTo>
                  <a:pt x="1433889" y="382290"/>
                  <a:pt x="479599" y="1263158"/>
                  <a:pt x="395907" y="2404414"/>
                </a:cubicBezTo>
                <a:cubicBezTo>
                  <a:pt x="312216" y="3545670"/>
                  <a:pt x="1127796" y="4556327"/>
                  <a:pt x="2260979" y="4715589"/>
                </a:cubicBezTo>
                <a:cubicBezTo>
                  <a:pt x="3394163" y="4874852"/>
                  <a:pt x="4456728" y="4128158"/>
                  <a:pt x="4690859" y="3008045"/>
                </a:cubicBezTo>
                <a:cubicBezTo>
                  <a:pt x="4895724" y="2027946"/>
                  <a:pt x="4404906" y="1055754"/>
                  <a:pt x="3540680" y="621706"/>
                </a:cubicBezTo>
                <a:lnTo>
                  <a:pt x="3415388" y="566161"/>
                </a:lnTo>
                <a:lnTo>
                  <a:pt x="3415388" y="1678676"/>
                </a:lnTo>
                <a:lnTo>
                  <a:pt x="3019603" y="1678676"/>
                </a:lnTo>
                <a:lnTo>
                  <a:pt x="3019603" y="395786"/>
                </a:lnTo>
                <a:lnTo>
                  <a:pt x="3019603" y="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59"/>
          <p:cNvSpPr>
            <a:spLocks noChangeAspect="1"/>
          </p:cNvSpPr>
          <p:nvPr/>
        </p:nvSpPr>
        <p:spPr>
          <a:xfrm>
            <a:off x="7950344" y="4425337"/>
            <a:ext cx="337940" cy="360000"/>
          </a:xfrm>
          <a:custGeom>
            <a:avLst/>
            <a:gdLst>
              <a:gd name="connsiteX0" fmla="*/ 135791 w 272724"/>
              <a:gd name="connsiteY0" fmla="*/ 153023 h 290527"/>
              <a:gd name="connsiteX1" fmla="*/ 204213 w 272724"/>
              <a:gd name="connsiteY1" fmla="*/ 171101 h 290527"/>
              <a:gd name="connsiteX2" fmla="*/ 272724 w 272724"/>
              <a:gd name="connsiteY2" fmla="*/ 289384 h 290527"/>
              <a:gd name="connsiteX3" fmla="*/ 136361 w 272724"/>
              <a:gd name="connsiteY3" fmla="*/ 289384 h 290527"/>
              <a:gd name="connsiteX4" fmla="*/ 4 w 272724"/>
              <a:gd name="connsiteY4" fmla="*/ 290527 h 290527"/>
              <a:gd name="connsiteX5" fmla="*/ 67522 w 272724"/>
              <a:gd name="connsiteY5" fmla="*/ 171674 h 290527"/>
              <a:gd name="connsiteX6" fmla="*/ 135791 w 272724"/>
              <a:gd name="connsiteY6" fmla="*/ 153023 h 290527"/>
              <a:gd name="connsiteX7" fmla="*/ 136361 w 272724"/>
              <a:gd name="connsiteY7" fmla="*/ 0 h 290527"/>
              <a:gd name="connsiteX8" fmla="*/ 210263 w 272724"/>
              <a:gd name="connsiteY8" fmla="*/ 73902 h 290527"/>
              <a:gd name="connsiteX9" fmla="*/ 136361 w 272724"/>
              <a:gd name="connsiteY9" fmla="*/ 147804 h 290527"/>
              <a:gd name="connsiteX10" fmla="*/ 62459 w 272724"/>
              <a:gd name="connsiteY10" fmla="*/ 73902 h 290527"/>
              <a:gd name="connsiteX11" fmla="*/ 136361 w 272724"/>
              <a:gd name="connsiteY11" fmla="*/ 0 h 29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2724" h="290527">
                <a:moveTo>
                  <a:pt x="135791" y="153023"/>
                </a:moveTo>
                <a:cubicBezTo>
                  <a:pt x="159395" y="152925"/>
                  <a:pt x="183025" y="158947"/>
                  <a:pt x="204213" y="171101"/>
                </a:cubicBezTo>
                <a:cubicBezTo>
                  <a:pt x="246589" y="195410"/>
                  <a:pt x="272724" y="240530"/>
                  <a:pt x="272724" y="289384"/>
                </a:cubicBezTo>
                <a:lnTo>
                  <a:pt x="136361" y="289384"/>
                </a:lnTo>
                <a:lnTo>
                  <a:pt x="4" y="290527"/>
                </a:lnTo>
                <a:cubicBezTo>
                  <a:pt x="-405" y="241675"/>
                  <a:pt x="25350" y="196337"/>
                  <a:pt x="67522" y="171674"/>
                </a:cubicBezTo>
                <a:cubicBezTo>
                  <a:pt x="88608" y="159343"/>
                  <a:pt x="112186" y="153122"/>
                  <a:pt x="135791" y="153023"/>
                </a:cubicBezTo>
                <a:close/>
                <a:moveTo>
                  <a:pt x="136361" y="0"/>
                </a:moveTo>
                <a:cubicBezTo>
                  <a:pt x="177176" y="0"/>
                  <a:pt x="210263" y="33087"/>
                  <a:pt x="210263" y="73902"/>
                </a:cubicBezTo>
                <a:cubicBezTo>
                  <a:pt x="210263" y="114717"/>
                  <a:pt x="177176" y="147804"/>
                  <a:pt x="136361" y="147804"/>
                </a:cubicBezTo>
                <a:cubicBezTo>
                  <a:pt x="95546" y="147804"/>
                  <a:pt x="62459" y="114717"/>
                  <a:pt x="62459" y="73902"/>
                </a:cubicBezTo>
                <a:cubicBezTo>
                  <a:pt x="62459" y="33087"/>
                  <a:pt x="95546" y="0"/>
                  <a:pt x="13636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latin typeface="微软雅黑 Light" panose="020B0502040204020203" pitchFamily="34" charset="-122"/>
              <a:ea typeface="微软雅黑 Light" panose="020B0502040204020203" pitchFamily="34" charset="-122"/>
            </a:endParaRPr>
          </a:p>
        </p:txBody>
      </p:sp>
      <p:sp>
        <p:nvSpPr>
          <p:cNvPr id="61" name="任意多边形 60"/>
          <p:cNvSpPr>
            <a:spLocks noChangeAspect="1"/>
          </p:cNvSpPr>
          <p:nvPr/>
        </p:nvSpPr>
        <p:spPr>
          <a:xfrm>
            <a:off x="7162555" y="4425337"/>
            <a:ext cx="298233" cy="360000"/>
          </a:xfrm>
          <a:custGeom>
            <a:avLst/>
            <a:gdLst>
              <a:gd name="connsiteX0" fmla="*/ 483834 w 967669"/>
              <a:gd name="connsiteY0" fmla="*/ 124292 h 1168081"/>
              <a:gd name="connsiteX1" fmla="*/ 124291 w 967669"/>
              <a:gd name="connsiteY1" fmla="*/ 483835 h 1168081"/>
              <a:gd name="connsiteX2" fmla="*/ 483834 w 967669"/>
              <a:gd name="connsiteY2" fmla="*/ 843378 h 1168081"/>
              <a:gd name="connsiteX3" fmla="*/ 843377 w 967669"/>
              <a:gd name="connsiteY3" fmla="*/ 483835 h 1168081"/>
              <a:gd name="connsiteX4" fmla="*/ 483834 w 967669"/>
              <a:gd name="connsiteY4" fmla="*/ 124292 h 1168081"/>
              <a:gd name="connsiteX5" fmla="*/ 483835 w 967669"/>
              <a:gd name="connsiteY5" fmla="*/ 0 h 1168081"/>
              <a:gd name="connsiteX6" fmla="*/ 825958 w 967669"/>
              <a:gd name="connsiteY6" fmla="*/ 141712 h 1168081"/>
              <a:gd name="connsiteX7" fmla="*/ 825957 w 967669"/>
              <a:gd name="connsiteY7" fmla="*/ 141713 h 1168081"/>
              <a:gd name="connsiteX8" fmla="*/ 825957 w 967669"/>
              <a:gd name="connsiteY8" fmla="*/ 825959 h 1168081"/>
              <a:gd name="connsiteX9" fmla="*/ 483835 w 967669"/>
              <a:gd name="connsiteY9" fmla="*/ 1168081 h 1168081"/>
              <a:gd name="connsiteX10" fmla="*/ 141712 w 967669"/>
              <a:gd name="connsiteY10" fmla="*/ 825958 h 1168081"/>
              <a:gd name="connsiteX11" fmla="*/ 141712 w 967669"/>
              <a:gd name="connsiteY11" fmla="*/ 141712 h 1168081"/>
              <a:gd name="connsiteX12" fmla="*/ 483835 w 967669"/>
              <a:gd name="connsiteY12" fmla="*/ 0 h 1168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7669" h="1168081">
                <a:moveTo>
                  <a:pt x="483834" y="124292"/>
                </a:moveTo>
                <a:cubicBezTo>
                  <a:pt x="285264" y="124292"/>
                  <a:pt x="124291" y="285265"/>
                  <a:pt x="124291" y="483835"/>
                </a:cubicBezTo>
                <a:cubicBezTo>
                  <a:pt x="124291" y="682405"/>
                  <a:pt x="285264" y="843378"/>
                  <a:pt x="483834" y="843378"/>
                </a:cubicBezTo>
                <a:cubicBezTo>
                  <a:pt x="682404" y="843378"/>
                  <a:pt x="843377" y="682405"/>
                  <a:pt x="843377" y="483835"/>
                </a:cubicBezTo>
                <a:cubicBezTo>
                  <a:pt x="843377" y="285265"/>
                  <a:pt x="682404" y="124292"/>
                  <a:pt x="483834" y="124292"/>
                </a:cubicBezTo>
                <a:close/>
                <a:moveTo>
                  <a:pt x="483835" y="0"/>
                </a:moveTo>
                <a:cubicBezTo>
                  <a:pt x="607659" y="0"/>
                  <a:pt x="731483" y="47237"/>
                  <a:pt x="825958" y="141712"/>
                </a:cubicBezTo>
                <a:lnTo>
                  <a:pt x="825957" y="141713"/>
                </a:lnTo>
                <a:cubicBezTo>
                  <a:pt x="1014907" y="330662"/>
                  <a:pt x="1014907" y="637009"/>
                  <a:pt x="825957" y="825959"/>
                </a:cubicBezTo>
                <a:lnTo>
                  <a:pt x="483835" y="1168081"/>
                </a:lnTo>
                <a:lnTo>
                  <a:pt x="141712" y="825958"/>
                </a:lnTo>
                <a:cubicBezTo>
                  <a:pt x="-47238" y="637008"/>
                  <a:pt x="-47238" y="330661"/>
                  <a:pt x="141712" y="141712"/>
                </a:cubicBezTo>
                <a:cubicBezTo>
                  <a:pt x="236187" y="47237"/>
                  <a:pt x="360011" y="0"/>
                  <a:pt x="48383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任意多边形 61"/>
          <p:cNvSpPr>
            <a:spLocks noChangeAspect="1"/>
          </p:cNvSpPr>
          <p:nvPr/>
        </p:nvSpPr>
        <p:spPr>
          <a:xfrm>
            <a:off x="676941" y="5213606"/>
            <a:ext cx="347150" cy="360000"/>
          </a:xfrm>
          <a:custGeom>
            <a:avLst/>
            <a:gdLst>
              <a:gd name="connsiteX0" fmla="*/ 310150 w 5251085"/>
              <a:gd name="connsiteY0" fmla="*/ 2330220 h 5445455"/>
              <a:gd name="connsiteX1" fmla="*/ 310150 w 5251085"/>
              <a:gd name="connsiteY1" fmla="*/ 4662112 h 5445455"/>
              <a:gd name="connsiteX2" fmla="*/ 784621 w 5251085"/>
              <a:gd name="connsiteY2" fmla="*/ 5136584 h 5445455"/>
              <a:gd name="connsiteX3" fmla="*/ 3869265 w 5251085"/>
              <a:gd name="connsiteY3" fmla="*/ 5136584 h 5445455"/>
              <a:gd name="connsiteX4" fmla="*/ 4343736 w 5251085"/>
              <a:gd name="connsiteY4" fmla="*/ 4662112 h 5445455"/>
              <a:gd name="connsiteX5" fmla="*/ 4343736 w 5251085"/>
              <a:gd name="connsiteY5" fmla="*/ 2330220 h 5445455"/>
              <a:gd name="connsiteX6" fmla="*/ 3458502 w 5251085"/>
              <a:gd name="connsiteY6" fmla="*/ 1448435 h 5445455"/>
              <a:gd name="connsiteX7" fmla="*/ 3782502 w 5251085"/>
              <a:gd name="connsiteY7" fmla="*/ 1448435 h 5445455"/>
              <a:gd name="connsiteX8" fmla="*/ 3782502 w 5251085"/>
              <a:gd name="connsiteY8" fmla="*/ 1772435 h 5445455"/>
              <a:gd name="connsiteX9" fmla="*/ 3458502 w 5251085"/>
              <a:gd name="connsiteY9" fmla="*/ 1772435 h 5445455"/>
              <a:gd name="connsiteX10" fmla="*/ 621082 w 5251085"/>
              <a:gd name="connsiteY10" fmla="*/ 1448435 h 5445455"/>
              <a:gd name="connsiteX11" fmla="*/ 3141082 w 5251085"/>
              <a:gd name="connsiteY11" fmla="*/ 1448435 h 5445455"/>
              <a:gd name="connsiteX12" fmla="*/ 3141082 w 5251085"/>
              <a:gd name="connsiteY12" fmla="*/ 1772435 h 5445455"/>
              <a:gd name="connsiteX13" fmla="*/ 621082 w 5251085"/>
              <a:gd name="connsiteY13" fmla="*/ 1772435 h 5445455"/>
              <a:gd name="connsiteX14" fmla="*/ 784621 w 5251085"/>
              <a:gd name="connsiteY14" fmla="*/ 1102998 h 5445455"/>
              <a:gd name="connsiteX15" fmla="*/ 310150 w 5251085"/>
              <a:gd name="connsiteY15" fmla="*/ 1577468 h 5445455"/>
              <a:gd name="connsiteX16" fmla="*/ 310150 w 5251085"/>
              <a:gd name="connsiteY16" fmla="*/ 2006220 h 5445455"/>
              <a:gd name="connsiteX17" fmla="*/ 4343736 w 5251085"/>
              <a:gd name="connsiteY17" fmla="*/ 2006220 h 5445455"/>
              <a:gd name="connsiteX18" fmla="*/ 4343736 w 5251085"/>
              <a:gd name="connsiteY18" fmla="*/ 1577468 h 5445455"/>
              <a:gd name="connsiteX19" fmla="*/ 3869265 w 5251085"/>
              <a:gd name="connsiteY19" fmla="*/ 1102998 h 5445455"/>
              <a:gd name="connsiteX20" fmla="*/ 547436 w 5251085"/>
              <a:gd name="connsiteY20" fmla="*/ 791570 h 5445455"/>
              <a:gd name="connsiteX21" fmla="*/ 4106449 w 5251085"/>
              <a:gd name="connsiteY21" fmla="*/ 791570 h 5445455"/>
              <a:gd name="connsiteX22" fmla="*/ 4653885 w 5251085"/>
              <a:gd name="connsiteY22" fmla="*/ 1339006 h 5445455"/>
              <a:gd name="connsiteX23" fmla="*/ 4653885 w 5251085"/>
              <a:gd name="connsiteY23" fmla="*/ 4898019 h 5445455"/>
              <a:gd name="connsiteX24" fmla="*/ 4106449 w 5251085"/>
              <a:gd name="connsiteY24" fmla="*/ 5445455 h 5445455"/>
              <a:gd name="connsiteX25" fmla="*/ 547436 w 5251085"/>
              <a:gd name="connsiteY25" fmla="*/ 5445455 h 5445455"/>
              <a:gd name="connsiteX26" fmla="*/ 0 w 5251085"/>
              <a:gd name="connsiteY26" fmla="*/ 4898019 h 5445455"/>
              <a:gd name="connsiteX27" fmla="*/ 0 w 5251085"/>
              <a:gd name="connsiteY27" fmla="*/ 1339006 h 5445455"/>
              <a:gd name="connsiteX28" fmla="*/ 547436 w 5251085"/>
              <a:gd name="connsiteY28" fmla="*/ 791570 h 5445455"/>
              <a:gd name="connsiteX29" fmla="*/ 1144637 w 5251085"/>
              <a:gd name="connsiteY29" fmla="*/ 0 h 5445455"/>
              <a:gd name="connsiteX30" fmla="*/ 4703649 w 5251085"/>
              <a:gd name="connsiteY30" fmla="*/ 0 h 5445455"/>
              <a:gd name="connsiteX31" fmla="*/ 5251085 w 5251085"/>
              <a:gd name="connsiteY31" fmla="*/ 547437 h 5445455"/>
              <a:gd name="connsiteX32" fmla="*/ 5251085 w 5251085"/>
              <a:gd name="connsiteY32" fmla="*/ 4106449 h 5445455"/>
              <a:gd name="connsiteX33" fmla="*/ 4813976 w 5251085"/>
              <a:gd name="connsiteY33" fmla="*/ 4642763 h 5445455"/>
              <a:gd name="connsiteX34" fmla="*/ 4810837 w 5251085"/>
              <a:gd name="connsiteY34" fmla="*/ 4643080 h 5445455"/>
              <a:gd name="connsiteX35" fmla="*/ 4810837 w 5251085"/>
              <a:gd name="connsiteY35" fmla="*/ 4195294 h 5445455"/>
              <a:gd name="connsiteX36" fmla="*/ 4859904 w 5251085"/>
              <a:gd name="connsiteY36" fmla="*/ 4135824 h 5445455"/>
              <a:gd name="connsiteX37" fmla="*/ 4940936 w 5251085"/>
              <a:gd name="connsiteY37" fmla="*/ 3870542 h 5445455"/>
              <a:gd name="connsiteX38" fmla="*/ 4940936 w 5251085"/>
              <a:gd name="connsiteY38" fmla="*/ 785898 h 5445455"/>
              <a:gd name="connsiteX39" fmla="*/ 4466465 w 5251085"/>
              <a:gd name="connsiteY39" fmla="*/ 311428 h 5445455"/>
              <a:gd name="connsiteX40" fmla="*/ 1381821 w 5251085"/>
              <a:gd name="connsiteY40" fmla="*/ 311428 h 5445455"/>
              <a:gd name="connsiteX41" fmla="*/ 988382 w 5251085"/>
              <a:gd name="connsiteY41" fmla="*/ 520617 h 5445455"/>
              <a:gd name="connsiteX42" fmla="*/ 945023 w 5251085"/>
              <a:gd name="connsiteY42" fmla="*/ 600500 h 5445455"/>
              <a:gd name="connsiteX43" fmla="*/ 597200 w 5251085"/>
              <a:gd name="connsiteY43" fmla="*/ 600500 h 5445455"/>
              <a:gd name="connsiteX44" fmla="*/ 597200 w 5251085"/>
              <a:gd name="connsiteY44" fmla="*/ 547437 h 5445455"/>
              <a:gd name="connsiteX45" fmla="*/ 1144637 w 5251085"/>
              <a:gd name="connsiteY45" fmla="*/ 0 h 544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51085" h="5445455">
                <a:moveTo>
                  <a:pt x="310150" y="2330220"/>
                </a:moveTo>
                <a:lnTo>
                  <a:pt x="310150" y="4662112"/>
                </a:lnTo>
                <a:cubicBezTo>
                  <a:pt x="310150" y="4924156"/>
                  <a:pt x="522578" y="5136584"/>
                  <a:pt x="784621" y="5136584"/>
                </a:cubicBezTo>
                <a:lnTo>
                  <a:pt x="3869265" y="5136584"/>
                </a:lnTo>
                <a:cubicBezTo>
                  <a:pt x="4131309" y="5136584"/>
                  <a:pt x="4343736" y="4924156"/>
                  <a:pt x="4343736" y="4662112"/>
                </a:cubicBezTo>
                <a:lnTo>
                  <a:pt x="4343736" y="2330220"/>
                </a:lnTo>
                <a:close/>
                <a:moveTo>
                  <a:pt x="3458502" y="1448435"/>
                </a:moveTo>
                <a:lnTo>
                  <a:pt x="3782502" y="1448435"/>
                </a:lnTo>
                <a:lnTo>
                  <a:pt x="3782502" y="1772435"/>
                </a:lnTo>
                <a:lnTo>
                  <a:pt x="3458502" y="1772435"/>
                </a:lnTo>
                <a:close/>
                <a:moveTo>
                  <a:pt x="621082" y="1448435"/>
                </a:moveTo>
                <a:lnTo>
                  <a:pt x="3141082" y="1448435"/>
                </a:lnTo>
                <a:lnTo>
                  <a:pt x="3141082" y="1772435"/>
                </a:lnTo>
                <a:lnTo>
                  <a:pt x="621082" y="1772435"/>
                </a:lnTo>
                <a:close/>
                <a:moveTo>
                  <a:pt x="784621" y="1102998"/>
                </a:moveTo>
                <a:cubicBezTo>
                  <a:pt x="522578" y="1102998"/>
                  <a:pt x="310150" y="1315425"/>
                  <a:pt x="310150" y="1577468"/>
                </a:cubicBezTo>
                <a:lnTo>
                  <a:pt x="310150" y="2006220"/>
                </a:lnTo>
                <a:lnTo>
                  <a:pt x="4343736" y="2006220"/>
                </a:lnTo>
                <a:lnTo>
                  <a:pt x="4343736" y="1577468"/>
                </a:lnTo>
                <a:cubicBezTo>
                  <a:pt x="4343736" y="1315425"/>
                  <a:pt x="4131309" y="1102998"/>
                  <a:pt x="3869265" y="1102998"/>
                </a:cubicBezTo>
                <a:close/>
                <a:moveTo>
                  <a:pt x="547436" y="791570"/>
                </a:moveTo>
                <a:lnTo>
                  <a:pt x="4106449" y="791570"/>
                </a:lnTo>
                <a:cubicBezTo>
                  <a:pt x="4408790" y="791570"/>
                  <a:pt x="4653885" y="1036666"/>
                  <a:pt x="4653885" y="1339006"/>
                </a:cubicBezTo>
                <a:lnTo>
                  <a:pt x="4653885" y="4898019"/>
                </a:lnTo>
                <a:cubicBezTo>
                  <a:pt x="4653885" y="5200360"/>
                  <a:pt x="4408790" y="5445455"/>
                  <a:pt x="4106449" y="5445455"/>
                </a:cubicBezTo>
                <a:lnTo>
                  <a:pt x="547436" y="5445455"/>
                </a:lnTo>
                <a:cubicBezTo>
                  <a:pt x="245095" y="5445455"/>
                  <a:pt x="0" y="5200360"/>
                  <a:pt x="0" y="4898019"/>
                </a:cubicBezTo>
                <a:lnTo>
                  <a:pt x="0" y="1339006"/>
                </a:lnTo>
                <a:cubicBezTo>
                  <a:pt x="0" y="1036666"/>
                  <a:pt x="245095" y="791570"/>
                  <a:pt x="547436" y="791570"/>
                </a:cubicBezTo>
                <a:close/>
                <a:moveTo>
                  <a:pt x="1144637" y="0"/>
                </a:moveTo>
                <a:lnTo>
                  <a:pt x="4703649" y="0"/>
                </a:lnTo>
                <a:cubicBezTo>
                  <a:pt x="5005990" y="0"/>
                  <a:pt x="5251085" y="245095"/>
                  <a:pt x="5251085" y="547437"/>
                </a:cubicBezTo>
                <a:lnTo>
                  <a:pt x="5251085" y="4106449"/>
                </a:lnTo>
                <a:cubicBezTo>
                  <a:pt x="5251085" y="4370997"/>
                  <a:pt x="5063434" y="4591717"/>
                  <a:pt x="4813976" y="4642763"/>
                </a:cubicBezTo>
                <a:lnTo>
                  <a:pt x="4810837" y="4643080"/>
                </a:lnTo>
                <a:lnTo>
                  <a:pt x="4810837" y="4195294"/>
                </a:lnTo>
                <a:lnTo>
                  <a:pt x="4859904" y="4135824"/>
                </a:lnTo>
                <a:cubicBezTo>
                  <a:pt x="4911064" y="4060098"/>
                  <a:pt x="4940936" y="3968809"/>
                  <a:pt x="4940936" y="3870542"/>
                </a:cubicBezTo>
                <a:lnTo>
                  <a:pt x="4940936" y="785898"/>
                </a:lnTo>
                <a:cubicBezTo>
                  <a:pt x="4940936" y="523855"/>
                  <a:pt x="4728509" y="311428"/>
                  <a:pt x="4466465" y="311428"/>
                </a:cubicBezTo>
                <a:lnTo>
                  <a:pt x="1381821" y="311428"/>
                </a:lnTo>
                <a:cubicBezTo>
                  <a:pt x="1218044" y="311428"/>
                  <a:pt x="1073648" y="394407"/>
                  <a:pt x="988382" y="520617"/>
                </a:cubicBezTo>
                <a:lnTo>
                  <a:pt x="945023" y="600500"/>
                </a:lnTo>
                <a:lnTo>
                  <a:pt x="597200" y="600500"/>
                </a:lnTo>
                <a:lnTo>
                  <a:pt x="597200" y="547437"/>
                </a:lnTo>
                <a:cubicBezTo>
                  <a:pt x="597200" y="245095"/>
                  <a:pt x="842295" y="0"/>
                  <a:pt x="114463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62"/>
          <p:cNvSpPr>
            <a:spLocks noChangeAspect="1"/>
          </p:cNvSpPr>
          <p:nvPr/>
        </p:nvSpPr>
        <p:spPr>
          <a:xfrm>
            <a:off x="1478568" y="5213606"/>
            <a:ext cx="359184" cy="360000"/>
          </a:xfrm>
          <a:custGeom>
            <a:avLst/>
            <a:gdLst>
              <a:gd name="connsiteX0" fmla="*/ 2707091 w 5882183"/>
              <a:gd name="connsiteY0" fmla="*/ 4940207 h 5895550"/>
              <a:gd name="connsiteX1" fmla="*/ 3175091 w 5882183"/>
              <a:gd name="connsiteY1" fmla="*/ 4940207 h 5895550"/>
              <a:gd name="connsiteX2" fmla="*/ 3175091 w 5882183"/>
              <a:gd name="connsiteY2" fmla="*/ 5895550 h 5895550"/>
              <a:gd name="connsiteX3" fmla="*/ 2707091 w 5882183"/>
              <a:gd name="connsiteY3" fmla="*/ 5895550 h 5895550"/>
              <a:gd name="connsiteX4" fmla="*/ 4525938 w 5882183"/>
              <a:gd name="connsiteY4" fmla="*/ 4179232 h 5895550"/>
              <a:gd name="connsiteX5" fmla="*/ 5201468 w 5882183"/>
              <a:gd name="connsiteY5" fmla="*/ 4854762 h 5895550"/>
              <a:gd name="connsiteX6" fmla="*/ 4870542 w 5882183"/>
              <a:gd name="connsiteY6" fmla="*/ 5185687 h 5895550"/>
              <a:gd name="connsiteX7" fmla="*/ 4195013 w 5882183"/>
              <a:gd name="connsiteY7" fmla="*/ 4510158 h 5895550"/>
              <a:gd name="connsiteX8" fmla="*/ 1363068 w 5882183"/>
              <a:gd name="connsiteY8" fmla="*/ 4175402 h 5895550"/>
              <a:gd name="connsiteX9" fmla="*/ 1693994 w 5882183"/>
              <a:gd name="connsiteY9" fmla="*/ 4506328 h 5895550"/>
              <a:gd name="connsiteX10" fmla="*/ 1018464 w 5882183"/>
              <a:gd name="connsiteY10" fmla="*/ 5181857 h 5895550"/>
              <a:gd name="connsiteX11" fmla="*/ 687538 w 5882183"/>
              <a:gd name="connsiteY11" fmla="*/ 4850932 h 5895550"/>
              <a:gd name="connsiteX12" fmla="*/ 4926840 w 5882183"/>
              <a:gd name="connsiteY12" fmla="*/ 2723160 h 5895550"/>
              <a:gd name="connsiteX13" fmla="*/ 5882183 w 5882183"/>
              <a:gd name="connsiteY13" fmla="*/ 2723160 h 5895550"/>
              <a:gd name="connsiteX14" fmla="*/ 5882183 w 5882183"/>
              <a:gd name="connsiteY14" fmla="*/ 3191160 h 5895550"/>
              <a:gd name="connsiteX15" fmla="*/ 4926840 w 5882183"/>
              <a:gd name="connsiteY15" fmla="*/ 3191160 h 5895550"/>
              <a:gd name="connsiteX16" fmla="*/ 0 w 5882183"/>
              <a:gd name="connsiteY16" fmla="*/ 2723160 h 5895550"/>
              <a:gd name="connsiteX17" fmla="*/ 955342 w 5882183"/>
              <a:gd name="connsiteY17" fmla="*/ 2723160 h 5895550"/>
              <a:gd name="connsiteX18" fmla="*/ 955342 w 5882183"/>
              <a:gd name="connsiteY18" fmla="*/ 3191160 h 5895550"/>
              <a:gd name="connsiteX19" fmla="*/ 0 w 5882183"/>
              <a:gd name="connsiteY19" fmla="*/ 3191160 h 5895550"/>
              <a:gd name="connsiteX20" fmla="*/ 2941091 w 5882183"/>
              <a:gd name="connsiteY20" fmla="*/ 1927811 h 5895550"/>
              <a:gd name="connsiteX21" fmla="*/ 1911742 w 5882183"/>
              <a:gd name="connsiteY21" fmla="*/ 2957160 h 5895550"/>
              <a:gd name="connsiteX22" fmla="*/ 2941091 w 5882183"/>
              <a:gd name="connsiteY22" fmla="*/ 3986509 h 5895550"/>
              <a:gd name="connsiteX23" fmla="*/ 3970440 w 5882183"/>
              <a:gd name="connsiteY23" fmla="*/ 2957160 h 5895550"/>
              <a:gd name="connsiteX24" fmla="*/ 2941091 w 5882183"/>
              <a:gd name="connsiteY24" fmla="*/ 1927811 h 5895550"/>
              <a:gd name="connsiteX25" fmla="*/ 2941092 w 5882183"/>
              <a:gd name="connsiteY25" fmla="*/ 1455907 h 5895550"/>
              <a:gd name="connsiteX26" fmla="*/ 4442346 w 5882183"/>
              <a:gd name="connsiteY26" fmla="*/ 2957160 h 5895550"/>
              <a:gd name="connsiteX27" fmla="*/ 2941092 w 5882183"/>
              <a:gd name="connsiteY27" fmla="*/ 4458414 h 5895550"/>
              <a:gd name="connsiteX28" fmla="*/ 1439838 w 5882183"/>
              <a:gd name="connsiteY28" fmla="*/ 2957160 h 5895550"/>
              <a:gd name="connsiteX29" fmla="*/ 2941092 w 5882183"/>
              <a:gd name="connsiteY29" fmla="*/ 1455907 h 5895550"/>
              <a:gd name="connsiteX30" fmla="*/ 1025287 w 5882183"/>
              <a:gd name="connsiteY30" fmla="*/ 728632 h 5895550"/>
              <a:gd name="connsiteX31" fmla="*/ 1700817 w 5882183"/>
              <a:gd name="connsiteY31" fmla="*/ 1404162 h 5895550"/>
              <a:gd name="connsiteX32" fmla="*/ 1369891 w 5882183"/>
              <a:gd name="connsiteY32" fmla="*/ 1735087 h 5895550"/>
              <a:gd name="connsiteX33" fmla="*/ 694361 w 5882183"/>
              <a:gd name="connsiteY33" fmla="*/ 1059558 h 5895550"/>
              <a:gd name="connsiteX34" fmla="*/ 4863719 w 5882183"/>
              <a:gd name="connsiteY34" fmla="*/ 724802 h 5895550"/>
              <a:gd name="connsiteX35" fmla="*/ 5194645 w 5882183"/>
              <a:gd name="connsiteY35" fmla="*/ 1055728 h 5895550"/>
              <a:gd name="connsiteX36" fmla="*/ 4519115 w 5882183"/>
              <a:gd name="connsiteY36" fmla="*/ 1731257 h 5895550"/>
              <a:gd name="connsiteX37" fmla="*/ 4188190 w 5882183"/>
              <a:gd name="connsiteY37" fmla="*/ 1400331 h 5895550"/>
              <a:gd name="connsiteX38" fmla="*/ 2707091 w 5882183"/>
              <a:gd name="connsiteY38" fmla="*/ 0 h 5895550"/>
              <a:gd name="connsiteX39" fmla="*/ 3175091 w 5882183"/>
              <a:gd name="connsiteY39" fmla="*/ 0 h 5895550"/>
              <a:gd name="connsiteX40" fmla="*/ 3175091 w 5882183"/>
              <a:gd name="connsiteY40" fmla="*/ 955343 h 5895550"/>
              <a:gd name="connsiteX41" fmla="*/ 2707091 w 5882183"/>
              <a:gd name="connsiteY41" fmla="*/ 955343 h 589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882183" h="5895550">
                <a:moveTo>
                  <a:pt x="2707091" y="4940207"/>
                </a:moveTo>
                <a:lnTo>
                  <a:pt x="3175091" y="4940207"/>
                </a:lnTo>
                <a:lnTo>
                  <a:pt x="3175091" y="5895550"/>
                </a:lnTo>
                <a:lnTo>
                  <a:pt x="2707091" y="5895550"/>
                </a:lnTo>
                <a:close/>
                <a:moveTo>
                  <a:pt x="4525938" y="4179232"/>
                </a:moveTo>
                <a:lnTo>
                  <a:pt x="5201468" y="4854762"/>
                </a:lnTo>
                <a:lnTo>
                  <a:pt x="4870542" y="5185687"/>
                </a:lnTo>
                <a:lnTo>
                  <a:pt x="4195013" y="4510158"/>
                </a:lnTo>
                <a:close/>
                <a:moveTo>
                  <a:pt x="1363068" y="4175402"/>
                </a:moveTo>
                <a:lnTo>
                  <a:pt x="1693994" y="4506328"/>
                </a:lnTo>
                <a:lnTo>
                  <a:pt x="1018464" y="5181857"/>
                </a:lnTo>
                <a:lnTo>
                  <a:pt x="687538" y="4850932"/>
                </a:lnTo>
                <a:close/>
                <a:moveTo>
                  <a:pt x="4926840" y="2723160"/>
                </a:moveTo>
                <a:lnTo>
                  <a:pt x="5882183" y="2723160"/>
                </a:lnTo>
                <a:lnTo>
                  <a:pt x="5882183" y="3191160"/>
                </a:lnTo>
                <a:lnTo>
                  <a:pt x="4926840" y="3191160"/>
                </a:lnTo>
                <a:close/>
                <a:moveTo>
                  <a:pt x="0" y="2723160"/>
                </a:moveTo>
                <a:lnTo>
                  <a:pt x="955342" y="2723160"/>
                </a:lnTo>
                <a:lnTo>
                  <a:pt x="955342" y="3191160"/>
                </a:lnTo>
                <a:lnTo>
                  <a:pt x="0" y="3191160"/>
                </a:lnTo>
                <a:close/>
                <a:moveTo>
                  <a:pt x="2941091" y="1927811"/>
                </a:moveTo>
                <a:cubicBezTo>
                  <a:pt x="2372597" y="1927811"/>
                  <a:pt x="1911742" y="2388666"/>
                  <a:pt x="1911742" y="2957160"/>
                </a:cubicBezTo>
                <a:cubicBezTo>
                  <a:pt x="1911742" y="3525654"/>
                  <a:pt x="2372597" y="3986509"/>
                  <a:pt x="2941091" y="3986509"/>
                </a:cubicBezTo>
                <a:cubicBezTo>
                  <a:pt x="3509585" y="3986509"/>
                  <a:pt x="3970440" y="3525654"/>
                  <a:pt x="3970440" y="2957160"/>
                </a:cubicBezTo>
                <a:cubicBezTo>
                  <a:pt x="3970440" y="2388666"/>
                  <a:pt x="3509585" y="1927811"/>
                  <a:pt x="2941091" y="1927811"/>
                </a:cubicBezTo>
                <a:close/>
                <a:moveTo>
                  <a:pt x="2941092" y="1455907"/>
                </a:moveTo>
                <a:cubicBezTo>
                  <a:pt x="3770212" y="1455907"/>
                  <a:pt x="4442346" y="2128040"/>
                  <a:pt x="4442346" y="2957160"/>
                </a:cubicBezTo>
                <a:cubicBezTo>
                  <a:pt x="4442346" y="3786280"/>
                  <a:pt x="3770212" y="4458414"/>
                  <a:pt x="2941092" y="4458414"/>
                </a:cubicBezTo>
                <a:cubicBezTo>
                  <a:pt x="2111972" y="4458414"/>
                  <a:pt x="1439838" y="3786280"/>
                  <a:pt x="1439838" y="2957160"/>
                </a:cubicBezTo>
                <a:cubicBezTo>
                  <a:pt x="1439838" y="2128040"/>
                  <a:pt x="2111972" y="1455907"/>
                  <a:pt x="2941092" y="1455907"/>
                </a:cubicBezTo>
                <a:close/>
                <a:moveTo>
                  <a:pt x="1025287" y="728632"/>
                </a:moveTo>
                <a:lnTo>
                  <a:pt x="1700817" y="1404162"/>
                </a:lnTo>
                <a:lnTo>
                  <a:pt x="1369891" y="1735087"/>
                </a:lnTo>
                <a:lnTo>
                  <a:pt x="694361" y="1059558"/>
                </a:lnTo>
                <a:close/>
                <a:moveTo>
                  <a:pt x="4863719" y="724802"/>
                </a:moveTo>
                <a:lnTo>
                  <a:pt x="5194645" y="1055728"/>
                </a:lnTo>
                <a:lnTo>
                  <a:pt x="4519115" y="1731257"/>
                </a:lnTo>
                <a:lnTo>
                  <a:pt x="4188190" y="1400331"/>
                </a:lnTo>
                <a:close/>
                <a:moveTo>
                  <a:pt x="2707091" y="0"/>
                </a:moveTo>
                <a:lnTo>
                  <a:pt x="3175091" y="0"/>
                </a:lnTo>
                <a:lnTo>
                  <a:pt x="3175091" y="955343"/>
                </a:lnTo>
                <a:lnTo>
                  <a:pt x="2707091" y="95534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任意多边形 63"/>
          <p:cNvSpPr>
            <a:spLocks noChangeAspect="1"/>
          </p:cNvSpPr>
          <p:nvPr/>
        </p:nvSpPr>
        <p:spPr>
          <a:xfrm>
            <a:off x="2211989" y="5213606"/>
            <a:ext cx="507633" cy="360000"/>
          </a:xfrm>
          <a:custGeom>
            <a:avLst/>
            <a:gdLst>
              <a:gd name="connsiteX0" fmla="*/ 3292495 w 7546928"/>
              <a:gd name="connsiteY0" fmla="*/ 359880 h 5352083"/>
              <a:gd name="connsiteX1" fmla="*/ 1782661 w 7546928"/>
              <a:gd name="connsiteY1" fmla="*/ 1799061 h 5352083"/>
              <a:gd name="connsiteX2" fmla="*/ 1800058 w 7546928"/>
              <a:gd name="connsiteY2" fmla="*/ 2018235 h 5352083"/>
              <a:gd name="connsiteX3" fmla="*/ 1829745 w 7546928"/>
              <a:gd name="connsiteY3" fmla="*/ 2141022 h 5352083"/>
              <a:gd name="connsiteX4" fmla="*/ 1462795 w 7546928"/>
              <a:gd name="connsiteY4" fmla="*/ 2141022 h 5352083"/>
              <a:gd name="connsiteX5" fmla="*/ 1441224 w 7546928"/>
              <a:gd name="connsiteY5" fmla="*/ 2148287 h 5352083"/>
              <a:gd name="connsiteX6" fmla="*/ 1441224 w 7546928"/>
              <a:gd name="connsiteY6" fmla="*/ 2159093 h 5352083"/>
              <a:gd name="connsiteX7" fmla="*/ 1439583 w 7546928"/>
              <a:gd name="connsiteY7" fmla="*/ 2148840 h 5352083"/>
              <a:gd name="connsiteX8" fmla="*/ 1381494 w 7546928"/>
              <a:gd name="connsiteY8" fmla="*/ 2168404 h 5352083"/>
              <a:gd name="connsiteX9" fmla="*/ 379375 w 7546928"/>
              <a:gd name="connsiteY9" fmla="*/ 3559588 h 5352083"/>
              <a:gd name="connsiteX10" fmla="*/ 1381494 w 7546928"/>
              <a:gd name="connsiteY10" fmla="*/ 4950772 h 5352083"/>
              <a:gd name="connsiteX11" fmla="*/ 1517099 w 7546928"/>
              <a:gd name="connsiteY11" fmla="*/ 4996443 h 5352083"/>
              <a:gd name="connsiteX12" fmla="*/ 1517099 w 7546928"/>
              <a:gd name="connsiteY12" fmla="*/ 4982062 h 5352083"/>
              <a:gd name="connsiteX13" fmla="*/ 6562766 w 7546928"/>
              <a:gd name="connsiteY13" fmla="*/ 4982062 h 5352083"/>
              <a:gd name="connsiteX14" fmla="*/ 6562766 w 7546928"/>
              <a:gd name="connsiteY14" fmla="*/ 4991427 h 5352083"/>
              <a:gd name="connsiteX15" fmla="*/ 6626630 w 7546928"/>
              <a:gd name="connsiteY15" fmla="*/ 4970629 h 5352083"/>
              <a:gd name="connsiteX16" fmla="*/ 7164749 w 7546928"/>
              <a:gd name="connsiteY16" fmla="*/ 4118941 h 5352083"/>
              <a:gd name="connsiteX17" fmla="*/ 6283677 w 7546928"/>
              <a:gd name="connsiteY17" fmla="*/ 3194613 h 5352083"/>
              <a:gd name="connsiteX18" fmla="*/ 6243887 w 7546928"/>
              <a:gd name="connsiteY18" fmla="*/ 3197772 h 5352083"/>
              <a:gd name="connsiteX19" fmla="*/ 6045202 w 7546928"/>
              <a:gd name="connsiteY19" fmla="*/ 2824005 h 5352083"/>
              <a:gd name="connsiteX20" fmla="*/ 6073277 w 7546928"/>
              <a:gd name="connsiteY20" fmla="*/ 2796876 h 5352083"/>
              <a:gd name="connsiteX21" fmla="*/ 6061340 w 7546928"/>
              <a:gd name="connsiteY21" fmla="*/ 1962463 h 5352083"/>
              <a:gd name="connsiteX22" fmla="*/ 5256198 w 7546928"/>
              <a:gd name="connsiteY22" fmla="*/ 1743069 h 5352083"/>
              <a:gd name="connsiteX23" fmla="*/ 5177642 w 7546928"/>
              <a:gd name="connsiteY23" fmla="*/ 1791319 h 5352083"/>
              <a:gd name="connsiteX24" fmla="*/ 5178052 w 7546928"/>
              <a:gd name="connsiteY24" fmla="*/ 1799061 h 5352083"/>
              <a:gd name="connsiteX25" fmla="*/ 5178052 w 7546928"/>
              <a:gd name="connsiteY25" fmla="*/ 1799062 h 5352083"/>
              <a:gd name="connsiteX26" fmla="*/ 5165036 w 7546928"/>
              <a:gd name="connsiteY26" fmla="*/ 1799062 h 5352083"/>
              <a:gd name="connsiteX27" fmla="*/ 5147622 w 7546928"/>
              <a:gd name="connsiteY27" fmla="*/ 1809758 h 5352083"/>
              <a:gd name="connsiteX28" fmla="*/ 5146441 w 7546928"/>
              <a:gd name="connsiteY28" fmla="*/ 1810839 h 5352083"/>
              <a:gd name="connsiteX29" fmla="*/ 4785270 w 7546928"/>
              <a:gd name="connsiteY29" fmla="*/ 1594049 h 5352083"/>
              <a:gd name="connsiteX30" fmla="*/ 4771656 w 7546928"/>
              <a:gd name="connsiteY30" fmla="*/ 1509016 h 5352083"/>
              <a:gd name="connsiteX31" fmla="*/ 3292495 w 7546928"/>
              <a:gd name="connsiteY31" fmla="*/ 359880 h 5352083"/>
              <a:gd name="connsiteX32" fmla="*/ 3290669 w 7546928"/>
              <a:gd name="connsiteY32" fmla="*/ 0 h 5352083"/>
              <a:gd name="connsiteX33" fmla="*/ 5139708 w 7546928"/>
              <a:gd name="connsiteY33" fmla="*/ 1436487 h 5352083"/>
              <a:gd name="connsiteX34" fmla="*/ 5140965 w 7546928"/>
              <a:gd name="connsiteY34" fmla="*/ 1444340 h 5352083"/>
              <a:gd name="connsiteX35" fmla="*/ 5274323 w 7546928"/>
              <a:gd name="connsiteY35" fmla="*/ 1397874 h 5352083"/>
              <a:gd name="connsiteX36" fmla="*/ 6306269 w 7546928"/>
              <a:gd name="connsiteY36" fmla="*/ 1788599 h 5352083"/>
              <a:gd name="connsiteX37" fmla="*/ 6496569 w 7546928"/>
              <a:gd name="connsiteY37" fmla="*/ 2712744 h 5352083"/>
              <a:gd name="connsiteX38" fmla="*/ 6427972 w 7546928"/>
              <a:gd name="connsiteY38" fmla="*/ 2884528 h 5352083"/>
              <a:gd name="connsiteX39" fmla="*/ 6479174 w 7546928"/>
              <a:gd name="connsiteY39" fmla="*/ 2887241 h 5352083"/>
              <a:gd name="connsiteX40" fmla="*/ 7546928 w 7546928"/>
              <a:gd name="connsiteY40" fmla="*/ 4128548 h 5352083"/>
              <a:gd name="connsiteX41" fmla="*/ 6597267 w 7546928"/>
              <a:gd name="connsiteY41" fmla="*/ 5350947 h 5352083"/>
              <a:gd name="connsiteX42" fmla="*/ 6590173 w 7546928"/>
              <a:gd name="connsiteY42" fmla="*/ 5352083 h 5352083"/>
              <a:gd name="connsiteX43" fmla="*/ 1491863 w 7546928"/>
              <a:gd name="connsiteY43" fmla="*/ 5352083 h 5352083"/>
              <a:gd name="connsiteX44" fmla="*/ 1419429 w 7546928"/>
              <a:gd name="connsiteY44" fmla="*/ 5334946 h 5352083"/>
              <a:gd name="connsiteX45" fmla="*/ 0 w 7546928"/>
              <a:gd name="connsiteY45" fmla="*/ 3559589 h 5352083"/>
              <a:gd name="connsiteX46" fmla="*/ 1267970 w 7546928"/>
              <a:gd name="connsiteY46" fmla="*/ 1833793 h 5352083"/>
              <a:gd name="connsiteX47" fmla="*/ 1403800 w 7546928"/>
              <a:gd name="connsiteY47" fmla="*/ 1789346 h 5352083"/>
              <a:gd name="connsiteX48" fmla="*/ 1413030 w 7546928"/>
              <a:gd name="connsiteY48" fmla="*/ 1615118 h 5352083"/>
              <a:gd name="connsiteX49" fmla="*/ 3290669 w 7546928"/>
              <a:gd name="connsiteY49" fmla="*/ 0 h 535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546928" h="5352083">
                <a:moveTo>
                  <a:pt x="3292495" y="359880"/>
                </a:moveTo>
                <a:cubicBezTo>
                  <a:pt x="2458637" y="359880"/>
                  <a:pt x="1782661" y="1004224"/>
                  <a:pt x="1782661" y="1799061"/>
                </a:cubicBezTo>
                <a:cubicBezTo>
                  <a:pt x="1782661" y="1873578"/>
                  <a:pt x="1788602" y="1946770"/>
                  <a:pt x="1800058" y="2018235"/>
                </a:cubicBezTo>
                <a:lnTo>
                  <a:pt x="1829745" y="2141022"/>
                </a:lnTo>
                <a:lnTo>
                  <a:pt x="1462795" y="2141022"/>
                </a:lnTo>
                <a:lnTo>
                  <a:pt x="1441224" y="2148287"/>
                </a:lnTo>
                <a:lnTo>
                  <a:pt x="1441224" y="2159093"/>
                </a:lnTo>
                <a:lnTo>
                  <a:pt x="1439583" y="2148840"/>
                </a:lnTo>
                <a:lnTo>
                  <a:pt x="1381494" y="2168404"/>
                </a:lnTo>
                <a:cubicBezTo>
                  <a:pt x="792590" y="2397608"/>
                  <a:pt x="379375" y="2934194"/>
                  <a:pt x="379375" y="3559588"/>
                </a:cubicBezTo>
                <a:cubicBezTo>
                  <a:pt x="379375" y="4184981"/>
                  <a:pt x="792590" y="4721566"/>
                  <a:pt x="1381494" y="4950772"/>
                </a:cubicBezTo>
                <a:lnTo>
                  <a:pt x="1517099" y="4996443"/>
                </a:lnTo>
                <a:lnTo>
                  <a:pt x="1517099" y="4982062"/>
                </a:lnTo>
                <a:lnTo>
                  <a:pt x="6562766" y="4982062"/>
                </a:lnTo>
                <a:lnTo>
                  <a:pt x="6562766" y="4991427"/>
                </a:lnTo>
                <a:lnTo>
                  <a:pt x="6626630" y="4970629"/>
                </a:lnTo>
                <a:cubicBezTo>
                  <a:pt x="6942860" y="4830309"/>
                  <a:pt x="7164749" y="4501809"/>
                  <a:pt x="7164749" y="4118941"/>
                </a:cubicBezTo>
                <a:cubicBezTo>
                  <a:pt x="7164749" y="3608450"/>
                  <a:pt x="6770280" y="3194613"/>
                  <a:pt x="6283677" y="3194613"/>
                </a:cubicBezTo>
                <a:lnTo>
                  <a:pt x="6243887" y="3197772"/>
                </a:lnTo>
                <a:lnTo>
                  <a:pt x="6045202" y="2824005"/>
                </a:lnTo>
                <a:lnTo>
                  <a:pt x="6073277" y="2796876"/>
                </a:lnTo>
                <a:cubicBezTo>
                  <a:pt x="6260732" y="2571230"/>
                  <a:pt x="6262860" y="2222370"/>
                  <a:pt x="6061340" y="1962463"/>
                </a:cubicBezTo>
                <a:cubicBezTo>
                  <a:pt x="5859819" y="1702558"/>
                  <a:pt x="5521424" y="1617724"/>
                  <a:pt x="5256198" y="1743069"/>
                </a:cubicBezTo>
                <a:lnTo>
                  <a:pt x="5177642" y="1791319"/>
                </a:lnTo>
                <a:lnTo>
                  <a:pt x="5178052" y="1799061"/>
                </a:lnTo>
                <a:lnTo>
                  <a:pt x="5178052" y="1799062"/>
                </a:lnTo>
                <a:lnTo>
                  <a:pt x="5165036" y="1799062"/>
                </a:lnTo>
                <a:lnTo>
                  <a:pt x="5147622" y="1809758"/>
                </a:lnTo>
                <a:lnTo>
                  <a:pt x="5146441" y="1810839"/>
                </a:lnTo>
                <a:lnTo>
                  <a:pt x="4785270" y="1594049"/>
                </a:lnTo>
                <a:lnTo>
                  <a:pt x="4771656" y="1509016"/>
                </a:lnTo>
                <a:cubicBezTo>
                  <a:pt x="4630869" y="853206"/>
                  <a:pt x="4022121" y="359880"/>
                  <a:pt x="3292495" y="359880"/>
                </a:cubicBezTo>
                <a:close/>
                <a:moveTo>
                  <a:pt x="3290669" y="0"/>
                </a:moveTo>
                <a:cubicBezTo>
                  <a:pt x="4202745" y="0"/>
                  <a:pt x="4963717" y="616686"/>
                  <a:pt x="5139708" y="1436487"/>
                </a:cubicBezTo>
                <a:lnTo>
                  <a:pt x="5140965" y="1444340"/>
                </a:lnTo>
                <a:lnTo>
                  <a:pt x="5274323" y="1397874"/>
                </a:lnTo>
                <a:cubicBezTo>
                  <a:pt x="5636883" y="1312959"/>
                  <a:pt x="6047037" y="1454261"/>
                  <a:pt x="6306269" y="1788599"/>
                </a:cubicBezTo>
                <a:cubicBezTo>
                  <a:pt x="6522297" y="2067215"/>
                  <a:pt x="6582390" y="2413945"/>
                  <a:pt x="6496569" y="2712744"/>
                </a:cubicBezTo>
                <a:lnTo>
                  <a:pt x="6427972" y="2884528"/>
                </a:lnTo>
                <a:lnTo>
                  <a:pt x="6479174" y="2887241"/>
                </a:lnTo>
                <a:cubicBezTo>
                  <a:pt x="7078916" y="2951138"/>
                  <a:pt x="7546928" y="3482505"/>
                  <a:pt x="7546928" y="4128548"/>
                </a:cubicBezTo>
                <a:cubicBezTo>
                  <a:pt x="7546928" y="4731522"/>
                  <a:pt x="7139238" y="5234600"/>
                  <a:pt x="6597267" y="5350947"/>
                </a:cubicBezTo>
                <a:lnTo>
                  <a:pt x="6590173" y="5352083"/>
                </a:lnTo>
                <a:lnTo>
                  <a:pt x="1491863" y="5352083"/>
                </a:lnTo>
                <a:lnTo>
                  <a:pt x="1419429" y="5334946"/>
                </a:lnTo>
                <a:cubicBezTo>
                  <a:pt x="597085" y="5099584"/>
                  <a:pt x="0" y="4393750"/>
                  <a:pt x="0" y="3559589"/>
                </a:cubicBezTo>
                <a:cubicBezTo>
                  <a:pt x="0" y="2777563"/>
                  <a:pt x="524781" y="2108325"/>
                  <a:pt x="1267970" y="1833793"/>
                </a:cubicBezTo>
                <a:lnTo>
                  <a:pt x="1403800" y="1789346"/>
                </a:lnTo>
                <a:lnTo>
                  <a:pt x="1413030" y="1615118"/>
                </a:lnTo>
                <a:cubicBezTo>
                  <a:pt x="1509684" y="707930"/>
                  <a:pt x="2313445" y="0"/>
                  <a:pt x="329066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64"/>
          <p:cNvSpPr>
            <a:spLocks noChangeAspect="1"/>
          </p:cNvSpPr>
          <p:nvPr/>
        </p:nvSpPr>
        <p:spPr>
          <a:xfrm>
            <a:off x="3093449" y="5213606"/>
            <a:ext cx="360000" cy="360000"/>
          </a:xfrm>
          <a:custGeom>
            <a:avLst/>
            <a:gdLst>
              <a:gd name="connsiteX0" fmla="*/ 640315 w 5452284"/>
              <a:gd name="connsiteY0" fmla="*/ 3196990 h 5452283"/>
              <a:gd name="connsiteX1" fmla="*/ 317312 w 5452284"/>
              <a:gd name="connsiteY1" fmla="*/ 3519993 h 5452283"/>
              <a:gd name="connsiteX2" fmla="*/ 317312 w 5452284"/>
              <a:gd name="connsiteY2" fmla="*/ 4811968 h 5452283"/>
              <a:gd name="connsiteX3" fmla="*/ 640315 w 5452284"/>
              <a:gd name="connsiteY3" fmla="*/ 5134971 h 5452283"/>
              <a:gd name="connsiteX4" fmla="*/ 1932290 w 5452284"/>
              <a:gd name="connsiteY4" fmla="*/ 5134971 h 5452283"/>
              <a:gd name="connsiteX5" fmla="*/ 2255293 w 5452284"/>
              <a:gd name="connsiteY5" fmla="*/ 4811968 h 5452283"/>
              <a:gd name="connsiteX6" fmla="*/ 2255293 w 5452284"/>
              <a:gd name="connsiteY6" fmla="*/ 3519993 h 5452283"/>
              <a:gd name="connsiteX7" fmla="*/ 1932290 w 5452284"/>
              <a:gd name="connsiteY7" fmla="*/ 3196990 h 5452283"/>
              <a:gd name="connsiteX8" fmla="*/ 428776 w 5452284"/>
              <a:gd name="connsiteY8" fmla="*/ 2879677 h 5452283"/>
              <a:gd name="connsiteX9" fmla="*/ 2143830 w 5452284"/>
              <a:gd name="connsiteY9" fmla="*/ 2879677 h 5452283"/>
              <a:gd name="connsiteX10" fmla="*/ 2572606 w 5452284"/>
              <a:gd name="connsiteY10" fmla="*/ 3308453 h 5452283"/>
              <a:gd name="connsiteX11" fmla="*/ 2572606 w 5452284"/>
              <a:gd name="connsiteY11" fmla="*/ 5023507 h 5452283"/>
              <a:gd name="connsiteX12" fmla="*/ 2143830 w 5452284"/>
              <a:gd name="connsiteY12" fmla="*/ 5452283 h 5452283"/>
              <a:gd name="connsiteX13" fmla="*/ 428776 w 5452284"/>
              <a:gd name="connsiteY13" fmla="*/ 5452283 h 5452283"/>
              <a:gd name="connsiteX14" fmla="*/ 0 w 5452284"/>
              <a:gd name="connsiteY14" fmla="*/ 5023507 h 5452283"/>
              <a:gd name="connsiteX15" fmla="*/ 0 w 5452284"/>
              <a:gd name="connsiteY15" fmla="*/ 3308453 h 5452283"/>
              <a:gd name="connsiteX16" fmla="*/ 428776 w 5452284"/>
              <a:gd name="connsiteY16" fmla="*/ 2879677 h 5452283"/>
              <a:gd name="connsiteX17" fmla="*/ 2572606 w 5452284"/>
              <a:gd name="connsiteY17" fmla="*/ 683666 h 5452283"/>
              <a:gd name="connsiteX18" fmla="*/ 4167150 w 5452284"/>
              <a:gd name="connsiteY18" fmla="*/ 683666 h 5452283"/>
              <a:gd name="connsiteX19" fmla="*/ 4521992 w 5452284"/>
              <a:gd name="connsiteY19" fmla="*/ 683666 h 5452283"/>
              <a:gd name="connsiteX20" fmla="*/ 4521992 w 5452284"/>
              <a:gd name="connsiteY20" fmla="*/ 1038508 h 5452283"/>
              <a:gd name="connsiteX21" fmla="*/ 4521992 w 5452284"/>
              <a:gd name="connsiteY21" fmla="*/ 2633052 h 5452283"/>
              <a:gd name="connsiteX22" fmla="*/ 4167150 w 5452284"/>
              <a:gd name="connsiteY22" fmla="*/ 2633052 h 5452283"/>
              <a:gd name="connsiteX23" fmla="*/ 4167150 w 5452284"/>
              <a:gd name="connsiteY23" fmla="*/ 1303549 h 5452283"/>
              <a:gd name="connsiteX24" fmla="*/ 2741629 w 5452284"/>
              <a:gd name="connsiteY24" fmla="*/ 2729070 h 5452283"/>
              <a:gd name="connsiteX25" fmla="*/ 2490718 w 5452284"/>
              <a:gd name="connsiteY25" fmla="*/ 2478159 h 5452283"/>
              <a:gd name="connsiteX26" fmla="*/ 3930369 w 5452284"/>
              <a:gd name="connsiteY26" fmla="*/ 1038508 h 5452283"/>
              <a:gd name="connsiteX27" fmla="*/ 2572606 w 5452284"/>
              <a:gd name="connsiteY27" fmla="*/ 1038508 h 5452283"/>
              <a:gd name="connsiteX28" fmla="*/ 641353 w 5452284"/>
              <a:gd name="connsiteY28" fmla="*/ 0 h 5452283"/>
              <a:gd name="connsiteX29" fmla="*/ 4810932 w 5452284"/>
              <a:gd name="connsiteY29" fmla="*/ 0 h 5452283"/>
              <a:gd name="connsiteX30" fmla="*/ 5452284 w 5452284"/>
              <a:gd name="connsiteY30" fmla="*/ 641352 h 5452283"/>
              <a:gd name="connsiteX31" fmla="*/ 5452284 w 5452284"/>
              <a:gd name="connsiteY31" fmla="*/ 4810931 h 5452283"/>
              <a:gd name="connsiteX32" fmla="*/ 4810932 w 5452284"/>
              <a:gd name="connsiteY32" fmla="*/ 5452283 h 5452283"/>
              <a:gd name="connsiteX33" fmla="*/ 2763677 w 5452284"/>
              <a:gd name="connsiteY33" fmla="*/ 5452283 h 5452283"/>
              <a:gd name="connsiteX34" fmla="*/ 2763677 w 5452284"/>
              <a:gd name="connsiteY34" fmla="*/ 5090423 h 5452283"/>
              <a:gd name="connsiteX35" fmla="*/ 4533059 w 5452284"/>
              <a:gd name="connsiteY35" fmla="*/ 5090423 h 5452283"/>
              <a:gd name="connsiteX36" fmla="*/ 5088927 w 5452284"/>
              <a:gd name="connsiteY36" fmla="*/ 4534554 h 5452283"/>
              <a:gd name="connsiteX37" fmla="*/ 5088927 w 5452284"/>
              <a:gd name="connsiteY37" fmla="*/ 920723 h 5452283"/>
              <a:gd name="connsiteX38" fmla="*/ 4533059 w 5452284"/>
              <a:gd name="connsiteY38" fmla="*/ 364855 h 5452283"/>
              <a:gd name="connsiteX39" fmla="*/ 919228 w 5452284"/>
              <a:gd name="connsiteY39" fmla="*/ 364855 h 5452283"/>
              <a:gd name="connsiteX40" fmla="*/ 363359 w 5452284"/>
              <a:gd name="connsiteY40" fmla="*/ 920723 h 5452283"/>
              <a:gd name="connsiteX41" fmla="*/ 363359 w 5452284"/>
              <a:gd name="connsiteY41" fmla="*/ 2572605 h 5452283"/>
              <a:gd name="connsiteX42" fmla="*/ 2 w 5452284"/>
              <a:gd name="connsiteY42" fmla="*/ 2572605 h 5452283"/>
              <a:gd name="connsiteX43" fmla="*/ 2 w 5452284"/>
              <a:gd name="connsiteY43" fmla="*/ 641352 h 5452283"/>
              <a:gd name="connsiteX44" fmla="*/ 641353 w 5452284"/>
              <a:gd name="connsiteY44" fmla="*/ 0 h 5452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452284" h="5452283">
                <a:moveTo>
                  <a:pt x="640315" y="3196990"/>
                </a:moveTo>
                <a:cubicBezTo>
                  <a:pt x="461925" y="3196990"/>
                  <a:pt x="317312" y="3341603"/>
                  <a:pt x="317312" y="3519993"/>
                </a:cubicBezTo>
                <a:lnTo>
                  <a:pt x="317312" y="4811968"/>
                </a:lnTo>
                <a:cubicBezTo>
                  <a:pt x="317312" y="4990358"/>
                  <a:pt x="461925" y="5134971"/>
                  <a:pt x="640315" y="5134971"/>
                </a:cubicBezTo>
                <a:lnTo>
                  <a:pt x="1932290" y="5134971"/>
                </a:lnTo>
                <a:cubicBezTo>
                  <a:pt x="2110680" y="5134971"/>
                  <a:pt x="2255293" y="4990358"/>
                  <a:pt x="2255293" y="4811968"/>
                </a:cubicBezTo>
                <a:lnTo>
                  <a:pt x="2255293" y="3519993"/>
                </a:lnTo>
                <a:cubicBezTo>
                  <a:pt x="2255293" y="3341603"/>
                  <a:pt x="2110680" y="3196990"/>
                  <a:pt x="1932290" y="3196990"/>
                </a:cubicBezTo>
                <a:close/>
                <a:moveTo>
                  <a:pt x="428776" y="2879677"/>
                </a:moveTo>
                <a:lnTo>
                  <a:pt x="2143830" y="2879677"/>
                </a:lnTo>
                <a:cubicBezTo>
                  <a:pt x="2380636" y="2879677"/>
                  <a:pt x="2572606" y="3071647"/>
                  <a:pt x="2572606" y="3308453"/>
                </a:cubicBezTo>
                <a:lnTo>
                  <a:pt x="2572606" y="5023507"/>
                </a:lnTo>
                <a:cubicBezTo>
                  <a:pt x="2572606" y="5260313"/>
                  <a:pt x="2380636" y="5452283"/>
                  <a:pt x="2143830" y="5452283"/>
                </a:cubicBezTo>
                <a:lnTo>
                  <a:pt x="428776" y="5452283"/>
                </a:lnTo>
                <a:cubicBezTo>
                  <a:pt x="191970" y="5452283"/>
                  <a:pt x="0" y="5260313"/>
                  <a:pt x="0" y="5023507"/>
                </a:cubicBezTo>
                <a:lnTo>
                  <a:pt x="0" y="3308453"/>
                </a:lnTo>
                <a:cubicBezTo>
                  <a:pt x="0" y="3071647"/>
                  <a:pt x="191970" y="2879677"/>
                  <a:pt x="428776" y="2879677"/>
                </a:cubicBezTo>
                <a:close/>
                <a:moveTo>
                  <a:pt x="2572606" y="683666"/>
                </a:moveTo>
                <a:lnTo>
                  <a:pt x="4167150" y="683666"/>
                </a:lnTo>
                <a:lnTo>
                  <a:pt x="4521992" y="683666"/>
                </a:lnTo>
                <a:lnTo>
                  <a:pt x="4521992" y="1038508"/>
                </a:lnTo>
                <a:lnTo>
                  <a:pt x="4521992" y="2633052"/>
                </a:lnTo>
                <a:lnTo>
                  <a:pt x="4167150" y="2633052"/>
                </a:lnTo>
                <a:lnTo>
                  <a:pt x="4167150" y="1303549"/>
                </a:lnTo>
                <a:lnTo>
                  <a:pt x="2741629" y="2729070"/>
                </a:lnTo>
                <a:lnTo>
                  <a:pt x="2490718" y="2478159"/>
                </a:lnTo>
                <a:lnTo>
                  <a:pt x="3930369" y="1038508"/>
                </a:lnTo>
                <a:lnTo>
                  <a:pt x="2572606" y="1038508"/>
                </a:lnTo>
                <a:close/>
                <a:moveTo>
                  <a:pt x="641353" y="0"/>
                </a:moveTo>
                <a:lnTo>
                  <a:pt x="4810932" y="0"/>
                </a:lnTo>
                <a:cubicBezTo>
                  <a:pt x="5165142" y="0"/>
                  <a:pt x="5452284" y="287143"/>
                  <a:pt x="5452284" y="641352"/>
                </a:cubicBezTo>
                <a:lnTo>
                  <a:pt x="5452284" y="4810931"/>
                </a:lnTo>
                <a:cubicBezTo>
                  <a:pt x="5452284" y="5165141"/>
                  <a:pt x="5165142" y="5452283"/>
                  <a:pt x="4810932" y="5452283"/>
                </a:cubicBezTo>
                <a:lnTo>
                  <a:pt x="2763677" y="5452283"/>
                </a:lnTo>
                <a:lnTo>
                  <a:pt x="2763677" y="5090423"/>
                </a:lnTo>
                <a:lnTo>
                  <a:pt x="4533059" y="5090423"/>
                </a:lnTo>
                <a:cubicBezTo>
                  <a:pt x="4840057" y="5090423"/>
                  <a:pt x="5088927" y="4841552"/>
                  <a:pt x="5088927" y="4534554"/>
                </a:cubicBezTo>
                <a:lnTo>
                  <a:pt x="5088927" y="920723"/>
                </a:lnTo>
                <a:cubicBezTo>
                  <a:pt x="5088927" y="613725"/>
                  <a:pt x="4840057" y="364855"/>
                  <a:pt x="4533059" y="364855"/>
                </a:cubicBezTo>
                <a:lnTo>
                  <a:pt x="919228" y="364855"/>
                </a:lnTo>
                <a:cubicBezTo>
                  <a:pt x="612230" y="364855"/>
                  <a:pt x="363359" y="613725"/>
                  <a:pt x="363359" y="920723"/>
                </a:cubicBezTo>
                <a:lnTo>
                  <a:pt x="363359" y="2572605"/>
                </a:lnTo>
                <a:lnTo>
                  <a:pt x="2" y="2572605"/>
                </a:lnTo>
                <a:lnTo>
                  <a:pt x="2" y="641352"/>
                </a:lnTo>
                <a:cubicBezTo>
                  <a:pt x="2" y="287143"/>
                  <a:pt x="287144" y="0"/>
                  <a:pt x="64135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65"/>
          <p:cNvSpPr>
            <a:spLocks noChangeAspect="1"/>
          </p:cNvSpPr>
          <p:nvPr/>
        </p:nvSpPr>
        <p:spPr>
          <a:xfrm>
            <a:off x="3901093" y="5213606"/>
            <a:ext cx="360000" cy="360000"/>
          </a:xfrm>
          <a:custGeom>
            <a:avLst/>
            <a:gdLst>
              <a:gd name="connsiteX0" fmla="*/ 3817270 w 6400799"/>
              <a:gd name="connsiteY0" fmla="*/ 3323047 h 6400800"/>
              <a:gd name="connsiteX1" fmla="*/ 5066529 w 6400799"/>
              <a:gd name="connsiteY1" fmla="*/ 4572306 h 6400800"/>
              <a:gd name="connsiteX2" fmla="*/ 5272152 w 6400799"/>
              <a:gd name="connsiteY2" fmla="*/ 4366683 h 6400800"/>
              <a:gd name="connsiteX3" fmla="*/ 5272152 w 6400799"/>
              <a:gd name="connsiteY3" fmla="*/ 5189175 h 6400800"/>
              <a:gd name="connsiteX4" fmla="*/ 4449659 w 6400799"/>
              <a:gd name="connsiteY4" fmla="*/ 5189176 h 6400800"/>
              <a:gd name="connsiteX5" fmla="*/ 4655282 w 6400799"/>
              <a:gd name="connsiteY5" fmla="*/ 4983553 h 6400800"/>
              <a:gd name="connsiteX6" fmla="*/ 3406023 w 6400799"/>
              <a:gd name="connsiteY6" fmla="*/ 3734293 h 6400800"/>
              <a:gd name="connsiteX7" fmla="*/ 2583528 w 6400799"/>
              <a:gd name="connsiteY7" fmla="*/ 3323047 h 6400800"/>
              <a:gd name="connsiteX8" fmla="*/ 2994775 w 6400799"/>
              <a:gd name="connsiteY8" fmla="*/ 3734293 h 6400800"/>
              <a:gd name="connsiteX9" fmla="*/ 1745516 w 6400799"/>
              <a:gd name="connsiteY9" fmla="*/ 4983553 h 6400800"/>
              <a:gd name="connsiteX10" fmla="*/ 1951139 w 6400799"/>
              <a:gd name="connsiteY10" fmla="*/ 5189176 h 6400800"/>
              <a:gd name="connsiteX11" fmla="*/ 1128646 w 6400799"/>
              <a:gd name="connsiteY11" fmla="*/ 5189175 h 6400800"/>
              <a:gd name="connsiteX12" fmla="*/ 1128646 w 6400799"/>
              <a:gd name="connsiteY12" fmla="*/ 4366683 h 6400800"/>
              <a:gd name="connsiteX13" fmla="*/ 1334269 w 6400799"/>
              <a:gd name="connsiteY13" fmla="*/ 4572306 h 6400800"/>
              <a:gd name="connsiteX14" fmla="*/ 4449660 w 6400799"/>
              <a:gd name="connsiteY14" fmla="*/ 1211625 h 6400800"/>
              <a:gd name="connsiteX15" fmla="*/ 5272153 w 6400799"/>
              <a:gd name="connsiteY15" fmla="*/ 1211626 h 6400800"/>
              <a:gd name="connsiteX16" fmla="*/ 5272153 w 6400799"/>
              <a:gd name="connsiteY16" fmla="*/ 2034118 h 6400800"/>
              <a:gd name="connsiteX17" fmla="*/ 5066530 w 6400799"/>
              <a:gd name="connsiteY17" fmla="*/ 1828495 h 6400800"/>
              <a:gd name="connsiteX18" fmla="*/ 3817271 w 6400799"/>
              <a:gd name="connsiteY18" fmla="*/ 3077754 h 6400800"/>
              <a:gd name="connsiteX19" fmla="*/ 3406024 w 6400799"/>
              <a:gd name="connsiteY19" fmla="*/ 2666508 h 6400800"/>
              <a:gd name="connsiteX20" fmla="*/ 4655283 w 6400799"/>
              <a:gd name="connsiteY20" fmla="*/ 1417248 h 6400800"/>
              <a:gd name="connsiteX21" fmla="*/ 1951140 w 6400799"/>
              <a:gd name="connsiteY21" fmla="*/ 1211625 h 6400800"/>
              <a:gd name="connsiteX22" fmla="*/ 1745517 w 6400799"/>
              <a:gd name="connsiteY22" fmla="*/ 1417248 h 6400800"/>
              <a:gd name="connsiteX23" fmla="*/ 2994776 w 6400799"/>
              <a:gd name="connsiteY23" fmla="*/ 2666507 h 6400800"/>
              <a:gd name="connsiteX24" fmla="*/ 2583529 w 6400799"/>
              <a:gd name="connsiteY24" fmla="*/ 3077754 h 6400800"/>
              <a:gd name="connsiteX25" fmla="*/ 1334270 w 6400799"/>
              <a:gd name="connsiteY25" fmla="*/ 1828495 h 6400800"/>
              <a:gd name="connsiteX26" fmla="*/ 1128647 w 6400799"/>
              <a:gd name="connsiteY26" fmla="*/ 2034118 h 6400800"/>
              <a:gd name="connsiteX27" fmla="*/ 1128647 w 6400799"/>
              <a:gd name="connsiteY27" fmla="*/ 1211626 h 6400800"/>
              <a:gd name="connsiteX28" fmla="*/ 1079141 w 6400799"/>
              <a:gd name="connsiteY28" fmla="*/ 428327 h 6400800"/>
              <a:gd name="connsiteX29" fmla="*/ 426570 w 6400799"/>
              <a:gd name="connsiteY29" fmla="*/ 1080899 h 6400800"/>
              <a:gd name="connsiteX30" fmla="*/ 426570 w 6400799"/>
              <a:gd name="connsiteY30" fmla="*/ 5323416 h 6400800"/>
              <a:gd name="connsiteX31" fmla="*/ 1079141 w 6400799"/>
              <a:gd name="connsiteY31" fmla="*/ 5975988 h 6400800"/>
              <a:gd name="connsiteX32" fmla="*/ 5321659 w 6400799"/>
              <a:gd name="connsiteY32" fmla="*/ 5975988 h 6400800"/>
              <a:gd name="connsiteX33" fmla="*/ 5974230 w 6400799"/>
              <a:gd name="connsiteY33" fmla="*/ 5323416 h 6400800"/>
              <a:gd name="connsiteX34" fmla="*/ 5974230 w 6400799"/>
              <a:gd name="connsiteY34" fmla="*/ 1080899 h 6400800"/>
              <a:gd name="connsiteX35" fmla="*/ 5321659 w 6400799"/>
              <a:gd name="connsiteY35" fmla="*/ 428327 h 6400800"/>
              <a:gd name="connsiteX36" fmla="*/ 752926 w 6400799"/>
              <a:gd name="connsiteY36" fmla="*/ 0 h 6400800"/>
              <a:gd name="connsiteX37" fmla="*/ 5647873 w 6400799"/>
              <a:gd name="connsiteY37" fmla="*/ 0 h 6400800"/>
              <a:gd name="connsiteX38" fmla="*/ 6400799 w 6400799"/>
              <a:gd name="connsiteY38" fmla="*/ 752926 h 6400800"/>
              <a:gd name="connsiteX39" fmla="*/ 6400799 w 6400799"/>
              <a:gd name="connsiteY39" fmla="*/ 5647874 h 6400800"/>
              <a:gd name="connsiteX40" fmla="*/ 5647873 w 6400799"/>
              <a:gd name="connsiteY40" fmla="*/ 6400800 h 6400800"/>
              <a:gd name="connsiteX41" fmla="*/ 752926 w 6400799"/>
              <a:gd name="connsiteY41" fmla="*/ 6400800 h 6400800"/>
              <a:gd name="connsiteX42" fmla="*/ 0 w 6400799"/>
              <a:gd name="connsiteY42" fmla="*/ 5647874 h 6400800"/>
              <a:gd name="connsiteX43" fmla="*/ 0 w 6400799"/>
              <a:gd name="connsiteY43" fmla="*/ 752926 h 6400800"/>
              <a:gd name="connsiteX44" fmla="*/ 752926 w 6400799"/>
              <a:gd name="connsiteY44" fmla="*/ 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400799" h="6400800">
                <a:moveTo>
                  <a:pt x="3817270" y="3323047"/>
                </a:moveTo>
                <a:lnTo>
                  <a:pt x="5066529" y="4572306"/>
                </a:lnTo>
                <a:lnTo>
                  <a:pt x="5272152" y="4366683"/>
                </a:lnTo>
                <a:lnTo>
                  <a:pt x="5272152" y="5189175"/>
                </a:lnTo>
                <a:lnTo>
                  <a:pt x="4449659" y="5189176"/>
                </a:lnTo>
                <a:lnTo>
                  <a:pt x="4655282" y="4983553"/>
                </a:lnTo>
                <a:lnTo>
                  <a:pt x="3406023" y="3734293"/>
                </a:lnTo>
                <a:close/>
                <a:moveTo>
                  <a:pt x="2583528" y="3323047"/>
                </a:moveTo>
                <a:lnTo>
                  <a:pt x="2994775" y="3734293"/>
                </a:lnTo>
                <a:lnTo>
                  <a:pt x="1745516" y="4983553"/>
                </a:lnTo>
                <a:lnTo>
                  <a:pt x="1951139" y="5189176"/>
                </a:lnTo>
                <a:lnTo>
                  <a:pt x="1128646" y="5189175"/>
                </a:lnTo>
                <a:lnTo>
                  <a:pt x="1128646" y="4366683"/>
                </a:lnTo>
                <a:lnTo>
                  <a:pt x="1334269" y="4572306"/>
                </a:lnTo>
                <a:close/>
                <a:moveTo>
                  <a:pt x="4449660" y="1211625"/>
                </a:moveTo>
                <a:lnTo>
                  <a:pt x="5272153" y="1211626"/>
                </a:lnTo>
                <a:lnTo>
                  <a:pt x="5272153" y="2034118"/>
                </a:lnTo>
                <a:lnTo>
                  <a:pt x="5066530" y="1828495"/>
                </a:lnTo>
                <a:lnTo>
                  <a:pt x="3817271" y="3077754"/>
                </a:lnTo>
                <a:lnTo>
                  <a:pt x="3406024" y="2666508"/>
                </a:lnTo>
                <a:lnTo>
                  <a:pt x="4655283" y="1417248"/>
                </a:lnTo>
                <a:close/>
                <a:moveTo>
                  <a:pt x="1951140" y="1211625"/>
                </a:moveTo>
                <a:lnTo>
                  <a:pt x="1745517" y="1417248"/>
                </a:lnTo>
                <a:lnTo>
                  <a:pt x="2994776" y="2666507"/>
                </a:lnTo>
                <a:lnTo>
                  <a:pt x="2583529" y="3077754"/>
                </a:lnTo>
                <a:lnTo>
                  <a:pt x="1334270" y="1828495"/>
                </a:lnTo>
                <a:lnTo>
                  <a:pt x="1128647" y="2034118"/>
                </a:lnTo>
                <a:lnTo>
                  <a:pt x="1128647" y="1211626"/>
                </a:lnTo>
                <a:close/>
                <a:moveTo>
                  <a:pt x="1079141" y="428327"/>
                </a:moveTo>
                <a:cubicBezTo>
                  <a:pt x="718736" y="428327"/>
                  <a:pt x="426570" y="720493"/>
                  <a:pt x="426570" y="1080899"/>
                </a:cubicBezTo>
                <a:lnTo>
                  <a:pt x="426570" y="5323416"/>
                </a:lnTo>
                <a:cubicBezTo>
                  <a:pt x="426570" y="5683822"/>
                  <a:pt x="718736" y="5975988"/>
                  <a:pt x="1079141" y="5975988"/>
                </a:cubicBezTo>
                <a:lnTo>
                  <a:pt x="5321659" y="5975988"/>
                </a:lnTo>
                <a:cubicBezTo>
                  <a:pt x="5682065" y="5975988"/>
                  <a:pt x="5974230" y="5683822"/>
                  <a:pt x="5974230" y="5323416"/>
                </a:cubicBezTo>
                <a:lnTo>
                  <a:pt x="5974230" y="1080899"/>
                </a:lnTo>
                <a:cubicBezTo>
                  <a:pt x="5974230" y="720493"/>
                  <a:pt x="5682065" y="428327"/>
                  <a:pt x="5321659" y="428327"/>
                </a:cubicBezTo>
                <a:close/>
                <a:moveTo>
                  <a:pt x="752926" y="0"/>
                </a:moveTo>
                <a:lnTo>
                  <a:pt x="5647873" y="0"/>
                </a:lnTo>
                <a:cubicBezTo>
                  <a:pt x="6063703" y="0"/>
                  <a:pt x="6400799" y="337096"/>
                  <a:pt x="6400799" y="752926"/>
                </a:cubicBezTo>
                <a:lnTo>
                  <a:pt x="6400799" y="5647874"/>
                </a:lnTo>
                <a:cubicBezTo>
                  <a:pt x="6400799" y="6063704"/>
                  <a:pt x="6063703" y="6400800"/>
                  <a:pt x="5647873" y="6400800"/>
                </a:cubicBezTo>
                <a:lnTo>
                  <a:pt x="752926" y="6400800"/>
                </a:lnTo>
                <a:cubicBezTo>
                  <a:pt x="337096" y="6400800"/>
                  <a:pt x="0" y="6063704"/>
                  <a:pt x="0" y="5647874"/>
                </a:cubicBezTo>
                <a:lnTo>
                  <a:pt x="0" y="752926"/>
                </a:lnTo>
                <a:cubicBezTo>
                  <a:pt x="0" y="337096"/>
                  <a:pt x="337096" y="0"/>
                  <a:pt x="75292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任意多边形 66"/>
          <p:cNvSpPr>
            <a:spLocks noChangeAspect="1"/>
          </p:cNvSpPr>
          <p:nvPr/>
        </p:nvSpPr>
        <p:spPr>
          <a:xfrm>
            <a:off x="4739620" y="5213606"/>
            <a:ext cx="298234" cy="360000"/>
          </a:xfrm>
          <a:custGeom>
            <a:avLst/>
            <a:gdLst>
              <a:gd name="connsiteX0" fmla="*/ 2540739 w 5081480"/>
              <a:gd name="connsiteY0" fmla="*/ 1728231 h 6133889"/>
              <a:gd name="connsiteX1" fmla="*/ 1728230 w 5081480"/>
              <a:gd name="connsiteY1" fmla="*/ 2540740 h 6133889"/>
              <a:gd name="connsiteX2" fmla="*/ 2540739 w 5081480"/>
              <a:gd name="connsiteY2" fmla="*/ 3353249 h 6133889"/>
              <a:gd name="connsiteX3" fmla="*/ 3353248 w 5081480"/>
              <a:gd name="connsiteY3" fmla="*/ 2540740 h 6133889"/>
              <a:gd name="connsiteX4" fmla="*/ 2540739 w 5081480"/>
              <a:gd name="connsiteY4" fmla="*/ 1728231 h 6133889"/>
              <a:gd name="connsiteX5" fmla="*/ 2540740 w 5081480"/>
              <a:gd name="connsiteY5" fmla="*/ 1407975 h 6133889"/>
              <a:gd name="connsiteX6" fmla="*/ 3673505 w 5081480"/>
              <a:gd name="connsiteY6" fmla="*/ 2540740 h 6133889"/>
              <a:gd name="connsiteX7" fmla="*/ 2540740 w 5081480"/>
              <a:gd name="connsiteY7" fmla="*/ 3673505 h 6133889"/>
              <a:gd name="connsiteX8" fmla="*/ 1407975 w 5081480"/>
              <a:gd name="connsiteY8" fmla="*/ 2540740 h 6133889"/>
              <a:gd name="connsiteX9" fmla="*/ 2540740 w 5081480"/>
              <a:gd name="connsiteY9" fmla="*/ 1407975 h 6133889"/>
              <a:gd name="connsiteX10" fmla="*/ 2540740 w 5081480"/>
              <a:gd name="connsiteY10" fmla="*/ 305592 h 6133889"/>
              <a:gd name="connsiteX11" fmla="*/ 960252 w 5081480"/>
              <a:gd name="connsiteY11" fmla="*/ 960252 h 6133889"/>
              <a:gd name="connsiteX12" fmla="*/ 960252 w 5081480"/>
              <a:gd name="connsiteY12" fmla="*/ 4121228 h 6133889"/>
              <a:gd name="connsiteX13" fmla="*/ 2540740 w 5081480"/>
              <a:gd name="connsiteY13" fmla="*/ 5701715 h 6133889"/>
              <a:gd name="connsiteX14" fmla="*/ 4121228 w 5081480"/>
              <a:gd name="connsiteY14" fmla="*/ 4121228 h 6133889"/>
              <a:gd name="connsiteX15" fmla="*/ 4121228 w 5081480"/>
              <a:gd name="connsiteY15" fmla="*/ 960252 h 6133889"/>
              <a:gd name="connsiteX16" fmla="*/ 2540740 w 5081480"/>
              <a:gd name="connsiteY16" fmla="*/ 305592 h 6133889"/>
              <a:gd name="connsiteX17" fmla="*/ 2540741 w 5081480"/>
              <a:gd name="connsiteY17" fmla="*/ 0 h 6133889"/>
              <a:gd name="connsiteX18" fmla="*/ 4337315 w 5081480"/>
              <a:gd name="connsiteY18" fmla="*/ 744165 h 6133889"/>
              <a:gd name="connsiteX19" fmla="*/ 4337315 w 5081480"/>
              <a:gd name="connsiteY19" fmla="*/ 4337315 h 6133889"/>
              <a:gd name="connsiteX20" fmla="*/ 2540740 w 5081480"/>
              <a:gd name="connsiteY20" fmla="*/ 6133889 h 6133889"/>
              <a:gd name="connsiteX21" fmla="*/ 744165 w 5081480"/>
              <a:gd name="connsiteY21" fmla="*/ 4337315 h 6133889"/>
              <a:gd name="connsiteX22" fmla="*/ 744165 w 5081480"/>
              <a:gd name="connsiteY22" fmla="*/ 744165 h 6133889"/>
              <a:gd name="connsiteX23" fmla="*/ 2540741 w 5081480"/>
              <a:gd name="connsiteY23" fmla="*/ 0 h 613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81480" h="6133889">
                <a:moveTo>
                  <a:pt x="2540739" y="1728231"/>
                </a:moveTo>
                <a:cubicBezTo>
                  <a:pt x="2092003" y="1728231"/>
                  <a:pt x="1728230" y="2092004"/>
                  <a:pt x="1728230" y="2540740"/>
                </a:cubicBezTo>
                <a:cubicBezTo>
                  <a:pt x="1728230" y="2989476"/>
                  <a:pt x="2092003" y="3353249"/>
                  <a:pt x="2540739" y="3353249"/>
                </a:cubicBezTo>
                <a:cubicBezTo>
                  <a:pt x="2989475" y="3353249"/>
                  <a:pt x="3353248" y="2989476"/>
                  <a:pt x="3353248" y="2540740"/>
                </a:cubicBezTo>
                <a:cubicBezTo>
                  <a:pt x="3353248" y="2092004"/>
                  <a:pt x="2989475" y="1728231"/>
                  <a:pt x="2540739" y="1728231"/>
                </a:cubicBezTo>
                <a:close/>
                <a:moveTo>
                  <a:pt x="2540740" y="1407975"/>
                </a:moveTo>
                <a:cubicBezTo>
                  <a:pt x="3166349" y="1407975"/>
                  <a:pt x="3673505" y="1915131"/>
                  <a:pt x="3673505" y="2540740"/>
                </a:cubicBezTo>
                <a:cubicBezTo>
                  <a:pt x="3673505" y="3166349"/>
                  <a:pt x="3166349" y="3673505"/>
                  <a:pt x="2540740" y="3673505"/>
                </a:cubicBezTo>
                <a:cubicBezTo>
                  <a:pt x="1915131" y="3673505"/>
                  <a:pt x="1407975" y="3166349"/>
                  <a:pt x="1407975" y="2540740"/>
                </a:cubicBezTo>
                <a:cubicBezTo>
                  <a:pt x="1407975" y="1915131"/>
                  <a:pt x="1915131" y="1407975"/>
                  <a:pt x="2540740" y="1407975"/>
                </a:cubicBezTo>
                <a:close/>
                <a:moveTo>
                  <a:pt x="2540740" y="305592"/>
                </a:moveTo>
                <a:cubicBezTo>
                  <a:pt x="1968716" y="305592"/>
                  <a:pt x="1396692" y="523813"/>
                  <a:pt x="960252" y="960252"/>
                </a:cubicBezTo>
                <a:cubicBezTo>
                  <a:pt x="87373" y="1833132"/>
                  <a:pt x="87373" y="3248348"/>
                  <a:pt x="960252" y="4121228"/>
                </a:cubicBezTo>
                <a:lnTo>
                  <a:pt x="2540740" y="5701715"/>
                </a:lnTo>
                <a:lnTo>
                  <a:pt x="4121228" y="4121228"/>
                </a:lnTo>
                <a:cubicBezTo>
                  <a:pt x="4994107" y="3248348"/>
                  <a:pt x="4994107" y="1833132"/>
                  <a:pt x="4121228" y="960252"/>
                </a:cubicBezTo>
                <a:cubicBezTo>
                  <a:pt x="3684788" y="523813"/>
                  <a:pt x="3112764" y="305592"/>
                  <a:pt x="2540740" y="305592"/>
                </a:cubicBezTo>
                <a:close/>
                <a:moveTo>
                  <a:pt x="2540741" y="0"/>
                </a:moveTo>
                <a:cubicBezTo>
                  <a:pt x="3190972" y="0"/>
                  <a:pt x="3841205" y="248054"/>
                  <a:pt x="4337315" y="744165"/>
                </a:cubicBezTo>
                <a:cubicBezTo>
                  <a:pt x="5329535" y="1736387"/>
                  <a:pt x="5329535" y="3345095"/>
                  <a:pt x="4337315" y="4337315"/>
                </a:cubicBezTo>
                <a:lnTo>
                  <a:pt x="2540740" y="6133889"/>
                </a:lnTo>
                <a:lnTo>
                  <a:pt x="744165" y="4337315"/>
                </a:lnTo>
                <a:cubicBezTo>
                  <a:pt x="-248055" y="3345094"/>
                  <a:pt x="-248055" y="1736387"/>
                  <a:pt x="744165" y="744165"/>
                </a:cubicBezTo>
                <a:cubicBezTo>
                  <a:pt x="1240276" y="248055"/>
                  <a:pt x="1890508" y="0"/>
                  <a:pt x="254074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任意多边形 67"/>
          <p:cNvSpPr>
            <a:spLocks noChangeAspect="1"/>
          </p:cNvSpPr>
          <p:nvPr/>
        </p:nvSpPr>
        <p:spPr>
          <a:xfrm>
            <a:off x="5516275" y="5213606"/>
            <a:ext cx="360212" cy="360000"/>
          </a:xfrm>
          <a:custGeom>
            <a:avLst/>
            <a:gdLst>
              <a:gd name="connsiteX0" fmla="*/ 369251 w 5543977"/>
              <a:gd name="connsiteY0" fmla="*/ 1833320 h 5540708"/>
              <a:gd name="connsiteX1" fmla="*/ 369251 w 5543977"/>
              <a:gd name="connsiteY1" fmla="*/ 4608095 h 5540708"/>
              <a:gd name="connsiteX2" fmla="*/ 934135 w 5543977"/>
              <a:gd name="connsiteY2" fmla="*/ 5172979 h 5540708"/>
              <a:gd name="connsiteX3" fmla="*/ 4606574 w 5543977"/>
              <a:gd name="connsiteY3" fmla="*/ 5172979 h 5540708"/>
              <a:gd name="connsiteX4" fmla="*/ 5171457 w 5543977"/>
              <a:gd name="connsiteY4" fmla="*/ 4608095 h 5540708"/>
              <a:gd name="connsiteX5" fmla="*/ 5171457 w 5543977"/>
              <a:gd name="connsiteY5" fmla="*/ 1833320 h 5540708"/>
              <a:gd name="connsiteX6" fmla="*/ 934135 w 5543977"/>
              <a:gd name="connsiteY6" fmla="*/ 370773 h 5540708"/>
              <a:gd name="connsiteX7" fmla="*/ 369251 w 5543977"/>
              <a:gd name="connsiteY7" fmla="*/ 935656 h 5540708"/>
              <a:gd name="connsiteX8" fmla="*/ 369251 w 5543977"/>
              <a:gd name="connsiteY8" fmla="*/ 1473320 h 5540708"/>
              <a:gd name="connsiteX9" fmla="*/ 5171457 w 5543977"/>
              <a:gd name="connsiteY9" fmla="*/ 1473320 h 5540708"/>
              <a:gd name="connsiteX10" fmla="*/ 5171457 w 5543977"/>
              <a:gd name="connsiteY10" fmla="*/ 1446026 h 5540708"/>
              <a:gd name="connsiteX11" fmla="*/ 5165663 w 5543977"/>
              <a:gd name="connsiteY11" fmla="*/ 1446026 h 5540708"/>
              <a:gd name="connsiteX12" fmla="*/ 5163251 w 5543977"/>
              <a:gd name="connsiteY12" fmla="*/ 1422101 h 5540708"/>
              <a:gd name="connsiteX13" fmla="*/ 4609844 w 5543977"/>
              <a:gd name="connsiteY13" fmla="*/ 971061 h 5540708"/>
              <a:gd name="connsiteX14" fmla="*/ 4281277 w 5543977"/>
              <a:gd name="connsiteY14" fmla="*/ 971061 h 5540708"/>
              <a:gd name="connsiteX15" fmla="*/ 4281277 w 5543977"/>
              <a:gd name="connsiteY15" fmla="*/ 960289 h 5540708"/>
              <a:gd name="connsiteX16" fmla="*/ 2408405 w 5543977"/>
              <a:gd name="connsiteY16" fmla="*/ 960289 h 5540708"/>
              <a:gd name="connsiteX17" fmla="*/ 2408405 w 5543977"/>
              <a:gd name="connsiteY17" fmla="*/ 845737 h 5540708"/>
              <a:gd name="connsiteX18" fmla="*/ 2392039 w 5543977"/>
              <a:gd name="connsiteY18" fmla="*/ 845737 h 5540708"/>
              <a:gd name="connsiteX19" fmla="*/ 2389627 w 5543977"/>
              <a:gd name="connsiteY19" fmla="*/ 821812 h 5540708"/>
              <a:gd name="connsiteX20" fmla="*/ 1936214 w 5543977"/>
              <a:gd name="connsiteY20" fmla="*/ 379595 h 5540708"/>
              <a:gd name="connsiteX21" fmla="*/ 1836233 w 5543977"/>
              <a:gd name="connsiteY21" fmla="*/ 370773 h 5540708"/>
              <a:gd name="connsiteX22" fmla="*/ 1507653 w 5543977"/>
              <a:gd name="connsiteY22" fmla="*/ 0 h 5540708"/>
              <a:gd name="connsiteX23" fmla="*/ 2118600 w 5543977"/>
              <a:gd name="connsiteY23" fmla="*/ 0 h 5540708"/>
              <a:gd name="connsiteX24" fmla="*/ 2757112 w 5543977"/>
              <a:gd name="connsiteY24" fmla="*/ 520402 h 5540708"/>
              <a:gd name="connsiteX25" fmla="*/ 2765165 w 5543977"/>
              <a:gd name="connsiteY25" fmla="*/ 600289 h 5540708"/>
              <a:gd name="connsiteX26" fmla="*/ 4619342 w 5543977"/>
              <a:gd name="connsiteY26" fmla="*/ 600289 h 5540708"/>
              <a:gd name="connsiteX27" fmla="*/ 4619342 w 5543977"/>
              <a:gd name="connsiteY27" fmla="*/ 600289 h 5540708"/>
              <a:gd name="connsiteX28" fmla="*/ 4892224 w 5543977"/>
              <a:gd name="connsiteY28" fmla="*/ 600289 h 5540708"/>
              <a:gd name="connsiteX29" fmla="*/ 5492759 w 5543977"/>
              <a:gd name="connsiteY29" fmla="*/ 998351 h 5540708"/>
              <a:gd name="connsiteX30" fmla="*/ 5530116 w 5543977"/>
              <a:gd name="connsiteY30" fmla="*/ 1118693 h 5540708"/>
              <a:gd name="connsiteX31" fmla="*/ 5540707 w 5543977"/>
              <a:gd name="connsiteY31" fmla="*/ 1118693 h 5540708"/>
              <a:gd name="connsiteX32" fmla="*/ 5540707 w 5543977"/>
              <a:gd name="connsiteY32" fmla="*/ 1219605 h 5540708"/>
              <a:gd name="connsiteX33" fmla="*/ 5543977 w 5543977"/>
              <a:gd name="connsiteY33" fmla="*/ 1252042 h 5540708"/>
              <a:gd name="connsiteX34" fmla="*/ 5543977 w 5543977"/>
              <a:gd name="connsiteY34" fmla="*/ 1446026 h 5540708"/>
              <a:gd name="connsiteX35" fmla="*/ 5540707 w 5543977"/>
              <a:gd name="connsiteY35" fmla="*/ 1446026 h 5540708"/>
              <a:gd name="connsiteX36" fmla="*/ 5540707 w 5543977"/>
              <a:gd name="connsiteY36" fmla="*/ 4888955 h 5540708"/>
              <a:gd name="connsiteX37" fmla="*/ 4888954 w 5543977"/>
              <a:gd name="connsiteY37" fmla="*/ 5540708 h 5540708"/>
              <a:gd name="connsiteX38" fmla="*/ 651753 w 5543977"/>
              <a:gd name="connsiteY38" fmla="*/ 5540708 h 5540708"/>
              <a:gd name="connsiteX39" fmla="*/ 0 w 5543977"/>
              <a:gd name="connsiteY39" fmla="*/ 4888955 h 5540708"/>
              <a:gd name="connsiteX40" fmla="*/ 0 w 5543977"/>
              <a:gd name="connsiteY40" fmla="*/ 651754 h 5540708"/>
              <a:gd name="connsiteX41" fmla="*/ 651753 w 5543977"/>
              <a:gd name="connsiteY41" fmla="*/ 1 h 5540708"/>
              <a:gd name="connsiteX42" fmla="*/ 1507653 w 5543977"/>
              <a:gd name="connsiteY42" fmla="*/ 1 h 5540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543977" h="5540708">
                <a:moveTo>
                  <a:pt x="369251" y="1833320"/>
                </a:moveTo>
                <a:lnTo>
                  <a:pt x="369251" y="4608095"/>
                </a:lnTo>
                <a:cubicBezTo>
                  <a:pt x="369251" y="4920073"/>
                  <a:pt x="622159" y="5172979"/>
                  <a:pt x="934135" y="5172979"/>
                </a:cubicBezTo>
                <a:lnTo>
                  <a:pt x="4606574" y="5172979"/>
                </a:lnTo>
                <a:cubicBezTo>
                  <a:pt x="4918552" y="5172979"/>
                  <a:pt x="5171457" y="4920073"/>
                  <a:pt x="5171457" y="4608095"/>
                </a:cubicBezTo>
                <a:lnTo>
                  <a:pt x="5171457" y="1833320"/>
                </a:lnTo>
                <a:close/>
                <a:moveTo>
                  <a:pt x="934135" y="370773"/>
                </a:moveTo>
                <a:cubicBezTo>
                  <a:pt x="622159" y="370773"/>
                  <a:pt x="369251" y="623680"/>
                  <a:pt x="369251" y="935656"/>
                </a:cubicBezTo>
                <a:lnTo>
                  <a:pt x="369251" y="1473320"/>
                </a:lnTo>
                <a:lnTo>
                  <a:pt x="5171457" y="1473320"/>
                </a:lnTo>
                <a:lnTo>
                  <a:pt x="5171457" y="1446026"/>
                </a:lnTo>
                <a:lnTo>
                  <a:pt x="5165663" y="1446026"/>
                </a:lnTo>
                <a:lnTo>
                  <a:pt x="5163251" y="1422101"/>
                </a:lnTo>
                <a:cubicBezTo>
                  <a:pt x="5110578" y="1164693"/>
                  <a:pt x="4882825" y="971061"/>
                  <a:pt x="4609844" y="971061"/>
                </a:cubicBezTo>
                <a:lnTo>
                  <a:pt x="4281277" y="971061"/>
                </a:lnTo>
                <a:lnTo>
                  <a:pt x="4281277" y="960289"/>
                </a:lnTo>
                <a:lnTo>
                  <a:pt x="2408405" y="960289"/>
                </a:lnTo>
                <a:lnTo>
                  <a:pt x="2408405" y="845737"/>
                </a:lnTo>
                <a:lnTo>
                  <a:pt x="2392039" y="845737"/>
                </a:lnTo>
                <a:lnTo>
                  <a:pt x="2389627" y="821812"/>
                </a:lnTo>
                <a:cubicBezTo>
                  <a:pt x="2343538" y="596580"/>
                  <a:pt x="2163404" y="420176"/>
                  <a:pt x="1936214" y="379595"/>
                </a:cubicBezTo>
                <a:lnTo>
                  <a:pt x="1836233" y="370773"/>
                </a:lnTo>
                <a:close/>
                <a:moveTo>
                  <a:pt x="1507653" y="0"/>
                </a:moveTo>
                <a:lnTo>
                  <a:pt x="2118600" y="0"/>
                </a:lnTo>
                <a:cubicBezTo>
                  <a:pt x="2433560" y="0"/>
                  <a:pt x="2696339" y="223409"/>
                  <a:pt x="2757112" y="520402"/>
                </a:cubicBezTo>
                <a:lnTo>
                  <a:pt x="2765165" y="600289"/>
                </a:lnTo>
                <a:lnTo>
                  <a:pt x="4619342" y="600289"/>
                </a:lnTo>
                <a:lnTo>
                  <a:pt x="4619342" y="600289"/>
                </a:lnTo>
                <a:lnTo>
                  <a:pt x="4892224" y="600289"/>
                </a:lnTo>
                <a:cubicBezTo>
                  <a:pt x="5162190" y="600289"/>
                  <a:pt x="5393818" y="764427"/>
                  <a:pt x="5492759" y="998351"/>
                </a:cubicBezTo>
                <a:lnTo>
                  <a:pt x="5530116" y="1118693"/>
                </a:lnTo>
                <a:lnTo>
                  <a:pt x="5540707" y="1118693"/>
                </a:lnTo>
                <a:lnTo>
                  <a:pt x="5540707" y="1219605"/>
                </a:lnTo>
                <a:lnTo>
                  <a:pt x="5543977" y="1252042"/>
                </a:lnTo>
                <a:lnTo>
                  <a:pt x="5543977" y="1446026"/>
                </a:lnTo>
                <a:lnTo>
                  <a:pt x="5540707" y="1446026"/>
                </a:lnTo>
                <a:lnTo>
                  <a:pt x="5540707" y="4888955"/>
                </a:lnTo>
                <a:cubicBezTo>
                  <a:pt x="5540707" y="5248909"/>
                  <a:pt x="5248908" y="5540708"/>
                  <a:pt x="4888954" y="5540708"/>
                </a:cubicBezTo>
                <a:lnTo>
                  <a:pt x="651753" y="5540708"/>
                </a:lnTo>
                <a:cubicBezTo>
                  <a:pt x="291800" y="5540708"/>
                  <a:pt x="0" y="5248909"/>
                  <a:pt x="0" y="4888955"/>
                </a:cubicBezTo>
                <a:lnTo>
                  <a:pt x="0" y="651754"/>
                </a:lnTo>
                <a:cubicBezTo>
                  <a:pt x="0" y="291801"/>
                  <a:pt x="291800" y="1"/>
                  <a:pt x="651753" y="1"/>
                </a:cubicBezTo>
                <a:lnTo>
                  <a:pt x="1507653" y="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68"/>
          <p:cNvSpPr>
            <a:spLocks noChangeAspect="1"/>
          </p:cNvSpPr>
          <p:nvPr/>
        </p:nvSpPr>
        <p:spPr>
          <a:xfrm>
            <a:off x="6325699" y="5213606"/>
            <a:ext cx="356655" cy="360000"/>
          </a:xfrm>
          <a:custGeom>
            <a:avLst/>
            <a:gdLst>
              <a:gd name="connsiteX0" fmla="*/ 3814551 w 5820771"/>
              <a:gd name="connsiteY0" fmla="*/ 4776558 h 5875362"/>
              <a:gd name="connsiteX1" fmla="*/ 3814551 w 5820771"/>
              <a:gd name="connsiteY1" fmla="*/ 4777697 h 5875362"/>
              <a:gd name="connsiteX2" fmla="*/ 990556 w 5820771"/>
              <a:gd name="connsiteY2" fmla="*/ 4777697 h 5875362"/>
              <a:gd name="connsiteX3" fmla="*/ 493854 w 5820771"/>
              <a:gd name="connsiteY3" fmla="*/ 5041791 h 5875362"/>
              <a:gd name="connsiteX4" fmla="*/ 448832 w 5820771"/>
              <a:gd name="connsiteY4" fmla="*/ 5124738 h 5875362"/>
              <a:gd name="connsiteX5" fmla="*/ 441426 w 5820771"/>
              <a:gd name="connsiteY5" fmla="*/ 5124738 h 5875362"/>
              <a:gd name="connsiteX6" fmla="*/ 493854 w 5820771"/>
              <a:gd name="connsiteY6" fmla="*/ 5221329 h 5875362"/>
              <a:gd name="connsiteX7" fmla="*/ 990556 w 5820771"/>
              <a:gd name="connsiteY7" fmla="*/ 5485423 h 5875362"/>
              <a:gd name="connsiteX8" fmla="*/ 3814551 w 5820771"/>
              <a:gd name="connsiteY8" fmla="*/ 5485423 h 5875362"/>
              <a:gd name="connsiteX9" fmla="*/ 3814551 w 5820771"/>
              <a:gd name="connsiteY9" fmla="*/ 5486562 h 5875362"/>
              <a:gd name="connsiteX10" fmla="*/ 5431971 w 5820771"/>
              <a:gd name="connsiteY10" fmla="*/ 5486562 h 5875362"/>
              <a:gd name="connsiteX11" fmla="*/ 5431971 w 5820771"/>
              <a:gd name="connsiteY11" fmla="*/ 4776558 h 5875362"/>
              <a:gd name="connsiteX12" fmla="*/ 1388423 w 5820771"/>
              <a:gd name="connsiteY12" fmla="*/ 393167 h 5875362"/>
              <a:gd name="connsiteX13" fmla="*/ 1388423 w 5820771"/>
              <a:gd name="connsiteY13" fmla="*/ 2341103 h 5875362"/>
              <a:gd name="connsiteX14" fmla="*/ 2002734 w 5820771"/>
              <a:gd name="connsiteY14" fmla="*/ 1706744 h 5875362"/>
              <a:gd name="connsiteX15" fmla="*/ 2617042 w 5820771"/>
              <a:gd name="connsiteY15" fmla="*/ 2341101 h 5875362"/>
              <a:gd name="connsiteX16" fmla="*/ 2617042 w 5820771"/>
              <a:gd name="connsiteY16" fmla="*/ 393167 h 5875362"/>
              <a:gd name="connsiteX17" fmla="*/ 3814551 w 5820771"/>
              <a:gd name="connsiteY17" fmla="*/ 388800 h 5875362"/>
              <a:gd name="connsiteX18" fmla="*/ 3814551 w 5820771"/>
              <a:gd name="connsiteY18" fmla="*/ 393167 h 5875362"/>
              <a:gd name="connsiteX19" fmla="*/ 3005842 w 5820771"/>
              <a:gd name="connsiteY19" fmla="*/ 393167 h 5875362"/>
              <a:gd name="connsiteX20" fmla="*/ 3005842 w 5820771"/>
              <a:gd name="connsiteY20" fmla="*/ 2742590 h 5875362"/>
              <a:gd name="connsiteX21" fmla="*/ 3005843 w 5820771"/>
              <a:gd name="connsiteY21" fmla="*/ 2742591 h 5875362"/>
              <a:gd name="connsiteX22" fmla="*/ 3005843 w 5820771"/>
              <a:gd name="connsiteY22" fmla="*/ 3350528 h 5875362"/>
              <a:gd name="connsiteX23" fmla="*/ 2635789 w 5820771"/>
              <a:gd name="connsiteY23" fmla="*/ 2968396 h 5875362"/>
              <a:gd name="connsiteX24" fmla="*/ 2617042 w 5820771"/>
              <a:gd name="connsiteY24" fmla="*/ 2968396 h 5875362"/>
              <a:gd name="connsiteX25" fmla="*/ 2617042 w 5820771"/>
              <a:gd name="connsiteY25" fmla="*/ 2949038 h 5875362"/>
              <a:gd name="connsiteX26" fmla="*/ 2002734 w 5820771"/>
              <a:gd name="connsiteY26" fmla="*/ 2314681 h 5875362"/>
              <a:gd name="connsiteX27" fmla="*/ 1388423 w 5820771"/>
              <a:gd name="connsiteY27" fmla="*/ 2949040 h 5875362"/>
              <a:gd name="connsiteX28" fmla="*/ 1388423 w 5820771"/>
              <a:gd name="connsiteY28" fmla="*/ 2968396 h 5875362"/>
              <a:gd name="connsiteX29" fmla="*/ 1369678 w 5820771"/>
              <a:gd name="connsiteY29" fmla="*/ 2968396 h 5875362"/>
              <a:gd name="connsiteX30" fmla="*/ 999624 w 5820771"/>
              <a:gd name="connsiteY30" fmla="*/ 3350528 h 5875362"/>
              <a:gd name="connsiteX31" fmla="*/ 999624 w 5820771"/>
              <a:gd name="connsiteY31" fmla="*/ 2968396 h 5875362"/>
              <a:gd name="connsiteX32" fmla="*/ 999623 w 5820771"/>
              <a:gd name="connsiteY32" fmla="*/ 2968396 h 5875362"/>
              <a:gd name="connsiteX33" fmla="*/ 999623 w 5820771"/>
              <a:gd name="connsiteY33" fmla="*/ 393167 h 5875362"/>
              <a:gd name="connsiteX34" fmla="*/ 990556 w 5820771"/>
              <a:gd name="connsiteY34" fmla="*/ 393167 h 5875362"/>
              <a:gd name="connsiteX35" fmla="*/ 391553 w 5820771"/>
              <a:gd name="connsiteY35" fmla="*/ 992169 h 5875362"/>
              <a:gd name="connsiteX36" fmla="*/ 391553 w 5820771"/>
              <a:gd name="connsiteY36" fmla="*/ 4458652 h 5875362"/>
              <a:gd name="connsiteX37" fmla="*/ 422104 w 5820771"/>
              <a:gd name="connsiteY37" fmla="*/ 4442070 h 5875362"/>
              <a:gd name="connsiteX38" fmla="*/ 691119 w 5820771"/>
              <a:gd name="connsiteY38" fmla="*/ 4387758 h 5875362"/>
              <a:gd name="connsiteX39" fmla="*/ 3814551 w 5820771"/>
              <a:gd name="connsiteY39" fmla="*/ 4387758 h 5875362"/>
              <a:gd name="connsiteX40" fmla="*/ 5431971 w 5820771"/>
              <a:gd name="connsiteY40" fmla="*/ 4387758 h 5875362"/>
              <a:gd name="connsiteX41" fmla="*/ 5431971 w 5820771"/>
              <a:gd name="connsiteY41" fmla="*/ 388800 h 5875362"/>
              <a:gd name="connsiteX42" fmla="*/ 5431971 w 5820771"/>
              <a:gd name="connsiteY42" fmla="*/ 0 h 5875362"/>
              <a:gd name="connsiteX43" fmla="*/ 5820771 w 5820771"/>
              <a:gd name="connsiteY43" fmla="*/ 0 h 5875362"/>
              <a:gd name="connsiteX44" fmla="*/ 5820771 w 5820771"/>
              <a:gd name="connsiteY44" fmla="*/ 1 h 5875362"/>
              <a:gd name="connsiteX45" fmla="*/ 5820771 w 5820771"/>
              <a:gd name="connsiteY45" fmla="*/ 1 h 5875362"/>
              <a:gd name="connsiteX46" fmla="*/ 5820771 w 5820771"/>
              <a:gd name="connsiteY46" fmla="*/ 388800 h 5875362"/>
              <a:gd name="connsiteX47" fmla="*/ 5820771 w 5820771"/>
              <a:gd name="connsiteY47" fmla="*/ 388800 h 5875362"/>
              <a:gd name="connsiteX48" fmla="*/ 5820771 w 5820771"/>
              <a:gd name="connsiteY48" fmla="*/ 4387758 h 5875362"/>
              <a:gd name="connsiteX49" fmla="*/ 5820771 w 5820771"/>
              <a:gd name="connsiteY49" fmla="*/ 4387758 h 5875362"/>
              <a:gd name="connsiteX50" fmla="*/ 5820771 w 5820771"/>
              <a:gd name="connsiteY50" fmla="*/ 4776558 h 5875362"/>
              <a:gd name="connsiteX51" fmla="*/ 5820771 w 5820771"/>
              <a:gd name="connsiteY51" fmla="*/ 4776558 h 5875362"/>
              <a:gd name="connsiteX52" fmla="*/ 5820771 w 5820771"/>
              <a:gd name="connsiteY52" fmla="*/ 5486562 h 5875362"/>
              <a:gd name="connsiteX53" fmla="*/ 5820771 w 5820771"/>
              <a:gd name="connsiteY53" fmla="*/ 5486562 h 5875362"/>
              <a:gd name="connsiteX54" fmla="*/ 5820771 w 5820771"/>
              <a:gd name="connsiteY54" fmla="*/ 5875362 h 5875362"/>
              <a:gd name="connsiteX55" fmla="*/ 3814551 w 5820771"/>
              <a:gd name="connsiteY55" fmla="*/ 5875362 h 5875362"/>
              <a:gd name="connsiteX56" fmla="*/ 691119 w 5820771"/>
              <a:gd name="connsiteY56" fmla="*/ 5875362 h 5875362"/>
              <a:gd name="connsiteX57" fmla="*/ 0 w 5820771"/>
              <a:gd name="connsiteY57" fmla="*/ 5184244 h 5875362"/>
              <a:gd name="connsiteX58" fmla="*/ 0 w 5820771"/>
              <a:gd name="connsiteY58" fmla="*/ 5124738 h 5875362"/>
              <a:gd name="connsiteX59" fmla="*/ 0 w 5820771"/>
              <a:gd name="connsiteY59" fmla="*/ 5078876 h 5875362"/>
              <a:gd name="connsiteX60" fmla="*/ 0 w 5820771"/>
              <a:gd name="connsiteY60" fmla="*/ 691120 h 5875362"/>
              <a:gd name="connsiteX61" fmla="*/ 691119 w 5820771"/>
              <a:gd name="connsiteY61" fmla="*/ 1 h 5875362"/>
              <a:gd name="connsiteX62" fmla="*/ 3814551 w 5820771"/>
              <a:gd name="connsiteY62" fmla="*/ 1 h 5875362"/>
              <a:gd name="connsiteX63" fmla="*/ 3814551 w 5820771"/>
              <a:gd name="connsiteY63" fmla="*/ 1 h 5875362"/>
              <a:gd name="connsiteX64" fmla="*/ 5431971 w 5820771"/>
              <a:gd name="connsiteY64" fmla="*/ 1 h 587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820771" h="5875362">
                <a:moveTo>
                  <a:pt x="3814551" y="4776558"/>
                </a:moveTo>
                <a:lnTo>
                  <a:pt x="3814551" y="4777697"/>
                </a:lnTo>
                <a:lnTo>
                  <a:pt x="990556" y="4777697"/>
                </a:lnTo>
                <a:cubicBezTo>
                  <a:pt x="783794" y="4777697"/>
                  <a:pt x="601499" y="4882455"/>
                  <a:pt x="493854" y="5041791"/>
                </a:cubicBezTo>
                <a:lnTo>
                  <a:pt x="448832" y="5124738"/>
                </a:lnTo>
                <a:lnTo>
                  <a:pt x="441426" y="5124738"/>
                </a:lnTo>
                <a:lnTo>
                  <a:pt x="493854" y="5221329"/>
                </a:lnTo>
                <a:cubicBezTo>
                  <a:pt x="601499" y="5380665"/>
                  <a:pt x="783794" y="5485423"/>
                  <a:pt x="990556" y="5485423"/>
                </a:cubicBezTo>
                <a:lnTo>
                  <a:pt x="3814551" y="5485423"/>
                </a:lnTo>
                <a:lnTo>
                  <a:pt x="3814551" y="5486562"/>
                </a:lnTo>
                <a:lnTo>
                  <a:pt x="5431971" y="5486562"/>
                </a:lnTo>
                <a:lnTo>
                  <a:pt x="5431971" y="4776558"/>
                </a:lnTo>
                <a:close/>
                <a:moveTo>
                  <a:pt x="1388423" y="393167"/>
                </a:moveTo>
                <a:lnTo>
                  <a:pt x="1388423" y="2341103"/>
                </a:lnTo>
                <a:lnTo>
                  <a:pt x="2002734" y="1706744"/>
                </a:lnTo>
                <a:lnTo>
                  <a:pt x="2617042" y="2341101"/>
                </a:lnTo>
                <a:lnTo>
                  <a:pt x="2617042" y="393167"/>
                </a:lnTo>
                <a:close/>
                <a:moveTo>
                  <a:pt x="3814551" y="388800"/>
                </a:moveTo>
                <a:lnTo>
                  <a:pt x="3814551" y="393167"/>
                </a:lnTo>
                <a:lnTo>
                  <a:pt x="3005842" y="393167"/>
                </a:lnTo>
                <a:lnTo>
                  <a:pt x="3005842" y="2742590"/>
                </a:lnTo>
                <a:lnTo>
                  <a:pt x="3005843" y="2742591"/>
                </a:lnTo>
                <a:lnTo>
                  <a:pt x="3005843" y="3350528"/>
                </a:lnTo>
                <a:lnTo>
                  <a:pt x="2635789" y="2968396"/>
                </a:lnTo>
                <a:lnTo>
                  <a:pt x="2617042" y="2968396"/>
                </a:lnTo>
                <a:lnTo>
                  <a:pt x="2617042" y="2949038"/>
                </a:lnTo>
                <a:lnTo>
                  <a:pt x="2002734" y="2314681"/>
                </a:lnTo>
                <a:lnTo>
                  <a:pt x="1388423" y="2949040"/>
                </a:lnTo>
                <a:lnTo>
                  <a:pt x="1388423" y="2968396"/>
                </a:lnTo>
                <a:lnTo>
                  <a:pt x="1369678" y="2968396"/>
                </a:lnTo>
                <a:lnTo>
                  <a:pt x="999624" y="3350528"/>
                </a:lnTo>
                <a:lnTo>
                  <a:pt x="999624" y="2968396"/>
                </a:lnTo>
                <a:lnTo>
                  <a:pt x="999623" y="2968396"/>
                </a:lnTo>
                <a:lnTo>
                  <a:pt x="999623" y="393167"/>
                </a:lnTo>
                <a:lnTo>
                  <a:pt x="990556" y="393167"/>
                </a:lnTo>
                <a:cubicBezTo>
                  <a:pt x="659736" y="393167"/>
                  <a:pt x="391553" y="661349"/>
                  <a:pt x="391553" y="992169"/>
                </a:cubicBezTo>
                <a:lnTo>
                  <a:pt x="391553" y="4458652"/>
                </a:lnTo>
                <a:lnTo>
                  <a:pt x="422104" y="4442070"/>
                </a:lnTo>
                <a:cubicBezTo>
                  <a:pt x="504789" y="4407097"/>
                  <a:pt x="595695" y="4387758"/>
                  <a:pt x="691119" y="4387758"/>
                </a:cubicBezTo>
                <a:lnTo>
                  <a:pt x="3814551" y="4387758"/>
                </a:lnTo>
                <a:lnTo>
                  <a:pt x="5431971" y="4387758"/>
                </a:lnTo>
                <a:lnTo>
                  <a:pt x="5431971" y="388800"/>
                </a:lnTo>
                <a:close/>
                <a:moveTo>
                  <a:pt x="5431971" y="0"/>
                </a:moveTo>
                <a:lnTo>
                  <a:pt x="5820771" y="0"/>
                </a:lnTo>
                <a:lnTo>
                  <a:pt x="5820771" y="1"/>
                </a:lnTo>
                <a:lnTo>
                  <a:pt x="5820771" y="1"/>
                </a:lnTo>
                <a:lnTo>
                  <a:pt x="5820771" y="388800"/>
                </a:lnTo>
                <a:lnTo>
                  <a:pt x="5820771" y="388800"/>
                </a:lnTo>
                <a:lnTo>
                  <a:pt x="5820771" y="4387758"/>
                </a:lnTo>
                <a:lnTo>
                  <a:pt x="5820771" y="4387758"/>
                </a:lnTo>
                <a:lnTo>
                  <a:pt x="5820771" y="4776558"/>
                </a:lnTo>
                <a:lnTo>
                  <a:pt x="5820771" y="4776558"/>
                </a:lnTo>
                <a:lnTo>
                  <a:pt x="5820771" y="5486562"/>
                </a:lnTo>
                <a:lnTo>
                  <a:pt x="5820771" y="5486562"/>
                </a:lnTo>
                <a:lnTo>
                  <a:pt x="5820771" y="5875362"/>
                </a:lnTo>
                <a:lnTo>
                  <a:pt x="3814551" y="5875362"/>
                </a:lnTo>
                <a:lnTo>
                  <a:pt x="691119" y="5875362"/>
                </a:lnTo>
                <a:cubicBezTo>
                  <a:pt x="309425" y="5875362"/>
                  <a:pt x="0" y="5565938"/>
                  <a:pt x="0" y="5184244"/>
                </a:cubicBezTo>
                <a:lnTo>
                  <a:pt x="0" y="5124738"/>
                </a:lnTo>
                <a:lnTo>
                  <a:pt x="0" y="5078876"/>
                </a:lnTo>
                <a:lnTo>
                  <a:pt x="0" y="691120"/>
                </a:lnTo>
                <a:cubicBezTo>
                  <a:pt x="0" y="309425"/>
                  <a:pt x="309425" y="1"/>
                  <a:pt x="691119" y="1"/>
                </a:cubicBezTo>
                <a:lnTo>
                  <a:pt x="3814551" y="1"/>
                </a:lnTo>
                <a:lnTo>
                  <a:pt x="3814551" y="1"/>
                </a:lnTo>
                <a:lnTo>
                  <a:pt x="5431971" y="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69"/>
          <p:cNvSpPr>
            <a:spLocks noChangeAspect="1"/>
          </p:cNvSpPr>
          <p:nvPr/>
        </p:nvSpPr>
        <p:spPr>
          <a:xfrm>
            <a:off x="7125286" y="5213606"/>
            <a:ext cx="372768" cy="360000"/>
          </a:xfrm>
          <a:custGeom>
            <a:avLst/>
            <a:gdLst>
              <a:gd name="connsiteX0" fmla="*/ 1419069 w 5507502"/>
              <a:gd name="connsiteY0" fmla="*/ 4032943 h 5318863"/>
              <a:gd name="connsiteX1" fmla="*/ 1419069 w 5507502"/>
              <a:gd name="connsiteY1" fmla="*/ 4993556 h 5318863"/>
              <a:gd name="connsiteX2" fmla="*/ 4088430 w 5507502"/>
              <a:gd name="connsiteY2" fmla="*/ 4993556 h 5318863"/>
              <a:gd name="connsiteX3" fmla="*/ 4088430 w 5507502"/>
              <a:gd name="connsiteY3" fmla="*/ 4032943 h 5318863"/>
              <a:gd name="connsiteX4" fmla="*/ 1419069 w 5507502"/>
              <a:gd name="connsiteY4" fmla="*/ 3491813 h 5318863"/>
              <a:gd name="connsiteX5" fmla="*/ 1419069 w 5507502"/>
              <a:gd name="connsiteY5" fmla="*/ 3672943 h 5318863"/>
              <a:gd name="connsiteX6" fmla="*/ 4088430 w 5507502"/>
              <a:gd name="connsiteY6" fmla="*/ 3672943 h 5318863"/>
              <a:gd name="connsiteX7" fmla="*/ 4088430 w 5507502"/>
              <a:gd name="connsiteY7" fmla="*/ 3491813 h 5318863"/>
              <a:gd name="connsiteX8" fmla="*/ 970671 w 5507502"/>
              <a:gd name="connsiteY8" fmla="*/ 2103121 h 5318863"/>
              <a:gd name="connsiteX9" fmla="*/ 2818474 w 5507502"/>
              <a:gd name="connsiteY9" fmla="*/ 2103121 h 5318863"/>
              <a:gd name="connsiteX10" fmla="*/ 2818474 w 5507502"/>
              <a:gd name="connsiteY10" fmla="*/ 2463121 h 5318863"/>
              <a:gd name="connsiteX11" fmla="*/ 970671 w 5507502"/>
              <a:gd name="connsiteY11" fmla="*/ 2463121 h 5318863"/>
              <a:gd name="connsiteX12" fmla="*/ 928537 w 5507502"/>
              <a:gd name="connsiteY12" fmla="*/ 1621849 h 5318863"/>
              <a:gd name="connsiteX13" fmla="*/ 367038 w 5507502"/>
              <a:gd name="connsiteY13" fmla="*/ 2183347 h 5318863"/>
              <a:gd name="connsiteX14" fmla="*/ 367038 w 5507502"/>
              <a:gd name="connsiteY14" fmla="*/ 3672943 h 5318863"/>
              <a:gd name="connsiteX15" fmla="*/ 1093762 w 5507502"/>
              <a:gd name="connsiteY15" fmla="*/ 3672943 h 5318863"/>
              <a:gd name="connsiteX16" fmla="*/ 1093762 w 5507502"/>
              <a:gd name="connsiteY16" fmla="*/ 3166506 h 5318863"/>
              <a:gd name="connsiteX17" fmla="*/ 4413737 w 5507502"/>
              <a:gd name="connsiteY17" fmla="*/ 3166506 h 5318863"/>
              <a:gd name="connsiteX18" fmla="*/ 4413737 w 5507502"/>
              <a:gd name="connsiteY18" fmla="*/ 3672943 h 5318863"/>
              <a:gd name="connsiteX19" fmla="*/ 5140465 w 5507502"/>
              <a:gd name="connsiteY19" fmla="*/ 3672943 h 5318863"/>
              <a:gd name="connsiteX20" fmla="*/ 5140465 w 5507502"/>
              <a:gd name="connsiteY20" fmla="*/ 2183347 h 5318863"/>
              <a:gd name="connsiteX21" fmla="*/ 4578967 w 5507502"/>
              <a:gd name="connsiteY21" fmla="*/ 1621849 h 5318863"/>
              <a:gd name="connsiteX22" fmla="*/ 4413737 w 5507502"/>
              <a:gd name="connsiteY22" fmla="*/ 1621849 h 5318863"/>
              <a:gd name="connsiteX23" fmla="*/ 4413737 w 5507502"/>
              <a:gd name="connsiteY23" fmla="*/ 1637315 h 5318863"/>
              <a:gd name="connsiteX24" fmla="*/ 1093762 w 5507502"/>
              <a:gd name="connsiteY24" fmla="*/ 1637315 h 5318863"/>
              <a:gd name="connsiteX25" fmla="*/ 1093762 w 5507502"/>
              <a:gd name="connsiteY25" fmla="*/ 1621849 h 5318863"/>
              <a:gd name="connsiteX26" fmla="*/ 1456755 w 5507502"/>
              <a:gd name="connsiteY26" fmla="*/ 362993 h 5318863"/>
              <a:gd name="connsiteX27" fmla="*/ 1456755 w 5507502"/>
              <a:gd name="connsiteY27" fmla="*/ 1253299 h 5318863"/>
              <a:gd name="connsiteX28" fmla="*/ 4050744 w 5507502"/>
              <a:gd name="connsiteY28" fmla="*/ 1253299 h 5318863"/>
              <a:gd name="connsiteX29" fmla="*/ 4050744 w 5507502"/>
              <a:gd name="connsiteY29" fmla="*/ 362993 h 5318863"/>
              <a:gd name="connsiteX30" fmla="*/ 1093762 w 5507502"/>
              <a:gd name="connsiteY30" fmla="*/ 0 h 5318863"/>
              <a:gd name="connsiteX31" fmla="*/ 4413737 w 5507502"/>
              <a:gd name="connsiteY31" fmla="*/ 0 h 5318863"/>
              <a:gd name="connsiteX32" fmla="*/ 4413737 w 5507502"/>
              <a:gd name="connsiteY32" fmla="*/ 1253299 h 5318863"/>
              <a:gd name="connsiteX33" fmla="*/ 4859655 w 5507502"/>
              <a:gd name="connsiteY33" fmla="*/ 1253299 h 5318863"/>
              <a:gd name="connsiteX34" fmla="*/ 5507502 w 5507502"/>
              <a:gd name="connsiteY34" fmla="*/ 1901147 h 5318863"/>
              <a:gd name="connsiteX35" fmla="*/ 5507502 w 5507502"/>
              <a:gd name="connsiteY35" fmla="*/ 3855823 h 5318863"/>
              <a:gd name="connsiteX36" fmla="*/ 5507501 w 5507502"/>
              <a:gd name="connsiteY36" fmla="*/ 3855823 h 5318863"/>
              <a:gd name="connsiteX37" fmla="*/ 5507501 w 5507502"/>
              <a:gd name="connsiteY37" fmla="*/ 4032943 h 5318863"/>
              <a:gd name="connsiteX38" fmla="*/ 4413737 w 5507502"/>
              <a:gd name="connsiteY38" fmla="*/ 4032943 h 5318863"/>
              <a:gd name="connsiteX39" fmla="*/ 4413737 w 5507502"/>
              <a:gd name="connsiteY39" fmla="*/ 5318863 h 5318863"/>
              <a:gd name="connsiteX40" fmla="*/ 1093762 w 5507502"/>
              <a:gd name="connsiteY40" fmla="*/ 5318863 h 5318863"/>
              <a:gd name="connsiteX41" fmla="*/ 1093762 w 5507502"/>
              <a:gd name="connsiteY41" fmla="*/ 4032943 h 5318863"/>
              <a:gd name="connsiteX42" fmla="*/ 0 w 5507502"/>
              <a:gd name="connsiteY42" fmla="*/ 4032943 h 5318863"/>
              <a:gd name="connsiteX43" fmla="*/ 0 w 5507502"/>
              <a:gd name="connsiteY43" fmla="*/ 3855823 h 5318863"/>
              <a:gd name="connsiteX44" fmla="*/ 0 w 5507502"/>
              <a:gd name="connsiteY44" fmla="*/ 3672943 h 5318863"/>
              <a:gd name="connsiteX45" fmla="*/ 0 w 5507502"/>
              <a:gd name="connsiteY45" fmla="*/ 1901147 h 5318863"/>
              <a:gd name="connsiteX46" fmla="*/ 647848 w 5507502"/>
              <a:gd name="connsiteY46" fmla="*/ 1253299 h 5318863"/>
              <a:gd name="connsiteX47" fmla="*/ 1093762 w 5507502"/>
              <a:gd name="connsiteY47" fmla="*/ 1253299 h 531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07502" h="5318863">
                <a:moveTo>
                  <a:pt x="1419069" y="4032943"/>
                </a:moveTo>
                <a:lnTo>
                  <a:pt x="1419069" y="4993556"/>
                </a:lnTo>
                <a:lnTo>
                  <a:pt x="4088430" y="4993556"/>
                </a:lnTo>
                <a:lnTo>
                  <a:pt x="4088430" y="4032943"/>
                </a:lnTo>
                <a:close/>
                <a:moveTo>
                  <a:pt x="1419069" y="3491813"/>
                </a:moveTo>
                <a:lnTo>
                  <a:pt x="1419069" y="3672943"/>
                </a:lnTo>
                <a:lnTo>
                  <a:pt x="4088430" y="3672943"/>
                </a:lnTo>
                <a:lnTo>
                  <a:pt x="4088430" y="3491813"/>
                </a:lnTo>
                <a:close/>
                <a:moveTo>
                  <a:pt x="970671" y="2103121"/>
                </a:moveTo>
                <a:lnTo>
                  <a:pt x="2818474" y="2103121"/>
                </a:lnTo>
                <a:lnTo>
                  <a:pt x="2818474" y="2463121"/>
                </a:lnTo>
                <a:lnTo>
                  <a:pt x="970671" y="2463121"/>
                </a:lnTo>
                <a:close/>
                <a:moveTo>
                  <a:pt x="928537" y="1621849"/>
                </a:moveTo>
                <a:cubicBezTo>
                  <a:pt x="618430" y="1621849"/>
                  <a:pt x="367038" y="1873240"/>
                  <a:pt x="367038" y="2183347"/>
                </a:cubicBezTo>
                <a:lnTo>
                  <a:pt x="367038" y="3672943"/>
                </a:lnTo>
                <a:lnTo>
                  <a:pt x="1093762" y="3672943"/>
                </a:lnTo>
                <a:lnTo>
                  <a:pt x="1093762" y="3166506"/>
                </a:lnTo>
                <a:lnTo>
                  <a:pt x="4413737" y="3166506"/>
                </a:lnTo>
                <a:lnTo>
                  <a:pt x="4413737" y="3672943"/>
                </a:lnTo>
                <a:lnTo>
                  <a:pt x="5140465" y="3672943"/>
                </a:lnTo>
                <a:lnTo>
                  <a:pt x="5140465" y="2183347"/>
                </a:lnTo>
                <a:cubicBezTo>
                  <a:pt x="5140465" y="1873240"/>
                  <a:pt x="4889075" y="1621849"/>
                  <a:pt x="4578967" y="1621849"/>
                </a:cubicBezTo>
                <a:lnTo>
                  <a:pt x="4413737" y="1621849"/>
                </a:lnTo>
                <a:lnTo>
                  <a:pt x="4413737" y="1637315"/>
                </a:lnTo>
                <a:lnTo>
                  <a:pt x="1093762" y="1637315"/>
                </a:lnTo>
                <a:lnTo>
                  <a:pt x="1093762" y="1621849"/>
                </a:lnTo>
                <a:close/>
                <a:moveTo>
                  <a:pt x="1456755" y="362993"/>
                </a:moveTo>
                <a:lnTo>
                  <a:pt x="1456755" y="1253299"/>
                </a:lnTo>
                <a:lnTo>
                  <a:pt x="4050744" y="1253299"/>
                </a:lnTo>
                <a:lnTo>
                  <a:pt x="4050744" y="362993"/>
                </a:lnTo>
                <a:close/>
                <a:moveTo>
                  <a:pt x="1093762" y="0"/>
                </a:moveTo>
                <a:lnTo>
                  <a:pt x="4413737" y="0"/>
                </a:lnTo>
                <a:lnTo>
                  <a:pt x="4413737" y="1253299"/>
                </a:lnTo>
                <a:lnTo>
                  <a:pt x="4859655" y="1253299"/>
                </a:lnTo>
                <a:cubicBezTo>
                  <a:pt x="5217451" y="1253299"/>
                  <a:pt x="5507502" y="1543350"/>
                  <a:pt x="5507502" y="1901147"/>
                </a:cubicBezTo>
                <a:lnTo>
                  <a:pt x="5507502" y="3855823"/>
                </a:lnTo>
                <a:lnTo>
                  <a:pt x="5507501" y="3855823"/>
                </a:lnTo>
                <a:lnTo>
                  <a:pt x="5507501" y="4032943"/>
                </a:lnTo>
                <a:lnTo>
                  <a:pt x="4413737" y="4032943"/>
                </a:lnTo>
                <a:lnTo>
                  <a:pt x="4413737" y="5318863"/>
                </a:lnTo>
                <a:lnTo>
                  <a:pt x="1093762" y="5318863"/>
                </a:lnTo>
                <a:lnTo>
                  <a:pt x="1093762" y="4032943"/>
                </a:lnTo>
                <a:lnTo>
                  <a:pt x="0" y="4032943"/>
                </a:lnTo>
                <a:lnTo>
                  <a:pt x="0" y="3855823"/>
                </a:lnTo>
                <a:lnTo>
                  <a:pt x="0" y="3672943"/>
                </a:lnTo>
                <a:lnTo>
                  <a:pt x="0" y="1901147"/>
                </a:lnTo>
                <a:cubicBezTo>
                  <a:pt x="0" y="1543350"/>
                  <a:pt x="290051" y="1253299"/>
                  <a:pt x="647848" y="1253299"/>
                </a:cubicBezTo>
                <a:lnTo>
                  <a:pt x="1093762" y="125329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1" name="任意多边形 70"/>
          <p:cNvSpPr>
            <a:spLocks noChangeAspect="1"/>
          </p:cNvSpPr>
          <p:nvPr/>
        </p:nvSpPr>
        <p:spPr>
          <a:xfrm>
            <a:off x="7950230" y="5213606"/>
            <a:ext cx="338171" cy="360000"/>
          </a:xfrm>
          <a:custGeom>
            <a:avLst/>
            <a:gdLst>
              <a:gd name="connsiteX0" fmla="*/ 5530755 w 6237028"/>
              <a:gd name="connsiteY0" fmla="*/ 3860073 h 6639637"/>
              <a:gd name="connsiteX1" fmla="*/ 5530755 w 6237028"/>
              <a:gd name="connsiteY1" fmla="*/ 4261266 h 6639637"/>
              <a:gd name="connsiteX2" fmla="*/ 4002206 w 6237028"/>
              <a:gd name="connsiteY2" fmla="*/ 4847292 h 6639637"/>
              <a:gd name="connsiteX3" fmla="*/ 4002206 w 6237028"/>
              <a:gd name="connsiteY3" fmla="*/ 4446099 h 6639637"/>
              <a:gd name="connsiteX4" fmla="*/ 890517 w 6237028"/>
              <a:gd name="connsiteY4" fmla="*/ 3860073 h 6639637"/>
              <a:gd name="connsiteX5" fmla="*/ 2419066 w 6237028"/>
              <a:gd name="connsiteY5" fmla="*/ 4446099 h 6639637"/>
              <a:gd name="connsiteX6" fmla="*/ 2419066 w 6237028"/>
              <a:gd name="connsiteY6" fmla="*/ 4847292 h 6639637"/>
              <a:gd name="connsiteX7" fmla="*/ 890517 w 6237028"/>
              <a:gd name="connsiteY7" fmla="*/ 4261266 h 6639637"/>
              <a:gd name="connsiteX8" fmla="*/ 890517 w 6237028"/>
              <a:gd name="connsiteY8" fmla="*/ 2872854 h 6639637"/>
              <a:gd name="connsiteX9" fmla="*/ 2419066 w 6237028"/>
              <a:gd name="connsiteY9" fmla="*/ 3458879 h 6639637"/>
              <a:gd name="connsiteX10" fmla="*/ 2419066 w 6237028"/>
              <a:gd name="connsiteY10" fmla="*/ 3860072 h 6639637"/>
              <a:gd name="connsiteX11" fmla="*/ 890517 w 6237028"/>
              <a:gd name="connsiteY11" fmla="*/ 3274046 h 6639637"/>
              <a:gd name="connsiteX12" fmla="*/ 5530755 w 6237028"/>
              <a:gd name="connsiteY12" fmla="*/ 2872853 h 6639637"/>
              <a:gd name="connsiteX13" fmla="*/ 5530755 w 6237028"/>
              <a:gd name="connsiteY13" fmla="*/ 3274046 h 6639637"/>
              <a:gd name="connsiteX14" fmla="*/ 4002206 w 6237028"/>
              <a:gd name="connsiteY14" fmla="*/ 3860072 h 6639637"/>
              <a:gd name="connsiteX15" fmla="*/ 4002206 w 6237028"/>
              <a:gd name="connsiteY15" fmla="*/ 3458879 h 6639637"/>
              <a:gd name="connsiteX16" fmla="*/ 890517 w 6237028"/>
              <a:gd name="connsiteY16" fmla="*/ 1885635 h 6639637"/>
              <a:gd name="connsiteX17" fmla="*/ 2419066 w 6237028"/>
              <a:gd name="connsiteY17" fmla="*/ 2471661 h 6639637"/>
              <a:gd name="connsiteX18" fmla="*/ 2419066 w 6237028"/>
              <a:gd name="connsiteY18" fmla="*/ 2872855 h 6639637"/>
              <a:gd name="connsiteX19" fmla="*/ 890517 w 6237028"/>
              <a:gd name="connsiteY19" fmla="*/ 2286828 h 6639637"/>
              <a:gd name="connsiteX20" fmla="*/ 5530755 w 6237028"/>
              <a:gd name="connsiteY20" fmla="*/ 1885634 h 6639637"/>
              <a:gd name="connsiteX21" fmla="*/ 5530755 w 6237028"/>
              <a:gd name="connsiteY21" fmla="*/ 2286828 h 6639637"/>
              <a:gd name="connsiteX22" fmla="*/ 4002206 w 6237028"/>
              <a:gd name="connsiteY22" fmla="*/ 2872853 h 6639637"/>
              <a:gd name="connsiteX23" fmla="*/ 4002206 w 6237028"/>
              <a:gd name="connsiteY23" fmla="*/ 2471660 h 6639637"/>
              <a:gd name="connsiteX24" fmla="*/ 368491 w 6237028"/>
              <a:gd name="connsiteY24" fmla="*/ 542468 h 6639637"/>
              <a:gd name="connsiteX25" fmla="*/ 368491 w 6237028"/>
              <a:gd name="connsiteY25" fmla="*/ 5184121 h 6639637"/>
              <a:gd name="connsiteX26" fmla="*/ 2927443 w 6237028"/>
              <a:gd name="connsiteY26" fmla="*/ 6165190 h 6639637"/>
              <a:gd name="connsiteX27" fmla="*/ 2927443 w 6237028"/>
              <a:gd name="connsiteY27" fmla="*/ 1523537 h 6639637"/>
              <a:gd name="connsiteX28" fmla="*/ 5868537 w 6237028"/>
              <a:gd name="connsiteY28" fmla="*/ 542467 h 6639637"/>
              <a:gd name="connsiteX29" fmla="*/ 3295933 w 6237028"/>
              <a:gd name="connsiteY29" fmla="*/ 1528770 h 6639637"/>
              <a:gd name="connsiteX30" fmla="*/ 3295933 w 6237028"/>
              <a:gd name="connsiteY30" fmla="*/ 6170423 h 6639637"/>
              <a:gd name="connsiteX31" fmla="*/ 5868537 w 6237028"/>
              <a:gd name="connsiteY31" fmla="*/ 5184121 h 6639637"/>
              <a:gd name="connsiteX32" fmla="*/ 0 w 6237028"/>
              <a:gd name="connsiteY32" fmla="*/ 0 h 6639637"/>
              <a:gd name="connsiteX33" fmla="*/ 3118513 w 6237028"/>
              <a:gd name="connsiteY33" fmla="*/ 1195597 h 6639637"/>
              <a:gd name="connsiteX34" fmla="*/ 6237027 w 6237028"/>
              <a:gd name="connsiteY34" fmla="*/ 0 h 6639637"/>
              <a:gd name="connsiteX35" fmla="*/ 6237027 w 6237028"/>
              <a:gd name="connsiteY35" fmla="*/ 313899 h 6639637"/>
              <a:gd name="connsiteX36" fmla="*/ 6237027 w 6237028"/>
              <a:gd name="connsiteY36" fmla="*/ 313899 h 6639637"/>
              <a:gd name="connsiteX37" fmla="*/ 6237027 w 6237028"/>
              <a:gd name="connsiteY37" fmla="*/ 5042847 h 6639637"/>
              <a:gd name="connsiteX38" fmla="*/ 6237028 w 6237028"/>
              <a:gd name="connsiteY38" fmla="*/ 5042847 h 6639637"/>
              <a:gd name="connsiteX39" fmla="*/ 6237028 w 6237028"/>
              <a:gd name="connsiteY39" fmla="*/ 5444040 h 6639637"/>
              <a:gd name="connsiteX40" fmla="*/ 3118514 w 6237028"/>
              <a:gd name="connsiteY40" fmla="*/ 6639637 h 6639637"/>
              <a:gd name="connsiteX41" fmla="*/ 1 w 6237028"/>
              <a:gd name="connsiteY41" fmla="*/ 5444040 h 6639637"/>
              <a:gd name="connsiteX42" fmla="*/ 1 w 6237028"/>
              <a:gd name="connsiteY42" fmla="*/ 5431808 h 6639637"/>
              <a:gd name="connsiteX43" fmla="*/ 1 w 6237028"/>
              <a:gd name="connsiteY43" fmla="*/ 5431808 h 6639637"/>
              <a:gd name="connsiteX44" fmla="*/ 1 w 6237028"/>
              <a:gd name="connsiteY44" fmla="*/ 401193 h 6639637"/>
              <a:gd name="connsiteX45" fmla="*/ 0 w 6237028"/>
              <a:gd name="connsiteY45" fmla="*/ 401193 h 6639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237028" h="6639637">
                <a:moveTo>
                  <a:pt x="5530755" y="3860073"/>
                </a:moveTo>
                <a:lnTo>
                  <a:pt x="5530755" y="4261266"/>
                </a:lnTo>
                <a:lnTo>
                  <a:pt x="4002206" y="4847292"/>
                </a:lnTo>
                <a:lnTo>
                  <a:pt x="4002206" y="4446099"/>
                </a:lnTo>
                <a:close/>
                <a:moveTo>
                  <a:pt x="890517" y="3860073"/>
                </a:moveTo>
                <a:lnTo>
                  <a:pt x="2419066" y="4446099"/>
                </a:lnTo>
                <a:lnTo>
                  <a:pt x="2419066" y="4847292"/>
                </a:lnTo>
                <a:lnTo>
                  <a:pt x="890517" y="4261266"/>
                </a:lnTo>
                <a:close/>
                <a:moveTo>
                  <a:pt x="890517" y="2872854"/>
                </a:moveTo>
                <a:lnTo>
                  <a:pt x="2419066" y="3458879"/>
                </a:lnTo>
                <a:lnTo>
                  <a:pt x="2419066" y="3860072"/>
                </a:lnTo>
                <a:lnTo>
                  <a:pt x="890517" y="3274046"/>
                </a:lnTo>
                <a:close/>
                <a:moveTo>
                  <a:pt x="5530755" y="2872853"/>
                </a:moveTo>
                <a:lnTo>
                  <a:pt x="5530755" y="3274046"/>
                </a:lnTo>
                <a:lnTo>
                  <a:pt x="4002206" y="3860072"/>
                </a:lnTo>
                <a:lnTo>
                  <a:pt x="4002206" y="3458879"/>
                </a:lnTo>
                <a:close/>
                <a:moveTo>
                  <a:pt x="890517" y="1885635"/>
                </a:moveTo>
                <a:lnTo>
                  <a:pt x="2419066" y="2471661"/>
                </a:lnTo>
                <a:lnTo>
                  <a:pt x="2419066" y="2872855"/>
                </a:lnTo>
                <a:lnTo>
                  <a:pt x="890517" y="2286828"/>
                </a:lnTo>
                <a:close/>
                <a:moveTo>
                  <a:pt x="5530755" y="1885634"/>
                </a:moveTo>
                <a:lnTo>
                  <a:pt x="5530755" y="2286828"/>
                </a:lnTo>
                <a:lnTo>
                  <a:pt x="4002206" y="2872853"/>
                </a:lnTo>
                <a:lnTo>
                  <a:pt x="4002206" y="2471660"/>
                </a:lnTo>
                <a:close/>
                <a:moveTo>
                  <a:pt x="368491" y="542468"/>
                </a:moveTo>
                <a:lnTo>
                  <a:pt x="368491" y="5184121"/>
                </a:lnTo>
                <a:lnTo>
                  <a:pt x="2927443" y="6165190"/>
                </a:lnTo>
                <a:lnTo>
                  <a:pt x="2927443" y="1523537"/>
                </a:lnTo>
                <a:close/>
                <a:moveTo>
                  <a:pt x="5868537" y="542467"/>
                </a:moveTo>
                <a:lnTo>
                  <a:pt x="3295933" y="1528770"/>
                </a:lnTo>
                <a:lnTo>
                  <a:pt x="3295933" y="6170423"/>
                </a:lnTo>
                <a:lnTo>
                  <a:pt x="5868537" y="5184121"/>
                </a:lnTo>
                <a:close/>
                <a:moveTo>
                  <a:pt x="0" y="0"/>
                </a:moveTo>
                <a:lnTo>
                  <a:pt x="3118513" y="1195597"/>
                </a:lnTo>
                <a:lnTo>
                  <a:pt x="6237027" y="0"/>
                </a:lnTo>
                <a:lnTo>
                  <a:pt x="6237027" y="313899"/>
                </a:lnTo>
                <a:lnTo>
                  <a:pt x="6237027" y="313899"/>
                </a:lnTo>
                <a:lnTo>
                  <a:pt x="6237027" y="5042847"/>
                </a:lnTo>
                <a:lnTo>
                  <a:pt x="6237028" y="5042847"/>
                </a:lnTo>
                <a:lnTo>
                  <a:pt x="6237028" y="5444040"/>
                </a:lnTo>
                <a:lnTo>
                  <a:pt x="3118514" y="6639637"/>
                </a:lnTo>
                <a:lnTo>
                  <a:pt x="1" y="5444040"/>
                </a:lnTo>
                <a:lnTo>
                  <a:pt x="1" y="5431808"/>
                </a:lnTo>
                <a:lnTo>
                  <a:pt x="1" y="5431808"/>
                </a:lnTo>
                <a:lnTo>
                  <a:pt x="1" y="401193"/>
                </a:lnTo>
                <a:lnTo>
                  <a:pt x="0" y="40119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71"/>
          <p:cNvSpPr>
            <a:spLocks noChangeAspect="1"/>
          </p:cNvSpPr>
          <p:nvPr/>
        </p:nvSpPr>
        <p:spPr>
          <a:xfrm>
            <a:off x="670516" y="6001876"/>
            <a:ext cx="360000" cy="360000"/>
          </a:xfrm>
          <a:custGeom>
            <a:avLst/>
            <a:gdLst>
              <a:gd name="connsiteX0" fmla="*/ 3972550 w 6209732"/>
              <a:gd name="connsiteY0" fmla="*/ 1782188 h 6209732"/>
              <a:gd name="connsiteX1" fmla="*/ 5266539 w 6209732"/>
              <a:gd name="connsiteY1" fmla="*/ 3076178 h 6209732"/>
              <a:gd name="connsiteX2" fmla="*/ 5264289 w 6209732"/>
              <a:gd name="connsiteY2" fmla="*/ 3078428 h 6209732"/>
              <a:gd name="connsiteX3" fmla="*/ 5266538 w 6209732"/>
              <a:gd name="connsiteY3" fmla="*/ 3080677 h 6209732"/>
              <a:gd name="connsiteX4" fmla="*/ 5021379 w 6209732"/>
              <a:gd name="connsiteY4" fmla="*/ 3325836 h 6209732"/>
              <a:gd name="connsiteX5" fmla="*/ 5021379 w 6209732"/>
              <a:gd name="connsiteY5" fmla="*/ 3338865 h 6209732"/>
              <a:gd name="connsiteX6" fmla="*/ 5008350 w 6209732"/>
              <a:gd name="connsiteY6" fmla="*/ 3338865 h 6209732"/>
              <a:gd name="connsiteX7" fmla="*/ 3975715 w 6209732"/>
              <a:gd name="connsiteY7" fmla="*/ 4371500 h 6209732"/>
              <a:gd name="connsiteX8" fmla="*/ 3644789 w 6209732"/>
              <a:gd name="connsiteY8" fmla="*/ 4040574 h 6209732"/>
              <a:gd name="connsiteX9" fmla="*/ 4346498 w 6209732"/>
              <a:gd name="connsiteY9" fmla="*/ 3338865 h 6209732"/>
              <a:gd name="connsiteX10" fmla="*/ 1213654 w 6209732"/>
              <a:gd name="connsiteY10" fmla="*/ 3338865 h 6209732"/>
              <a:gd name="connsiteX11" fmla="*/ 1213654 w 6209732"/>
              <a:gd name="connsiteY11" fmla="*/ 2870865 h 6209732"/>
              <a:gd name="connsiteX12" fmla="*/ 4399375 w 6209732"/>
              <a:gd name="connsiteY12" fmla="*/ 2870865 h 6209732"/>
              <a:gd name="connsiteX13" fmla="*/ 3641624 w 6209732"/>
              <a:gd name="connsiteY13" fmla="*/ 2113114 h 6209732"/>
              <a:gd name="connsiteX14" fmla="*/ 3104865 w 6209732"/>
              <a:gd name="connsiteY14" fmla="*/ 515036 h 6209732"/>
              <a:gd name="connsiteX15" fmla="*/ 515035 w 6209732"/>
              <a:gd name="connsiteY15" fmla="*/ 3104866 h 6209732"/>
              <a:gd name="connsiteX16" fmla="*/ 3104865 w 6209732"/>
              <a:gd name="connsiteY16" fmla="*/ 5694696 h 6209732"/>
              <a:gd name="connsiteX17" fmla="*/ 5694695 w 6209732"/>
              <a:gd name="connsiteY17" fmla="*/ 3104866 h 6209732"/>
              <a:gd name="connsiteX18" fmla="*/ 3104865 w 6209732"/>
              <a:gd name="connsiteY18" fmla="*/ 515036 h 6209732"/>
              <a:gd name="connsiteX19" fmla="*/ 3104866 w 6209732"/>
              <a:gd name="connsiteY19" fmla="*/ 0 h 6209732"/>
              <a:gd name="connsiteX20" fmla="*/ 6209732 w 6209732"/>
              <a:gd name="connsiteY20" fmla="*/ 3104866 h 6209732"/>
              <a:gd name="connsiteX21" fmla="*/ 3104866 w 6209732"/>
              <a:gd name="connsiteY21" fmla="*/ 6209732 h 6209732"/>
              <a:gd name="connsiteX22" fmla="*/ 0 w 6209732"/>
              <a:gd name="connsiteY22" fmla="*/ 3104866 h 6209732"/>
              <a:gd name="connsiteX23" fmla="*/ 3104866 w 6209732"/>
              <a:gd name="connsiteY2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209732" h="6209732">
                <a:moveTo>
                  <a:pt x="3972550" y="1782188"/>
                </a:moveTo>
                <a:lnTo>
                  <a:pt x="5266539" y="3076178"/>
                </a:lnTo>
                <a:lnTo>
                  <a:pt x="5264289" y="3078428"/>
                </a:lnTo>
                <a:lnTo>
                  <a:pt x="5266538" y="3080677"/>
                </a:lnTo>
                <a:lnTo>
                  <a:pt x="5021379" y="3325836"/>
                </a:lnTo>
                <a:lnTo>
                  <a:pt x="5021379" y="3338865"/>
                </a:lnTo>
                <a:lnTo>
                  <a:pt x="5008350" y="3338865"/>
                </a:lnTo>
                <a:lnTo>
                  <a:pt x="3975715" y="4371500"/>
                </a:lnTo>
                <a:lnTo>
                  <a:pt x="3644789" y="4040574"/>
                </a:lnTo>
                <a:lnTo>
                  <a:pt x="4346498" y="3338865"/>
                </a:lnTo>
                <a:lnTo>
                  <a:pt x="1213654" y="3338865"/>
                </a:lnTo>
                <a:lnTo>
                  <a:pt x="1213654" y="2870865"/>
                </a:lnTo>
                <a:lnTo>
                  <a:pt x="4399375" y="2870865"/>
                </a:lnTo>
                <a:lnTo>
                  <a:pt x="3641624" y="2113114"/>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任意多边形 72"/>
          <p:cNvSpPr>
            <a:spLocks noChangeAspect="1"/>
          </p:cNvSpPr>
          <p:nvPr/>
        </p:nvSpPr>
        <p:spPr>
          <a:xfrm flipH="1">
            <a:off x="1478160" y="6001876"/>
            <a:ext cx="360000" cy="360000"/>
          </a:xfrm>
          <a:custGeom>
            <a:avLst/>
            <a:gdLst>
              <a:gd name="connsiteX0" fmla="*/ 3786384 w 6209732"/>
              <a:gd name="connsiteY0" fmla="*/ 1782188 h 6209732"/>
              <a:gd name="connsiteX1" fmla="*/ 3455458 w 6209732"/>
              <a:gd name="connsiteY1" fmla="*/ 2113114 h 6209732"/>
              <a:gd name="connsiteX2" fmla="*/ 4213209 w 6209732"/>
              <a:gd name="connsiteY2" fmla="*/ 2870865 h 6209732"/>
              <a:gd name="connsiteX3" fmla="*/ 1027488 w 6209732"/>
              <a:gd name="connsiteY3" fmla="*/ 2870865 h 6209732"/>
              <a:gd name="connsiteX4" fmla="*/ 1027488 w 6209732"/>
              <a:gd name="connsiteY4" fmla="*/ 3338865 h 6209732"/>
              <a:gd name="connsiteX5" fmla="*/ 4160332 w 6209732"/>
              <a:gd name="connsiteY5" fmla="*/ 3338865 h 6209732"/>
              <a:gd name="connsiteX6" fmla="*/ 3458623 w 6209732"/>
              <a:gd name="connsiteY6" fmla="*/ 4040574 h 6209732"/>
              <a:gd name="connsiteX7" fmla="*/ 3789549 w 6209732"/>
              <a:gd name="connsiteY7" fmla="*/ 4371500 h 6209732"/>
              <a:gd name="connsiteX8" fmla="*/ 4822184 w 6209732"/>
              <a:gd name="connsiteY8" fmla="*/ 3338865 h 6209732"/>
              <a:gd name="connsiteX9" fmla="*/ 4835213 w 6209732"/>
              <a:gd name="connsiteY9" fmla="*/ 3338865 h 6209732"/>
              <a:gd name="connsiteX10" fmla="*/ 4835213 w 6209732"/>
              <a:gd name="connsiteY10" fmla="*/ 3325836 h 6209732"/>
              <a:gd name="connsiteX11" fmla="*/ 5080372 w 6209732"/>
              <a:gd name="connsiteY11" fmla="*/ 3080677 h 6209732"/>
              <a:gd name="connsiteX12" fmla="*/ 5078123 w 6209732"/>
              <a:gd name="connsiteY12" fmla="*/ 3078428 h 6209732"/>
              <a:gd name="connsiteX13" fmla="*/ 5080373 w 6209732"/>
              <a:gd name="connsiteY13" fmla="*/ 3076178 h 6209732"/>
              <a:gd name="connsiteX14" fmla="*/ 3104867 w 6209732"/>
              <a:gd name="connsiteY14" fmla="*/ 515036 h 6209732"/>
              <a:gd name="connsiteX15" fmla="*/ 5694697 w 6209732"/>
              <a:gd name="connsiteY15" fmla="*/ 3104866 h 6209732"/>
              <a:gd name="connsiteX16" fmla="*/ 3104867 w 6209732"/>
              <a:gd name="connsiteY16" fmla="*/ 5694696 h 6209732"/>
              <a:gd name="connsiteX17" fmla="*/ 515037 w 6209732"/>
              <a:gd name="connsiteY17" fmla="*/ 3104866 h 6209732"/>
              <a:gd name="connsiteX18" fmla="*/ 3104867 w 6209732"/>
              <a:gd name="connsiteY18" fmla="*/ 515036 h 6209732"/>
              <a:gd name="connsiteX19" fmla="*/ 3104866 w 6209732"/>
              <a:gd name="connsiteY19" fmla="*/ 0 h 6209732"/>
              <a:gd name="connsiteX20" fmla="*/ 0 w 6209732"/>
              <a:gd name="connsiteY20" fmla="*/ 3104866 h 6209732"/>
              <a:gd name="connsiteX21" fmla="*/ 3104866 w 6209732"/>
              <a:gd name="connsiteY21" fmla="*/ 6209732 h 6209732"/>
              <a:gd name="connsiteX22" fmla="*/ 6209732 w 6209732"/>
              <a:gd name="connsiteY22" fmla="*/ 3104866 h 6209732"/>
              <a:gd name="connsiteX23" fmla="*/ 3104866 w 6209732"/>
              <a:gd name="connsiteY2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209732" h="6209732">
                <a:moveTo>
                  <a:pt x="3786384" y="1782188"/>
                </a:moveTo>
                <a:lnTo>
                  <a:pt x="3455458" y="2113114"/>
                </a:lnTo>
                <a:lnTo>
                  <a:pt x="4213209" y="2870865"/>
                </a:lnTo>
                <a:lnTo>
                  <a:pt x="1027488" y="2870865"/>
                </a:lnTo>
                <a:lnTo>
                  <a:pt x="1027488" y="3338865"/>
                </a:lnTo>
                <a:lnTo>
                  <a:pt x="4160332" y="3338865"/>
                </a:lnTo>
                <a:lnTo>
                  <a:pt x="3458623" y="4040574"/>
                </a:lnTo>
                <a:lnTo>
                  <a:pt x="3789549" y="4371500"/>
                </a:lnTo>
                <a:lnTo>
                  <a:pt x="4822184" y="3338865"/>
                </a:lnTo>
                <a:lnTo>
                  <a:pt x="4835213" y="3338865"/>
                </a:lnTo>
                <a:lnTo>
                  <a:pt x="4835213" y="3325836"/>
                </a:lnTo>
                <a:lnTo>
                  <a:pt x="5080372" y="3080677"/>
                </a:lnTo>
                <a:lnTo>
                  <a:pt x="5078123" y="3078428"/>
                </a:lnTo>
                <a:lnTo>
                  <a:pt x="5080373" y="3076178"/>
                </a:lnTo>
                <a:close/>
                <a:moveTo>
                  <a:pt x="3104867" y="515036"/>
                </a:moveTo>
                <a:cubicBezTo>
                  <a:pt x="4535191" y="515036"/>
                  <a:pt x="5694697" y="1674542"/>
                  <a:pt x="5694697" y="3104866"/>
                </a:cubicBezTo>
                <a:cubicBezTo>
                  <a:pt x="5694697" y="4535190"/>
                  <a:pt x="4535191" y="5694696"/>
                  <a:pt x="3104867" y="5694696"/>
                </a:cubicBezTo>
                <a:cubicBezTo>
                  <a:pt x="1674543" y="5694696"/>
                  <a:pt x="515037" y="4535190"/>
                  <a:pt x="515037" y="3104866"/>
                </a:cubicBezTo>
                <a:cubicBezTo>
                  <a:pt x="515037" y="1674542"/>
                  <a:pt x="1674543" y="515036"/>
                  <a:pt x="3104867" y="515036"/>
                </a:cubicBezTo>
                <a:close/>
                <a:moveTo>
                  <a:pt x="3104866" y="0"/>
                </a:moveTo>
                <a:cubicBezTo>
                  <a:pt x="1390096" y="0"/>
                  <a:pt x="0" y="1390096"/>
                  <a:pt x="0" y="3104866"/>
                </a:cubicBezTo>
                <a:cubicBezTo>
                  <a:pt x="0" y="4819636"/>
                  <a:pt x="1390096" y="6209732"/>
                  <a:pt x="3104866" y="6209732"/>
                </a:cubicBezTo>
                <a:cubicBezTo>
                  <a:pt x="4819636" y="6209732"/>
                  <a:pt x="6209732" y="4819636"/>
                  <a:pt x="6209732" y="3104866"/>
                </a:cubicBezTo>
                <a:cubicBezTo>
                  <a:pt x="6209732" y="1390096"/>
                  <a:pt x="481963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73"/>
          <p:cNvSpPr>
            <a:spLocks noChangeAspect="1"/>
          </p:cNvSpPr>
          <p:nvPr/>
        </p:nvSpPr>
        <p:spPr>
          <a:xfrm>
            <a:off x="2285804" y="6001876"/>
            <a:ext cx="360000" cy="360000"/>
          </a:xfrm>
          <a:custGeom>
            <a:avLst/>
            <a:gdLst>
              <a:gd name="connsiteX0" fmla="*/ 3110258 w 6209732"/>
              <a:gd name="connsiteY0" fmla="*/ 1108669 h 6209732"/>
              <a:gd name="connsiteX1" fmla="*/ 4404247 w 6209732"/>
              <a:gd name="connsiteY1" fmla="*/ 2402658 h 6209732"/>
              <a:gd name="connsiteX2" fmla="*/ 4073321 w 6209732"/>
              <a:gd name="connsiteY2" fmla="*/ 2733584 h 6209732"/>
              <a:gd name="connsiteX3" fmla="*/ 3315571 w 6209732"/>
              <a:gd name="connsiteY3" fmla="*/ 1975833 h 6209732"/>
              <a:gd name="connsiteX4" fmla="*/ 3315571 w 6209732"/>
              <a:gd name="connsiteY4" fmla="*/ 5161554 h 6209732"/>
              <a:gd name="connsiteX5" fmla="*/ 2847571 w 6209732"/>
              <a:gd name="connsiteY5" fmla="*/ 5161554 h 6209732"/>
              <a:gd name="connsiteX6" fmla="*/ 2847571 w 6209732"/>
              <a:gd name="connsiteY6" fmla="*/ 2028710 h 6209732"/>
              <a:gd name="connsiteX7" fmla="*/ 2145862 w 6209732"/>
              <a:gd name="connsiteY7" fmla="*/ 2730418 h 6209732"/>
              <a:gd name="connsiteX8" fmla="*/ 1814936 w 6209732"/>
              <a:gd name="connsiteY8" fmla="*/ 2399492 h 6209732"/>
              <a:gd name="connsiteX9" fmla="*/ 2847571 w 6209732"/>
              <a:gd name="connsiteY9" fmla="*/ 1366858 h 6209732"/>
              <a:gd name="connsiteX10" fmla="*/ 2847571 w 6209732"/>
              <a:gd name="connsiteY10" fmla="*/ 1353829 h 6209732"/>
              <a:gd name="connsiteX11" fmla="*/ 2860600 w 6209732"/>
              <a:gd name="connsiteY11" fmla="*/ 1353829 h 6209732"/>
              <a:gd name="connsiteX12" fmla="*/ 3105759 w 6209732"/>
              <a:gd name="connsiteY12" fmla="*/ 1108670 h 6209732"/>
              <a:gd name="connsiteX13" fmla="*/ 3108008 w 6209732"/>
              <a:gd name="connsiteY13" fmla="*/ 1110919 h 6209732"/>
              <a:gd name="connsiteX14" fmla="*/ 3104865 w 6209732"/>
              <a:gd name="connsiteY14" fmla="*/ 515036 h 6209732"/>
              <a:gd name="connsiteX15" fmla="*/ 515035 w 6209732"/>
              <a:gd name="connsiteY15" fmla="*/ 3104866 h 6209732"/>
              <a:gd name="connsiteX16" fmla="*/ 3104865 w 6209732"/>
              <a:gd name="connsiteY16" fmla="*/ 5694696 h 6209732"/>
              <a:gd name="connsiteX17" fmla="*/ 5694695 w 6209732"/>
              <a:gd name="connsiteY17" fmla="*/ 3104866 h 6209732"/>
              <a:gd name="connsiteX18" fmla="*/ 3104865 w 6209732"/>
              <a:gd name="connsiteY18" fmla="*/ 515036 h 6209732"/>
              <a:gd name="connsiteX19" fmla="*/ 3104866 w 6209732"/>
              <a:gd name="connsiteY19" fmla="*/ 0 h 6209732"/>
              <a:gd name="connsiteX20" fmla="*/ 6209732 w 6209732"/>
              <a:gd name="connsiteY20" fmla="*/ 3104866 h 6209732"/>
              <a:gd name="connsiteX21" fmla="*/ 3104866 w 6209732"/>
              <a:gd name="connsiteY21" fmla="*/ 6209732 h 6209732"/>
              <a:gd name="connsiteX22" fmla="*/ 0 w 6209732"/>
              <a:gd name="connsiteY22" fmla="*/ 3104866 h 6209732"/>
              <a:gd name="connsiteX23" fmla="*/ 3104866 w 6209732"/>
              <a:gd name="connsiteY2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209732" h="6209732">
                <a:moveTo>
                  <a:pt x="3110258" y="1108669"/>
                </a:moveTo>
                <a:lnTo>
                  <a:pt x="4404247" y="2402658"/>
                </a:lnTo>
                <a:lnTo>
                  <a:pt x="4073321" y="2733584"/>
                </a:lnTo>
                <a:lnTo>
                  <a:pt x="3315571" y="1975833"/>
                </a:lnTo>
                <a:lnTo>
                  <a:pt x="3315571" y="5161554"/>
                </a:lnTo>
                <a:lnTo>
                  <a:pt x="2847571" y="5161554"/>
                </a:lnTo>
                <a:lnTo>
                  <a:pt x="2847571" y="2028710"/>
                </a:lnTo>
                <a:lnTo>
                  <a:pt x="2145862" y="2730418"/>
                </a:lnTo>
                <a:lnTo>
                  <a:pt x="1814936" y="2399492"/>
                </a:lnTo>
                <a:lnTo>
                  <a:pt x="2847571" y="1366858"/>
                </a:lnTo>
                <a:lnTo>
                  <a:pt x="2847571" y="1353829"/>
                </a:lnTo>
                <a:lnTo>
                  <a:pt x="2860600" y="1353829"/>
                </a:lnTo>
                <a:lnTo>
                  <a:pt x="3105759" y="1108670"/>
                </a:lnTo>
                <a:lnTo>
                  <a:pt x="3108008" y="1110919"/>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5" name="任意多边形 74"/>
          <p:cNvSpPr>
            <a:spLocks noChangeAspect="1"/>
          </p:cNvSpPr>
          <p:nvPr/>
        </p:nvSpPr>
        <p:spPr>
          <a:xfrm>
            <a:off x="3093449" y="6001876"/>
            <a:ext cx="360000" cy="360000"/>
          </a:xfrm>
          <a:custGeom>
            <a:avLst/>
            <a:gdLst>
              <a:gd name="connsiteX0" fmla="*/ 2847571 w 6209732"/>
              <a:gd name="connsiteY0" fmla="*/ 1027486 h 6209732"/>
              <a:gd name="connsiteX1" fmla="*/ 3315571 w 6209732"/>
              <a:gd name="connsiteY1" fmla="*/ 1027486 h 6209732"/>
              <a:gd name="connsiteX2" fmla="*/ 3315571 w 6209732"/>
              <a:gd name="connsiteY2" fmla="*/ 4213206 h 6209732"/>
              <a:gd name="connsiteX3" fmla="*/ 4073321 w 6209732"/>
              <a:gd name="connsiteY3" fmla="*/ 3455456 h 6209732"/>
              <a:gd name="connsiteX4" fmla="*/ 4404247 w 6209732"/>
              <a:gd name="connsiteY4" fmla="*/ 3786382 h 6209732"/>
              <a:gd name="connsiteX5" fmla="*/ 3110258 w 6209732"/>
              <a:gd name="connsiteY5" fmla="*/ 5080371 h 6209732"/>
              <a:gd name="connsiteX6" fmla="*/ 3108008 w 6209732"/>
              <a:gd name="connsiteY6" fmla="*/ 5078121 h 6209732"/>
              <a:gd name="connsiteX7" fmla="*/ 3105759 w 6209732"/>
              <a:gd name="connsiteY7" fmla="*/ 5080370 h 6209732"/>
              <a:gd name="connsiteX8" fmla="*/ 2860600 w 6209732"/>
              <a:gd name="connsiteY8" fmla="*/ 4835211 h 6209732"/>
              <a:gd name="connsiteX9" fmla="*/ 2847571 w 6209732"/>
              <a:gd name="connsiteY9" fmla="*/ 4835211 h 6209732"/>
              <a:gd name="connsiteX10" fmla="*/ 2847571 w 6209732"/>
              <a:gd name="connsiteY10" fmla="*/ 4822181 h 6209732"/>
              <a:gd name="connsiteX11" fmla="*/ 1814936 w 6209732"/>
              <a:gd name="connsiteY11" fmla="*/ 3789547 h 6209732"/>
              <a:gd name="connsiteX12" fmla="*/ 2145862 w 6209732"/>
              <a:gd name="connsiteY12" fmla="*/ 3458621 h 6209732"/>
              <a:gd name="connsiteX13" fmla="*/ 2847571 w 6209732"/>
              <a:gd name="connsiteY13" fmla="*/ 4160329 h 6209732"/>
              <a:gd name="connsiteX14" fmla="*/ 3104865 w 6209732"/>
              <a:gd name="connsiteY14" fmla="*/ 515036 h 6209732"/>
              <a:gd name="connsiteX15" fmla="*/ 515035 w 6209732"/>
              <a:gd name="connsiteY15" fmla="*/ 3104866 h 6209732"/>
              <a:gd name="connsiteX16" fmla="*/ 3104865 w 6209732"/>
              <a:gd name="connsiteY16" fmla="*/ 5694696 h 6209732"/>
              <a:gd name="connsiteX17" fmla="*/ 5694695 w 6209732"/>
              <a:gd name="connsiteY17" fmla="*/ 3104866 h 6209732"/>
              <a:gd name="connsiteX18" fmla="*/ 3104865 w 6209732"/>
              <a:gd name="connsiteY18" fmla="*/ 515036 h 6209732"/>
              <a:gd name="connsiteX19" fmla="*/ 3104866 w 6209732"/>
              <a:gd name="connsiteY19" fmla="*/ 0 h 6209732"/>
              <a:gd name="connsiteX20" fmla="*/ 6209732 w 6209732"/>
              <a:gd name="connsiteY20" fmla="*/ 3104866 h 6209732"/>
              <a:gd name="connsiteX21" fmla="*/ 3104866 w 6209732"/>
              <a:gd name="connsiteY21" fmla="*/ 6209732 h 6209732"/>
              <a:gd name="connsiteX22" fmla="*/ 0 w 6209732"/>
              <a:gd name="connsiteY22" fmla="*/ 3104866 h 6209732"/>
              <a:gd name="connsiteX23" fmla="*/ 3104866 w 6209732"/>
              <a:gd name="connsiteY2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209732" h="6209732">
                <a:moveTo>
                  <a:pt x="2847571" y="1027486"/>
                </a:moveTo>
                <a:lnTo>
                  <a:pt x="3315571" y="1027486"/>
                </a:lnTo>
                <a:lnTo>
                  <a:pt x="3315571" y="4213206"/>
                </a:lnTo>
                <a:lnTo>
                  <a:pt x="4073321" y="3455456"/>
                </a:lnTo>
                <a:lnTo>
                  <a:pt x="4404247" y="3786382"/>
                </a:lnTo>
                <a:lnTo>
                  <a:pt x="3110258" y="5080371"/>
                </a:lnTo>
                <a:lnTo>
                  <a:pt x="3108008" y="5078121"/>
                </a:lnTo>
                <a:lnTo>
                  <a:pt x="3105759" y="5080370"/>
                </a:lnTo>
                <a:lnTo>
                  <a:pt x="2860600" y="4835211"/>
                </a:lnTo>
                <a:lnTo>
                  <a:pt x="2847571" y="4835211"/>
                </a:lnTo>
                <a:lnTo>
                  <a:pt x="2847571" y="4822181"/>
                </a:lnTo>
                <a:lnTo>
                  <a:pt x="1814936" y="3789547"/>
                </a:lnTo>
                <a:lnTo>
                  <a:pt x="2145862" y="3458621"/>
                </a:lnTo>
                <a:lnTo>
                  <a:pt x="2847571" y="4160329"/>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6" name="任意多边形 75"/>
          <p:cNvSpPr>
            <a:spLocks noChangeAspect="1"/>
          </p:cNvSpPr>
          <p:nvPr/>
        </p:nvSpPr>
        <p:spPr>
          <a:xfrm>
            <a:off x="3901093" y="6001876"/>
            <a:ext cx="360000" cy="360000"/>
          </a:xfrm>
          <a:custGeom>
            <a:avLst/>
            <a:gdLst>
              <a:gd name="connsiteX0" fmla="*/ 2825493 w 6209732"/>
              <a:gd name="connsiteY0" fmla="*/ 1484677 h 6209732"/>
              <a:gd name="connsiteX1" fmla="*/ 3384236 w 6209732"/>
              <a:gd name="connsiteY1" fmla="*/ 1484677 h 6209732"/>
              <a:gd name="connsiteX2" fmla="*/ 3384236 w 6209732"/>
              <a:gd name="connsiteY2" fmla="*/ 2825493 h 6209732"/>
              <a:gd name="connsiteX3" fmla="*/ 4846876 w 6209732"/>
              <a:gd name="connsiteY3" fmla="*/ 2825493 h 6209732"/>
              <a:gd name="connsiteX4" fmla="*/ 4846876 w 6209732"/>
              <a:gd name="connsiteY4" fmla="*/ 3384237 h 6209732"/>
              <a:gd name="connsiteX5" fmla="*/ 3384236 w 6209732"/>
              <a:gd name="connsiteY5" fmla="*/ 3384237 h 6209732"/>
              <a:gd name="connsiteX6" fmla="*/ 3384236 w 6209732"/>
              <a:gd name="connsiteY6" fmla="*/ 4725053 h 6209732"/>
              <a:gd name="connsiteX7" fmla="*/ 2825493 w 6209732"/>
              <a:gd name="connsiteY7" fmla="*/ 4725053 h 6209732"/>
              <a:gd name="connsiteX8" fmla="*/ 2825493 w 6209732"/>
              <a:gd name="connsiteY8" fmla="*/ 3384237 h 6209732"/>
              <a:gd name="connsiteX9" fmla="*/ 1362853 w 6209732"/>
              <a:gd name="connsiteY9" fmla="*/ 3384237 h 6209732"/>
              <a:gd name="connsiteX10" fmla="*/ 1362853 w 6209732"/>
              <a:gd name="connsiteY10" fmla="*/ 2825493 h 6209732"/>
              <a:gd name="connsiteX11" fmla="*/ 2825493 w 6209732"/>
              <a:gd name="connsiteY11" fmla="*/ 2825493 h 6209732"/>
              <a:gd name="connsiteX12" fmla="*/ 3104865 w 6209732"/>
              <a:gd name="connsiteY12" fmla="*/ 515036 h 6209732"/>
              <a:gd name="connsiteX13" fmla="*/ 515035 w 6209732"/>
              <a:gd name="connsiteY13" fmla="*/ 3104866 h 6209732"/>
              <a:gd name="connsiteX14" fmla="*/ 3104865 w 6209732"/>
              <a:gd name="connsiteY14" fmla="*/ 5694696 h 6209732"/>
              <a:gd name="connsiteX15" fmla="*/ 5694695 w 6209732"/>
              <a:gd name="connsiteY15" fmla="*/ 3104866 h 6209732"/>
              <a:gd name="connsiteX16" fmla="*/ 3104865 w 6209732"/>
              <a:gd name="connsiteY16" fmla="*/ 515036 h 6209732"/>
              <a:gd name="connsiteX17" fmla="*/ 3104866 w 6209732"/>
              <a:gd name="connsiteY17" fmla="*/ 0 h 6209732"/>
              <a:gd name="connsiteX18" fmla="*/ 6209732 w 6209732"/>
              <a:gd name="connsiteY18" fmla="*/ 3104866 h 6209732"/>
              <a:gd name="connsiteX19" fmla="*/ 3104866 w 6209732"/>
              <a:gd name="connsiteY19" fmla="*/ 6209732 h 6209732"/>
              <a:gd name="connsiteX20" fmla="*/ 0 w 6209732"/>
              <a:gd name="connsiteY20" fmla="*/ 3104866 h 6209732"/>
              <a:gd name="connsiteX21" fmla="*/ 3104866 w 6209732"/>
              <a:gd name="connsiteY21"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209732" h="6209732">
                <a:moveTo>
                  <a:pt x="2825493" y="1484677"/>
                </a:moveTo>
                <a:lnTo>
                  <a:pt x="3384236" y="1484677"/>
                </a:lnTo>
                <a:lnTo>
                  <a:pt x="3384236" y="2825493"/>
                </a:lnTo>
                <a:lnTo>
                  <a:pt x="4846876" y="2825493"/>
                </a:lnTo>
                <a:lnTo>
                  <a:pt x="4846876" y="3384237"/>
                </a:lnTo>
                <a:lnTo>
                  <a:pt x="3384236" y="3384237"/>
                </a:lnTo>
                <a:lnTo>
                  <a:pt x="3384236" y="4725053"/>
                </a:lnTo>
                <a:lnTo>
                  <a:pt x="2825493" y="4725053"/>
                </a:lnTo>
                <a:lnTo>
                  <a:pt x="2825493" y="3384237"/>
                </a:lnTo>
                <a:lnTo>
                  <a:pt x="1362853" y="3384237"/>
                </a:lnTo>
                <a:lnTo>
                  <a:pt x="1362853" y="2825493"/>
                </a:lnTo>
                <a:lnTo>
                  <a:pt x="2825493" y="2825493"/>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7" name="任意多边形 76"/>
          <p:cNvSpPr>
            <a:spLocks noChangeAspect="1"/>
          </p:cNvSpPr>
          <p:nvPr/>
        </p:nvSpPr>
        <p:spPr>
          <a:xfrm>
            <a:off x="4708737" y="6001876"/>
            <a:ext cx="360000" cy="360000"/>
          </a:xfrm>
          <a:custGeom>
            <a:avLst/>
            <a:gdLst>
              <a:gd name="connsiteX0" fmla="*/ 1420562 w 6209732"/>
              <a:gd name="connsiteY0" fmla="*/ 2821962 h 6209732"/>
              <a:gd name="connsiteX1" fmla="*/ 4789168 w 6209732"/>
              <a:gd name="connsiteY1" fmla="*/ 2821962 h 6209732"/>
              <a:gd name="connsiteX2" fmla="*/ 4789168 w 6209732"/>
              <a:gd name="connsiteY2" fmla="*/ 3387767 h 6209732"/>
              <a:gd name="connsiteX3" fmla="*/ 1420562 w 6209732"/>
              <a:gd name="connsiteY3" fmla="*/ 3387767 h 6209732"/>
              <a:gd name="connsiteX4" fmla="*/ 3104865 w 6209732"/>
              <a:gd name="connsiteY4" fmla="*/ 515036 h 6209732"/>
              <a:gd name="connsiteX5" fmla="*/ 515035 w 6209732"/>
              <a:gd name="connsiteY5" fmla="*/ 3104866 h 6209732"/>
              <a:gd name="connsiteX6" fmla="*/ 3104865 w 6209732"/>
              <a:gd name="connsiteY6" fmla="*/ 5694696 h 6209732"/>
              <a:gd name="connsiteX7" fmla="*/ 5694695 w 6209732"/>
              <a:gd name="connsiteY7" fmla="*/ 3104866 h 6209732"/>
              <a:gd name="connsiteX8" fmla="*/ 3104865 w 6209732"/>
              <a:gd name="connsiteY8" fmla="*/ 515036 h 6209732"/>
              <a:gd name="connsiteX9" fmla="*/ 3104866 w 6209732"/>
              <a:gd name="connsiteY9" fmla="*/ 0 h 6209732"/>
              <a:gd name="connsiteX10" fmla="*/ 6209732 w 6209732"/>
              <a:gd name="connsiteY10" fmla="*/ 3104866 h 6209732"/>
              <a:gd name="connsiteX11" fmla="*/ 3104866 w 6209732"/>
              <a:gd name="connsiteY11" fmla="*/ 6209732 h 6209732"/>
              <a:gd name="connsiteX12" fmla="*/ 0 w 6209732"/>
              <a:gd name="connsiteY12" fmla="*/ 3104866 h 6209732"/>
              <a:gd name="connsiteX13" fmla="*/ 3104866 w 6209732"/>
              <a:gd name="connsiteY1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732" h="6209732">
                <a:moveTo>
                  <a:pt x="1420562" y="2821962"/>
                </a:moveTo>
                <a:lnTo>
                  <a:pt x="4789168" y="2821962"/>
                </a:lnTo>
                <a:lnTo>
                  <a:pt x="4789168" y="3387767"/>
                </a:lnTo>
                <a:lnTo>
                  <a:pt x="1420562" y="3387767"/>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8" name="任意多边形 77"/>
          <p:cNvSpPr>
            <a:spLocks noChangeAspect="1"/>
          </p:cNvSpPr>
          <p:nvPr/>
        </p:nvSpPr>
        <p:spPr>
          <a:xfrm>
            <a:off x="5516381" y="6001876"/>
            <a:ext cx="360000" cy="360000"/>
          </a:xfrm>
          <a:custGeom>
            <a:avLst/>
            <a:gdLst>
              <a:gd name="connsiteX0" fmla="*/ 2187882 w 6209732"/>
              <a:gd name="connsiteY0" fmla="*/ 1663028 h 6209732"/>
              <a:gd name="connsiteX1" fmla="*/ 3104865 w 6209732"/>
              <a:gd name="connsiteY1" fmla="*/ 2580010 h 6209732"/>
              <a:gd name="connsiteX2" fmla="*/ 4021848 w 6209732"/>
              <a:gd name="connsiteY2" fmla="*/ 1663028 h 6209732"/>
              <a:gd name="connsiteX3" fmla="*/ 4546703 w 6209732"/>
              <a:gd name="connsiteY3" fmla="*/ 2187883 h 6209732"/>
              <a:gd name="connsiteX4" fmla="*/ 3629720 w 6209732"/>
              <a:gd name="connsiteY4" fmla="*/ 3104865 h 6209732"/>
              <a:gd name="connsiteX5" fmla="*/ 4546703 w 6209732"/>
              <a:gd name="connsiteY5" fmla="*/ 4021847 h 6209732"/>
              <a:gd name="connsiteX6" fmla="*/ 4021848 w 6209732"/>
              <a:gd name="connsiteY6" fmla="*/ 4546702 h 6209732"/>
              <a:gd name="connsiteX7" fmla="*/ 3104865 w 6209732"/>
              <a:gd name="connsiteY7" fmla="*/ 3629720 h 6209732"/>
              <a:gd name="connsiteX8" fmla="*/ 2187882 w 6209732"/>
              <a:gd name="connsiteY8" fmla="*/ 4546702 h 6209732"/>
              <a:gd name="connsiteX9" fmla="*/ 1663027 w 6209732"/>
              <a:gd name="connsiteY9" fmla="*/ 4021847 h 6209732"/>
              <a:gd name="connsiteX10" fmla="*/ 2580010 w 6209732"/>
              <a:gd name="connsiteY10" fmla="*/ 3104865 h 6209732"/>
              <a:gd name="connsiteX11" fmla="*/ 1663027 w 6209732"/>
              <a:gd name="connsiteY11" fmla="*/ 2187883 h 6209732"/>
              <a:gd name="connsiteX12" fmla="*/ 3104865 w 6209732"/>
              <a:gd name="connsiteY12" fmla="*/ 515036 h 6209732"/>
              <a:gd name="connsiteX13" fmla="*/ 515035 w 6209732"/>
              <a:gd name="connsiteY13" fmla="*/ 3104866 h 6209732"/>
              <a:gd name="connsiteX14" fmla="*/ 3104865 w 6209732"/>
              <a:gd name="connsiteY14" fmla="*/ 5694696 h 6209732"/>
              <a:gd name="connsiteX15" fmla="*/ 5694695 w 6209732"/>
              <a:gd name="connsiteY15" fmla="*/ 3104866 h 6209732"/>
              <a:gd name="connsiteX16" fmla="*/ 3104865 w 6209732"/>
              <a:gd name="connsiteY16" fmla="*/ 515036 h 6209732"/>
              <a:gd name="connsiteX17" fmla="*/ 3104866 w 6209732"/>
              <a:gd name="connsiteY17" fmla="*/ 0 h 6209732"/>
              <a:gd name="connsiteX18" fmla="*/ 6209732 w 6209732"/>
              <a:gd name="connsiteY18" fmla="*/ 3104866 h 6209732"/>
              <a:gd name="connsiteX19" fmla="*/ 3104866 w 6209732"/>
              <a:gd name="connsiteY19" fmla="*/ 6209732 h 6209732"/>
              <a:gd name="connsiteX20" fmla="*/ 0 w 6209732"/>
              <a:gd name="connsiteY20" fmla="*/ 3104866 h 6209732"/>
              <a:gd name="connsiteX21" fmla="*/ 3104866 w 6209732"/>
              <a:gd name="connsiteY21"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209732" h="6209732">
                <a:moveTo>
                  <a:pt x="2187882" y="1663028"/>
                </a:moveTo>
                <a:lnTo>
                  <a:pt x="3104865" y="2580010"/>
                </a:lnTo>
                <a:lnTo>
                  <a:pt x="4021848" y="1663028"/>
                </a:lnTo>
                <a:lnTo>
                  <a:pt x="4546703" y="2187883"/>
                </a:lnTo>
                <a:lnTo>
                  <a:pt x="3629720" y="3104865"/>
                </a:lnTo>
                <a:lnTo>
                  <a:pt x="4546703" y="4021847"/>
                </a:lnTo>
                <a:lnTo>
                  <a:pt x="4021848" y="4546702"/>
                </a:lnTo>
                <a:lnTo>
                  <a:pt x="3104865" y="3629720"/>
                </a:lnTo>
                <a:lnTo>
                  <a:pt x="2187882" y="4546702"/>
                </a:lnTo>
                <a:lnTo>
                  <a:pt x="1663027" y="4021847"/>
                </a:lnTo>
                <a:lnTo>
                  <a:pt x="2580010" y="3104865"/>
                </a:lnTo>
                <a:lnTo>
                  <a:pt x="1663027" y="2187883"/>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9" name="任意多边形 78"/>
          <p:cNvSpPr>
            <a:spLocks noChangeAspect="1"/>
          </p:cNvSpPr>
          <p:nvPr/>
        </p:nvSpPr>
        <p:spPr>
          <a:xfrm>
            <a:off x="6324025" y="6001876"/>
            <a:ext cx="360000" cy="360000"/>
          </a:xfrm>
          <a:custGeom>
            <a:avLst/>
            <a:gdLst>
              <a:gd name="connsiteX0" fmla="*/ 3104865 w 6209732"/>
              <a:gd name="connsiteY0" fmla="*/ 3668079 h 6209732"/>
              <a:gd name="connsiteX1" fmla="*/ 3522520 w 6209732"/>
              <a:gd name="connsiteY1" fmla="*/ 4085734 h 6209732"/>
              <a:gd name="connsiteX2" fmla="*/ 3104865 w 6209732"/>
              <a:gd name="connsiteY2" fmla="*/ 4503389 h 6209732"/>
              <a:gd name="connsiteX3" fmla="*/ 2687210 w 6209732"/>
              <a:gd name="connsiteY3" fmla="*/ 4085734 h 6209732"/>
              <a:gd name="connsiteX4" fmla="*/ 3104865 w 6209732"/>
              <a:gd name="connsiteY4" fmla="*/ 3668079 h 6209732"/>
              <a:gd name="connsiteX5" fmla="*/ 1404206 w 6209732"/>
              <a:gd name="connsiteY5" fmla="*/ 2813793 h 6209732"/>
              <a:gd name="connsiteX6" fmla="*/ 4805523 w 6209732"/>
              <a:gd name="connsiteY6" fmla="*/ 2813793 h 6209732"/>
              <a:gd name="connsiteX7" fmla="*/ 4805523 w 6209732"/>
              <a:gd name="connsiteY7" fmla="*/ 3395936 h 6209732"/>
              <a:gd name="connsiteX8" fmla="*/ 1404206 w 6209732"/>
              <a:gd name="connsiteY8" fmla="*/ 3395936 h 6209732"/>
              <a:gd name="connsiteX9" fmla="*/ 3104865 w 6209732"/>
              <a:gd name="connsiteY9" fmla="*/ 1706340 h 6209732"/>
              <a:gd name="connsiteX10" fmla="*/ 3522520 w 6209732"/>
              <a:gd name="connsiteY10" fmla="*/ 2123995 h 6209732"/>
              <a:gd name="connsiteX11" fmla="*/ 3104865 w 6209732"/>
              <a:gd name="connsiteY11" fmla="*/ 2541650 h 6209732"/>
              <a:gd name="connsiteX12" fmla="*/ 2687210 w 6209732"/>
              <a:gd name="connsiteY12" fmla="*/ 2123995 h 6209732"/>
              <a:gd name="connsiteX13" fmla="*/ 3104865 w 6209732"/>
              <a:gd name="connsiteY13" fmla="*/ 1706340 h 6209732"/>
              <a:gd name="connsiteX14" fmla="*/ 3104865 w 6209732"/>
              <a:gd name="connsiteY14" fmla="*/ 515036 h 6209732"/>
              <a:gd name="connsiteX15" fmla="*/ 515035 w 6209732"/>
              <a:gd name="connsiteY15" fmla="*/ 3104866 h 6209732"/>
              <a:gd name="connsiteX16" fmla="*/ 3104865 w 6209732"/>
              <a:gd name="connsiteY16" fmla="*/ 5694696 h 6209732"/>
              <a:gd name="connsiteX17" fmla="*/ 5694695 w 6209732"/>
              <a:gd name="connsiteY17" fmla="*/ 3104866 h 6209732"/>
              <a:gd name="connsiteX18" fmla="*/ 3104865 w 6209732"/>
              <a:gd name="connsiteY18" fmla="*/ 515036 h 6209732"/>
              <a:gd name="connsiteX19" fmla="*/ 3104866 w 6209732"/>
              <a:gd name="connsiteY19" fmla="*/ 0 h 6209732"/>
              <a:gd name="connsiteX20" fmla="*/ 6209732 w 6209732"/>
              <a:gd name="connsiteY20" fmla="*/ 3104866 h 6209732"/>
              <a:gd name="connsiteX21" fmla="*/ 3104866 w 6209732"/>
              <a:gd name="connsiteY21" fmla="*/ 6209732 h 6209732"/>
              <a:gd name="connsiteX22" fmla="*/ 0 w 6209732"/>
              <a:gd name="connsiteY22" fmla="*/ 3104866 h 6209732"/>
              <a:gd name="connsiteX23" fmla="*/ 3104866 w 6209732"/>
              <a:gd name="connsiteY2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209732" h="6209732">
                <a:moveTo>
                  <a:pt x="3104865" y="3668079"/>
                </a:moveTo>
                <a:cubicBezTo>
                  <a:pt x="3335529" y="3668079"/>
                  <a:pt x="3522520" y="3855070"/>
                  <a:pt x="3522520" y="4085734"/>
                </a:cubicBezTo>
                <a:cubicBezTo>
                  <a:pt x="3522520" y="4316398"/>
                  <a:pt x="3335529" y="4503389"/>
                  <a:pt x="3104865" y="4503389"/>
                </a:cubicBezTo>
                <a:cubicBezTo>
                  <a:pt x="2874201" y="4503389"/>
                  <a:pt x="2687210" y="4316398"/>
                  <a:pt x="2687210" y="4085734"/>
                </a:cubicBezTo>
                <a:cubicBezTo>
                  <a:pt x="2687210" y="3855070"/>
                  <a:pt x="2874201" y="3668079"/>
                  <a:pt x="3104865" y="3668079"/>
                </a:cubicBezTo>
                <a:close/>
                <a:moveTo>
                  <a:pt x="1404206" y="2813793"/>
                </a:moveTo>
                <a:lnTo>
                  <a:pt x="4805523" y="2813793"/>
                </a:lnTo>
                <a:lnTo>
                  <a:pt x="4805523" y="3395936"/>
                </a:lnTo>
                <a:lnTo>
                  <a:pt x="1404206" y="3395936"/>
                </a:lnTo>
                <a:close/>
                <a:moveTo>
                  <a:pt x="3104865" y="1706340"/>
                </a:moveTo>
                <a:cubicBezTo>
                  <a:pt x="3335529" y="1706340"/>
                  <a:pt x="3522520" y="1893331"/>
                  <a:pt x="3522520" y="2123995"/>
                </a:cubicBezTo>
                <a:cubicBezTo>
                  <a:pt x="3522520" y="2354659"/>
                  <a:pt x="3335529" y="2541650"/>
                  <a:pt x="3104865" y="2541650"/>
                </a:cubicBezTo>
                <a:cubicBezTo>
                  <a:pt x="2874201" y="2541650"/>
                  <a:pt x="2687210" y="2354659"/>
                  <a:pt x="2687210" y="2123995"/>
                </a:cubicBezTo>
                <a:cubicBezTo>
                  <a:pt x="2687210" y="1893331"/>
                  <a:pt x="2874201" y="1706340"/>
                  <a:pt x="3104865" y="1706340"/>
                </a:cubicBez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任意多边形 79"/>
          <p:cNvSpPr>
            <a:spLocks noChangeAspect="1"/>
          </p:cNvSpPr>
          <p:nvPr/>
        </p:nvSpPr>
        <p:spPr>
          <a:xfrm>
            <a:off x="7131670" y="6001876"/>
            <a:ext cx="360000" cy="360000"/>
          </a:xfrm>
          <a:custGeom>
            <a:avLst/>
            <a:gdLst>
              <a:gd name="connsiteX0" fmla="*/ 1481744 w 6209732"/>
              <a:gd name="connsiteY0" fmla="*/ 3243004 h 6209732"/>
              <a:gd name="connsiteX1" fmla="*/ 4727985 w 6209732"/>
              <a:gd name="connsiteY1" fmla="*/ 3243004 h 6209732"/>
              <a:gd name="connsiteX2" fmla="*/ 4727985 w 6209732"/>
              <a:gd name="connsiteY2" fmla="*/ 3795560 h 6209732"/>
              <a:gd name="connsiteX3" fmla="*/ 1481744 w 6209732"/>
              <a:gd name="connsiteY3" fmla="*/ 3795560 h 6209732"/>
              <a:gd name="connsiteX4" fmla="*/ 1481744 w 6209732"/>
              <a:gd name="connsiteY4" fmla="*/ 2414169 h 6209732"/>
              <a:gd name="connsiteX5" fmla="*/ 4727985 w 6209732"/>
              <a:gd name="connsiteY5" fmla="*/ 2414169 h 6209732"/>
              <a:gd name="connsiteX6" fmla="*/ 4727985 w 6209732"/>
              <a:gd name="connsiteY6" fmla="*/ 2966725 h 6209732"/>
              <a:gd name="connsiteX7" fmla="*/ 1481744 w 6209732"/>
              <a:gd name="connsiteY7" fmla="*/ 2966725 h 6209732"/>
              <a:gd name="connsiteX8" fmla="*/ 3104865 w 6209732"/>
              <a:gd name="connsiteY8" fmla="*/ 515036 h 6209732"/>
              <a:gd name="connsiteX9" fmla="*/ 515035 w 6209732"/>
              <a:gd name="connsiteY9" fmla="*/ 3104866 h 6209732"/>
              <a:gd name="connsiteX10" fmla="*/ 3104865 w 6209732"/>
              <a:gd name="connsiteY10" fmla="*/ 5694696 h 6209732"/>
              <a:gd name="connsiteX11" fmla="*/ 5694695 w 6209732"/>
              <a:gd name="connsiteY11" fmla="*/ 3104866 h 6209732"/>
              <a:gd name="connsiteX12" fmla="*/ 3104865 w 6209732"/>
              <a:gd name="connsiteY12" fmla="*/ 515036 h 6209732"/>
              <a:gd name="connsiteX13" fmla="*/ 3104866 w 6209732"/>
              <a:gd name="connsiteY13" fmla="*/ 0 h 6209732"/>
              <a:gd name="connsiteX14" fmla="*/ 6209732 w 6209732"/>
              <a:gd name="connsiteY14" fmla="*/ 3104866 h 6209732"/>
              <a:gd name="connsiteX15" fmla="*/ 3104866 w 6209732"/>
              <a:gd name="connsiteY15" fmla="*/ 6209732 h 6209732"/>
              <a:gd name="connsiteX16" fmla="*/ 0 w 6209732"/>
              <a:gd name="connsiteY16" fmla="*/ 3104866 h 6209732"/>
              <a:gd name="connsiteX17" fmla="*/ 3104866 w 6209732"/>
              <a:gd name="connsiteY17"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209732" h="6209732">
                <a:moveTo>
                  <a:pt x="1481744" y="3243004"/>
                </a:moveTo>
                <a:lnTo>
                  <a:pt x="4727985" y="3243004"/>
                </a:lnTo>
                <a:lnTo>
                  <a:pt x="4727985" y="3795560"/>
                </a:lnTo>
                <a:lnTo>
                  <a:pt x="1481744" y="3795560"/>
                </a:lnTo>
                <a:close/>
                <a:moveTo>
                  <a:pt x="1481744" y="2414169"/>
                </a:moveTo>
                <a:lnTo>
                  <a:pt x="4727985" y="2414169"/>
                </a:lnTo>
                <a:lnTo>
                  <a:pt x="4727985" y="2966725"/>
                </a:lnTo>
                <a:lnTo>
                  <a:pt x="1481744" y="2966725"/>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1" name="任意多边形 80"/>
          <p:cNvSpPr>
            <a:spLocks noChangeAspect="1"/>
          </p:cNvSpPr>
          <p:nvPr/>
        </p:nvSpPr>
        <p:spPr>
          <a:xfrm>
            <a:off x="7939314" y="6001876"/>
            <a:ext cx="360000" cy="360000"/>
          </a:xfrm>
          <a:custGeom>
            <a:avLst/>
            <a:gdLst>
              <a:gd name="connsiteX0" fmla="*/ 3955961 w 6209732"/>
              <a:gd name="connsiteY0" fmla="*/ 3597604 h 6209732"/>
              <a:gd name="connsiteX1" fmla="*/ 3649989 w 6209732"/>
              <a:gd name="connsiteY1" fmla="*/ 3903576 h 6209732"/>
              <a:gd name="connsiteX2" fmla="*/ 3955961 w 6209732"/>
              <a:gd name="connsiteY2" fmla="*/ 4209548 h 6209732"/>
              <a:gd name="connsiteX3" fmla="*/ 4261933 w 6209732"/>
              <a:gd name="connsiteY3" fmla="*/ 3903576 h 6209732"/>
              <a:gd name="connsiteX4" fmla="*/ 3955961 w 6209732"/>
              <a:gd name="connsiteY4" fmla="*/ 3597604 h 6209732"/>
              <a:gd name="connsiteX5" fmla="*/ 3955962 w 6209732"/>
              <a:gd name="connsiteY5" fmla="*/ 3291631 h 6209732"/>
              <a:gd name="connsiteX6" fmla="*/ 4567907 w 6209732"/>
              <a:gd name="connsiteY6" fmla="*/ 3903576 h 6209732"/>
              <a:gd name="connsiteX7" fmla="*/ 3955962 w 6209732"/>
              <a:gd name="connsiteY7" fmla="*/ 4515521 h 6209732"/>
              <a:gd name="connsiteX8" fmla="*/ 3344017 w 6209732"/>
              <a:gd name="connsiteY8" fmla="*/ 3903576 h 6209732"/>
              <a:gd name="connsiteX9" fmla="*/ 3955962 w 6209732"/>
              <a:gd name="connsiteY9" fmla="*/ 3291631 h 6209732"/>
              <a:gd name="connsiteX10" fmla="*/ 2253770 w 6209732"/>
              <a:gd name="connsiteY10" fmla="*/ 2050158 h 6209732"/>
              <a:gd name="connsiteX11" fmla="*/ 1947798 w 6209732"/>
              <a:gd name="connsiteY11" fmla="*/ 2356130 h 6209732"/>
              <a:gd name="connsiteX12" fmla="*/ 2253770 w 6209732"/>
              <a:gd name="connsiteY12" fmla="*/ 2662102 h 6209732"/>
              <a:gd name="connsiteX13" fmla="*/ 2559742 w 6209732"/>
              <a:gd name="connsiteY13" fmla="*/ 2356130 h 6209732"/>
              <a:gd name="connsiteX14" fmla="*/ 2253770 w 6209732"/>
              <a:gd name="connsiteY14" fmla="*/ 2050158 h 6209732"/>
              <a:gd name="connsiteX15" fmla="*/ 2253771 w 6209732"/>
              <a:gd name="connsiteY15" fmla="*/ 1744185 h 6209732"/>
              <a:gd name="connsiteX16" fmla="*/ 2865716 w 6209732"/>
              <a:gd name="connsiteY16" fmla="*/ 2356130 h 6209732"/>
              <a:gd name="connsiteX17" fmla="*/ 2253771 w 6209732"/>
              <a:gd name="connsiteY17" fmla="*/ 2968075 h 6209732"/>
              <a:gd name="connsiteX18" fmla="*/ 1641826 w 6209732"/>
              <a:gd name="connsiteY18" fmla="*/ 2356130 h 6209732"/>
              <a:gd name="connsiteX19" fmla="*/ 2253771 w 6209732"/>
              <a:gd name="connsiteY19" fmla="*/ 1744185 h 6209732"/>
              <a:gd name="connsiteX20" fmla="*/ 4024767 w 6209732"/>
              <a:gd name="connsiteY20" fmla="*/ 1423776 h 6209732"/>
              <a:gd name="connsiteX21" fmla="*/ 4567906 w 6209732"/>
              <a:gd name="connsiteY21" fmla="*/ 1423776 h 6209732"/>
              <a:gd name="connsiteX22" fmla="*/ 2184965 w 6209732"/>
              <a:gd name="connsiteY22" fmla="*/ 4785955 h 6209732"/>
              <a:gd name="connsiteX23" fmla="*/ 1641826 w 6209732"/>
              <a:gd name="connsiteY23" fmla="*/ 4785955 h 6209732"/>
              <a:gd name="connsiteX24" fmla="*/ 3104865 w 6209732"/>
              <a:gd name="connsiteY24" fmla="*/ 515036 h 6209732"/>
              <a:gd name="connsiteX25" fmla="*/ 515035 w 6209732"/>
              <a:gd name="connsiteY25" fmla="*/ 3104866 h 6209732"/>
              <a:gd name="connsiteX26" fmla="*/ 3104865 w 6209732"/>
              <a:gd name="connsiteY26" fmla="*/ 5694696 h 6209732"/>
              <a:gd name="connsiteX27" fmla="*/ 5694695 w 6209732"/>
              <a:gd name="connsiteY27" fmla="*/ 3104866 h 6209732"/>
              <a:gd name="connsiteX28" fmla="*/ 3104865 w 6209732"/>
              <a:gd name="connsiteY28" fmla="*/ 515036 h 6209732"/>
              <a:gd name="connsiteX29" fmla="*/ 3104866 w 6209732"/>
              <a:gd name="connsiteY29" fmla="*/ 0 h 6209732"/>
              <a:gd name="connsiteX30" fmla="*/ 6209732 w 6209732"/>
              <a:gd name="connsiteY30" fmla="*/ 3104866 h 6209732"/>
              <a:gd name="connsiteX31" fmla="*/ 3104866 w 6209732"/>
              <a:gd name="connsiteY31" fmla="*/ 6209732 h 6209732"/>
              <a:gd name="connsiteX32" fmla="*/ 0 w 6209732"/>
              <a:gd name="connsiteY32" fmla="*/ 3104866 h 6209732"/>
              <a:gd name="connsiteX33" fmla="*/ 3104866 w 6209732"/>
              <a:gd name="connsiteY3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209732" h="6209732">
                <a:moveTo>
                  <a:pt x="3955961" y="3597604"/>
                </a:moveTo>
                <a:cubicBezTo>
                  <a:pt x="3786977" y="3597604"/>
                  <a:pt x="3649989" y="3734592"/>
                  <a:pt x="3649989" y="3903576"/>
                </a:cubicBezTo>
                <a:cubicBezTo>
                  <a:pt x="3649989" y="4072560"/>
                  <a:pt x="3786977" y="4209548"/>
                  <a:pt x="3955961" y="4209548"/>
                </a:cubicBezTo>
                <a:cubicBezTo>
                  <a:pt x="4124945" y="4209548"/>
                  <a:pt x="4261933" y="4072560"/>
                  <a:pt x="4261933" y="3903576"/>
                </a:cubicBezTo>
                <a:cubicBezTo>
                  <a:pt x="4261933" y="3734592"/>
                  <a:pt x="4124945" y="3597604"/>
                  <a:pt x="3955961" y="3597604"/>
                </a:cubicBezTo>
                <a:close/>
                <a:moveTo>
                  <a:pt x="3955962" y="3291631"/>
                </a:moveTo>
                <a:cubicBezTo>
                  <a:pt x="4293930" y="3291631"/>
                  <a:pt x="4567907" y="3565608"/>
                  <a:pt x="4567907" y="3903576"/>
                </a:cubicBezTo>
                <a:cubicBezTo>
                  <a:pt x="4567907" y="4241544"/>
                  <a:pt x="4293930" y="4515521"/>
                  <a:pt x="3955962" y="4515521"/>
                </a:cubicBezTo>
                <a:cubicBezTo>
                  <a:pt x="3617994" y="4515521"/>
                  <a:pt x="3344017" y="4241544"/>
                  <a:pt x="3344017" y="3903576"/>
                </a:cubicBezTo>
                <a:cubicBezTo>
                  <a:pt x="3344017" y="3565608"/>
                  <a:pt x="3617994" y="3291631"/>
                  <a:pt x="3955962" y="3291631"/>
                </a:cubicBezTo>
                <a:close/>
                <a:moveTo>
                  <a:pt x="2253770" y="2050158"/>
                </a:moveTo>
                <a:cubicBezTo>
                  <a:pt x="2084786" y="2050158"/>
                  <a:pt x="1947798" y="2187146"/>
                  <a:pt x="1947798" y="2356130"/>
                </a:cubicBezTo>
                <a:cubicBezTo>
                  <a:pt x="1947798" y="2525114"/>
                  <a:pt x="2084786" y="2662102"/>
                  <a:pt x="2253770" y="2662102"/>
                </a:cubicBezTo>
                <a:cubicBezTo>
                  <a:pt x="2422754" y="2662102"/>
                  <a:pt x="2559742" y="2525114"/>
                  <a:pt x="2559742" y="2356130"/>
                </a:cubicBezTo>
                <a:cubicBezTo>
                  <a:pt x="2559742" y="2187146"/>
                  <a:pt x="2422754" y="2050158"/>
                  <a:pt x="2253770" y="2050158"/>
                </a:cubicBezTo>
                <a:close/>
                <a:moveTo>
                  <a:pt x="2253771" y="1744185"/>
                </a:moveTo>
                <a:cubicBezTo>
                  <a:pt x="2591739" y="1744185"/>
                  <a:pt x="2865716" y="2018162"/>
                  <a:pt x="2865716" y="2356130"/>
                </a:cubicBezTo>
                <a:cubicBezTo>
                  <a:pt x="2865716" y="2694098"/>
                  <a:pt x="2591739" y="2968075"/>
                  <a:pt x="2253771" y="2968075"/>
                </a:cubicBezTo>
                <a:cubicBezTo>
                  <a:pt x="1915803" y="2968075"/>
                  <a:pt x="1641826" y="2694098"/>
                  <a:pt x="1641826" y="2356130"/>
                </a:cubicBezTo>
                <a:cubicBezTo>
                  <a:pt x="1641826" y="2018162"/>
                  <a:pt x="1915803" y="1744185"/>
                  <a:pt x="2253771" y="1744185"/>
                </a:cubicBezTo>
                <a:close/>
                <a:moveTo>
                  <a:pt x="4024767" y="1423776"/>
                </a:moveTo>
                <a:lnTo>
                  <a:pt x="4567906" y="1423776"/>
                </a:lnTo>
                <a:lnTo>
                  <a:pt x="2184965" y="4785955"/>
                </a:lnTo>
                <a:lnTo>
                  <a:pt x="1641826" y="4785955"/>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2" name="任意多边形 81"/>
          <p:cNvSpPr>
            <a:spLocks noChangeAspect="1"/>
          </p:cNvSpPr>
          <p:nvPr/>
        </p:nvSpPr>
        <p:spPr>
          <a:xfrm>
            <a:off x="8778674" y="496122"/>
            <a:ext cx="310084" cy="360000"/>
          </a:xfrm>
          <a:custGeom>
            <a:avLst/>
            <a:gdLst>
              <a:gd name="connsiteX0" fmla="*/ 4483770 w 5062928"/>
              <a:gd name="connsiteY0" fmla="*/ 0 h 5877928"/>
              <a:gd name="connsiteX1" fmla="*/ 4976294 w 5062928"/>
              <a:gd name="connsiteY1" fmla="*/ 0 h 5877928"/>
              <a:gd name="connsiteX2" fmla="*/ 5056976 w 5062928"/>
              <a:gd name="connsiteY2" fmla="*/ 0 h 5877928"/>
              <a:gd name="connsiteX3" fmla="*/ 5056976 w 5062928"/>
              <a:gd name="connsiteY3" fmla="*/ 1721223 h 5877928"/>
              <a:gd name="connsiteX4" fmla="*/ 5056976 w 5062928"/>
              <a:gd name="connsiteY4" fmla="*/ 4299972 h 5877928"/>
              <a:gd name="connsiteX5" fmla="*/ 5062436 w 5062928"/>
              <a:gd name="connsiteY5" fmla="*/ 4353613 h 5877928"/>
              <a:gd name="connsiteX6" fmla="*/ 5060522 w 5062928"/>
              <a:gd name="connsiteY6" fmla="*/ 4435656 h 5877928"/>
              <a:gd name="connsiteX7" fmla="*/ 5056976 w 5062928"/>
              <a:gd name="connsiteY7" fmla="*/ 4459915 h 5877928"/>
              <a:gd name="connsiteX8" fmla="*/ 5056976 w 5062928"/>
              <a:gd name="connsiteY8" fmla="*/ 4503922 h 5877928"/>
              <a:gd name="connsiteX9" fmla="*/ 5050543 w 5062928"/>
              <a:gd name="connsiteY9" fmla="*/ 4503922 h 5877928"/>
              <a:gd name="connsiteX10" fmla="*/ 5048706 w 5062928"/>
              <a:gd name="connsiteY10" fmla="*/ 4516494 h 5877928"/>
              <a:gd name="connsiteX11" fmla="*/ 4191206 w 5062928"/>
              <a:gd name="connsiteY11" fmla="*/ 5236815 h 5877928"/>
              <a:gd name="connsiteX12" fmla="*/ 3063094 w 5062928"/>
              <a:gd name="connsiteY12" fmla="*/ 4600512 h 5877928"/>
              <a:gd name="connsiteX13" fmla="*/ 3925899 w 5062928"/>
              <a:gd name="connsiteY13" fmla="*/ 3634547 h 5877928"/>
              <a:gd name="connsiteX14" fmla="*/ 4323801 w 5062928"/>
              <a:gd name="connsiteY14" fmla="*/ 3633345 h 5877928"/>
              <a:gd name="connsiteX15" fmla="*/ 4483770 w 5062928"/>
              <a:gd name="connsiteY15" fmla="*/ 3673809 h 5877928"/>
              <a:gd name="connsiteX16" fmla="*/ 4483770 w 5062928"/>
              <a:gd name="connsiteY16" fmla="*/ 1735921 h 5877928"/>
              <a:gd name="connsiteX17" fmla="*/ 4427654 w 5062928"/>
              <a:gd name="connsiteY17" fmla="*/ 1737360 h 5877928"/>
              <a:gd name="connsiteX18" fmla="*/ 4121061 w 5062928"/>
              <a:gd name="connsiteY18" fmla="*/ 1764254 h 5877928"/>
              <a:gd name="connsiteX19" fmla="*/ 3776816 w 5062928"/>
              <a:gd name="connsiteY19" fmla="*/ 1801906 h 5877928"/>
              <a:gd name="connsiteX20" fmla="*/ 3454087 w 5062928"/>
              <a:gd name="connsiteY20" fmla="*/ 1844936 h 5877928"/>
              <a:gd name="connsiteX21" fmla="*/ 3109842 w 5062928"/>
              <a:gd name="connsiteY21" fmla="*/ 1893346 h 5877928"/>
              <a:gd name="connsiteX22" fmla="*/ 2727946 w 5062928"/>
              <a:gd name="connsiteY22" fmla="*/ 1974028 h 5877928"/>
              <a:gd name="connsiteX23" fmla="*/ 2448247 w 5062928"/>
              <a:gd name="connsiteY23" fmla="*/ 2043953 h 5877928"/>
              <a:gd name="connsiteX24" fmla="*/ 2120139 w 5062928"/>
              <a:gd name="connsiteY24" fmla="*/ 2156908 h 5877928"/>
              <a:gd name="connsiteX25" fmla="*/ 1999476 w 5062928"/>
              <a:gd name="connsiteY25" fmla="*/ 2198278 h 5877928"/>
              <a:gd name="connsiteX26" fmla="*/ 1999476 w 5062928"/>
              <a:gd name="connsiteY26" fmla="*/ 4893475 h 5877928"/>
              <a:gd name="connsiteX27" fmla="*/ 1999833 w 5062928"/>
              <a:gd name="connsiteY27" fmla="*/ 4895021 h 5877928"/>
              <a:gd name="connsiteX28" fmla="*/ 2006343 w 5062928"/>
              <a:gd name="connsiteY28" fmla="*/ 5059826 h 5877928"/>
              <a:gd name="connsiteX29" fmla="*/ 1999476 w 5062928"/>
              <a:gd name="connsiteY29" fmla="*/ 5106801 h 5877928"/>
              <a:gd name="connsiteX30" fmla="*/ 1999476 w 5062928"/>
              <a:gd name="connsiteY30" fmla="*/ 5145366 h 5877928"/>
              <a:gd name="connsiteX31" fmla="*/ 1993261 w 5062928"/>
              <a:gd name="connsiteY31" fmla="*/ 5145366 h 5877928"/>
              <a:gd name="connsiteX32" fmla="*/ 1973239 w 5062928"/>
              <a:gd name="connsiteY32" fmla="*/ 5219811 h 5877928"/>
              <a:gd name="connsiteX33" fmla="*/ 1137028 w 5062928"/>
              <a:gd name="connsiteY33" fmla="*/ 5860985 h 5877928"/>
              <a:gd name="connsiteX34" fmla="*/ 8915 w 5062928"/>
              <a:gd name="connsiteY34" fmla="*/ 5224682 h 5877928"/>
              <a:gd name="connsiteX35" fmla="*/ 871720 w 5062928"/>
              <a:gd name="connsiteY35" fmla="*/ 4258718 h 5877928"/>
              <a:gd name="connsiteX36" fmla="*/ 1269622 w 5062928"/>
              <a:gd name="connsiteY36" fmla="*/ 4257515 h 5877928"/>
              <a:gd name="connsiteX37" fmla="*/ 1426270 w 5062928"/>
              <a:gd name="connsiteY37" fmla="*/ 4297139 h 5877928"/>
              <a:gd name="connsiteX38" fmla="*/ 1426270 w 5062928"/>
              <a:gd name="connsiteY38" fmla="*/ 2350546 h 5877928"/>
              <a:gd name="connsiteX39" fmla="*/ 1426270 w 5062928"/>
              <a:gd name="connsiteY39" fmla="*/ 668901 h 5877928"/>
              <a:gd name="connsiteX40" fmla="*/ 1442337 w 5062928"/>
              <a:gd name="connsiteY40" fmla="*/ 668901 h 5877928"/>
              <a:gd name="connsiteX41" fmla="*/ 1442407 w 5062928"/>
              <a:gd name="connsiteY41" fmla="*/ 661595 h 5877928"/>
              <a:gd name="connsiteX42" fmla="*/ 1689833 w 5062928"/>
              <a:gd name="connsiteY42" fmla="*/ 564776 h 5877928"/>
              <a:gd name="connsiteX43" fmla="*/ 1856576 w 5062928"/>
              <a:gd name="connsiteY43" fmla="*/ 510988 h 5877928"/>
              <a:gd name="connsiteX44" fmla="*/ 2098623 w 5062928"/>
              <a:gd name="connsiteY44" fmla="*/ 430306 h 5877928"/>
              <a:gd name="connsiteX45" fmla="*/ 2394459 w 5062928"/>
              <a:gd name="connsiteY45" fmla="*/ 344244 h 5877928"/>
              <a:gd name="connsiteX46" fmla="*/ 2722567 w 5062928"/>
              <a:gd name="connsiteY46" fmla="*/ 263562 h 5877928"/>
              <a:gd name="connsiteX47" fmla="*/ 3018402 w 5062928"/>
              <a:gd name="connsiteY47" fmla="*/ 188258 h 5877928"/>
              <a:gd name="connsiteX48" fmla="*/ 3346510 w 5062928"/>
              <a:gd name="connsiteY48" fmla="*/ 123713 h 5877928"/>
              <a:gd name="connsiteX49" fmla="*/ 3642346 w 5062928"/>
              <a:gd name="connsiteY49" fmla="*/ 86061 h 5877928"/>
              <a:gd name="connsiteX50" fmla="*/ 4088788 w 5062928"/>
              <a:gd name="connsiteY50" fmla="*/ 37651 h 5877928"/>
              <a:gd name="connsiteX51" fmla="*/ 4379244 w 5062928"/>
              <a:gd name="connsiteY51" fmla="*/ 16136 h 5877928"/>
              <a:gd name="connsiteX52" fmla="*/ 4483770 w 5062928"/>
              <a:gd name="connsiteY52" fmla="*/ 12037 h 5877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062928" h="5877928">
                <a:moveTo>
                  <a:pt x="4483770" y="0"/>
                </a:moveTo>
                <a:lnTo>
                  <a:pt x="4976294" y="0"/>
                </a:lnTo>
                <a:lnTo>
                  <a:pt x="5056976" y="0"/>
                </a:lnTo>
                <a:lnTo>
                  <a:pt x="5056976" y="1721223"/>
                </a:lnTo>
                <a:lnTo>
                  <a:pt x="5056976" y="4299972"/>
                </a:lnTo>
                <a:lnTo>
                  <a:pt x="5062436" y="4353613"/>
                </a:lnTo>
                <a:cubicBezTo>
                  <a:pt x="5063497" y="4381107"/>
                  <a:pt x="5062835" y="4408482"/>
                  <a:pt x="5060522" y="4435656"/>
                </a:cubicBezTo>
                <a:lnTo>
                  <a:pt x="5056976" y="4459915"/>
                </a:lnTo>
                <a:lnTo>
                  <a:pt x="5056976" y="4503922"/>
                </a:lnTo>
                <a:lnTo>
                  <a:pt x="5050543" y="4503922"/>
                </a:lnTo>
                <a:lnTo>
                  <a:pt x="5048706" y="4516494"/>
                </a:lnTo>
                <a:cubicBezTo>
                  <a:pt x="4976668" y="4863479"/>
                  <a:pt x="4637900" y="5162850"/>
                  <a:pt x="4191206" y="5236815"/>
                </a:cubicBezTo>
                <a:cubicBezTo>
                  <a:pt x="3641430" y="5327848"/>
                  <a:pt x="3136357" y="5042965"/>
                  <a:pt x="3063094" y="4600512"/>
                </a:cubicBezTo>
                <a:cubicBezTo>
                  <a:pt x="2989832" y="4158058"/>
                  <a:pt x="3376123" y="3725581"/>
                  <a:pt x="3925899" y="3634547"/>
                </a:cubicBezTo>
                <a:cubicBezTo>
                  <a:pt x="4063343" y="3611789"/>
                  <a:pt x="4197993" y="3612526"/>
                  <a:pt x="4323801" y="3633345"/>
                </a:cubicBezTo>
                <a:lnTo>
                  <a:pt x="4483770" y="3673809"/>
                </a:lnTo>
                <a:lnTo>
                  <a:pt x="4483770" y="1735921"/>
                </a:lnTo>
                <a:lnTo>
                  <a:pt x="4427654" y="1737360"/>
                </a:lnTo>
                <a:lnTo>
                  <a:pt x="4121061" y="1764254"/>
                </a:lnTo>
                <a:lnTo>
                  <a:pt x="3776816" y="1801906"/>
                </a:lnTo>
                <a:lnTo>
                  <a:pt x="3454087" y="1844936"/>
                </a:lnTo>
                <a:lnTo>
                  <a:pt x="3109842" y="1893346"/>
                </a:lnTo>
                <a:lnTo>
                  <a:pt x="2727946" y="1974028"/>
                </a:lnTo>
                <a:lnTo>
                  <a:pt x="2448247" y="2043953"/>
                </a:lnTo>
                <a:lnTo>
                  <a:pt x="2120139" y="2156908"/>
                </a:lnTo>
                <a:lnTo>
                  <a:pt x="1999476" y="2198278"/>
                </a:lnTo>
                <a:lnTo>
                  <a:pt x="1999476" y="4893475"/>
                </a:lnTo>
                <a:lnTo>
                  <a:pt x="1999833" y="4895021"/>
                </a:lnTo>
                <a:cubicBezTo>
                  <a:pt x="2008990" y="4950327"/>
                  <a:pt x="2010968" y="5005478"/>
                  <a:pt x="2006343" y="5059826"/>
                </a:cubicBezTo>
                <a:lnTo>
                  <a:pt x="1999476" y="5106801"/>
                </a:lnTo>
                <a:lnTo>
                  <a:pt x="1999476" y="5145366"/>
                </a:lnTo>
                <a:lnTo>
                  <a:pt x="1993261" y="5145366"/>
                </a:lnTo>
                <a:lnTo>
                  <a:pt x="1973239" y="5219811"/>
                </a:lnTo>
                <a:cubicBezTo>
                  <a:pt x="1869732" y="5532373"/>
                  <a:pt x="1549360" y="5792710"/>
                  <a:pt x="1137028" y="5860985"/>
                </a:cubicBezTo>
                <a:cubicBezTo>
                  <a:pt x="587251" y="5952018"/>
                  <a:pt x="82178" y="5667135"/>
                  <a:pt x="8915" y="5224682"/>
                </a:cubicBezTo>
                <a:cubicBezTo>
                  <a:pt x="-64347" y="4782228"/>
                  <a:pt x="321944" y="4349751"/>
                  <a:pt x="871720" y="4258718"/>
                </a:cubicBezTo>
                <a:cubicBezTo>
                  <a:pt x="1009165" y="4235959"/>
                  <a:pt x="1143815" y="4236696"/>
                  <a:pt x="1269622" y="4257515"/>
                </a:cubicBezTo>
                <a:lnTo>
                  <a:pt x="1426270" y="4297139"/>
                </a:lnTo>
                <a:lnTo>
                  <a:pt x="1426270" y="2350546"/>
                </a:lnTo>
                <a:lnTo>
                  <a:pt x="1426270" y="668901"/>
                </a:lnTo>
                <a:lnTo>
                  <a:pt x="1442337" y="668901"/>
                </a:lnTo>
                <a:lnTo>
                  <a:pt x="1442407" y="661595"/>
                </a:lnTo>
                <a:lnTo>
                  <a:pt x="1689833" y="564776"/>
                </a:lnTo>
                <a:lnTo>
                  <a:pt x="1856576" y="510988"/>
                </a:lnTo>
                <a:lnTo>
                  <a:pt x="2098623" y="430306"/>
                </a:lnTo>
                <a:lnTo>
                  <a:pt x="2394459" y="344244"/>
                </a:lnTo>
                <a:lnTo>
                  <a:pt x="2722567" y="263562"/>
                </a:lnTo>
                <a:lnTo>
                  <a:pt x="3018402" y="188258"/>
                </a:lnTo>
                <a:lnTo>
                  <a:pt x="3346510" y="123713"/>
                </a:lnTo>
                <a:lnTo>
                  <a:pt x="3642346" y="86061"/>
                </a:lnTo>
                <a:lnTo>
                  <a:pt x="4088788" y="37651"/>
                </a:lnTo>
                <a:lnTo>
                  <a:pt x="4379244" y="16136"/>
                </a:lnTo>
                <a:lnTo>
                  <a:pt x="4483770" y="1203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任意多边形 82"/>
          <p:cNvSpPr>
            <a:spLocks noChangeAspect="1"/>
          </p:cNvSpPr>
          <p:nvPr/>
        </p:nvSpPr>
        <p:spPr>
          <a:xfrm>
            <a:off x="9611106" y="496122"/>
            <a:ext cx="260508" cy="360000"/>
          </a:xfrm>
          <a:custGeom>
            <a:avLst/>
            <a:gdLst>
              <a:gd name="connsiteX0" fmla="*/ 3054572 w 4264058"/>
              <a:gd name="connsiteY0" fmla="*/ 0 h 5892572"/>
              <a:gd name="connsiteX1" fmla="*/ 3193007 w 4264058"/>
              <a:gd name="connsiteY1" fmla="*/ 0 h 5892572"/>
              <a:gd name="connsiteX2" fmla="*/ 3313227 w 4264058"/>
              <a:gd name="connsiteY2" fmla="*/ 7286 h 5892572"/>
              <a:gd name="connsiteX3" fmla="*/ 3418875 w 4264058"/>
              <a:gd name="connsiteY3" fmla="*/ 32787 h 5892572"/>
              <a:gd name="connsiteX4" fmla="*/ 3509951 w 4264058"/>
              <a:gd name="connsiteY4" fmla="*/ 61932 h 5892572"/>
              <a:gd name="connsiteX5" fmla="*/ 3604670 w 4264058"/>
              <a:gd name="connsiteY5" fmla="*/ 105648 h 5892572"/>
              <a:gd name="connsiteX6" fmla="*/ 3677530 w 4264058"/>
              <a:gd name="connsiteY6" fmla="*/ 153007 h 5892572"/>
              <a:gd name="connsiteX7" fmla="*/ 3764963 w 4264058"/>
              <a:gd name="connsiteY7" fmla="*/ 204010 h 5892572"/>
              <a:gd name="connsiteX8" fmla="*/ 3834180 w 4264058"/>
              <a:gd name="connsiteY8" fmla="*/ 262298 h 5892572"/>
              <a:gd name="connsiteX9" fmla="*/ 3903398 w 4264058"/>
              <a:gd name="connsiteY9" fmla="*/ 327873 h 5892572"/>
              <a:gd name="connsiteX10" fmla="*/ 3987187 w 4264058"/>
              <a:gd name="connsiteY10" fmla="*/ 426234 h 5892572"/>
              <a:gd name="connsiteX11" fmla="*/ 4041833 w 4264058"/>
              <a:gd name="connsiteY11" fmla="*/ 502738 h 5892572"/>
              <a:gd name="connsiteX12" fmla="*/ 4100121 w 4264058"/>
              <a:gd name="connsiteY12" fmla="*/ 593814 h 5892572"/>
              <a:gd name="connsiteX13" fmla="*/ 4162053 w 4264058"/>
              <a:gd name="connsiteY13" fmla="*/ 706748 h 5892572"/>
              <a:gd name="connsiteX14" fmla="*/ 4220341 w 4264058"/>
              <a:gd name="connsiteY14" fmla="*/ 830610 h 5892572"/>
              <a:gd name="connsiteX15" fmla="*/ 4242199 w 4264058"/>
              <a:gd name="connsiteY15" fmla="*/ 907114 h 5892572"/>
              <a:gd name="connsiteX16" fmla="*/ 4264058 w 4264058"/>
              <a:gd name="connsiteY16" fmla="*/ 987261 h 5892572"/>
              <a:gd name="connsiteX17" fmla="*/ 4216698 w 4264058"/>
              <a:gd name="connsiteY17" fmla="*/ 1009119 h 5892572"/>
              <a:gd name="connsiteX18" fmla="*/ 4125623 w 4264058"/>
              <a:gd name="connsiteY18" fmla="*/ 1001833 h 5892572"/>
              <a:gd name="connsiteX19" fmla="*/ 4056405 w 4264058"/>
              <a:gd name="connsiteY19" fmla="*/ 950830 h 5892572"/>
              <a:gd name="connsiteX20" fmla="*/ 3990831 w 4264058"/>
              <a:gd name="connsiteY20" fmla="*/ 925329 h 5892572"/>
              <a:gd name="connsiteX21" fmla="*/ 3874254 w 4264058"/>
              <a:gd name="connsiteY21" fmla="*/ 921686 h 5892572"/>
              <a:gd name="connsiteX22" fmla="*/ 3717603 w 4264058"/>
              <a:gd name="connsiteY22" fmla="*/ 925329 h 5892572"/>
              <a:gd name="connsiteX23" fmla="*/ 3611956 w 4264058"/>
              <a:gd name="connsiteY23" fmla="*/ 958116 h 5892572"/>
              <a:gd name="connsiteX24" fmla="*/ 3535452 w 4264058"/>
              <a:gd name="connsiteY24" fmla="*/ 1005476 h 5892572"/>
              <a:gd name="connsiteX25" fmla="*/ 3466235 w 4264058"/>
              <a:gd name="connsiteY25" fmla="*/ 1049192 h 5892572"/>
              <a:gd name="connsiteX26" fmla="*/ 3375159 w 4264058"/>
              <a:gd name="connsiteY26" fmla="*/ 1092908 h 5892572"/>
              <a:gd name="connsiteX27" fmla="*/ 3291369 w 4264058"/>
              <a:gd name="connsiteY27" fmla="*/ 1129339 h 5892572"/>
              <a:gd name="connsiteX28" fmla="*/ 3167506 w 4264058"/>
              <a:gd name="connsiteY28" fmla="*/ 1180341 h 5892572"/>
              <a:gd name="connsiteX29" fmla="*/ 3043643 w 4264058"/>
              <a:gd name="connsiteY29" fmla="*/ 1205842 h 5892572"/>
              <a:gd name="connsiteX30" fmla="*/ 2919780 w 4264058"/>
              <a:gd name="connsiteY30" fmla="*/ 1227700 h 5892572"/>
              <a:gd name="connsiteX31" fmla="*/ 2792274 w 4264058"/>
              <a:gd name="connsiteY31" fmla="*/ 1238630 h 5892572"/>
              <a:gd name="connsiteX32" fmla="*/ 2686627 w 4264058"/>
              <a:gd name="connsiteY32" fmla="*/ 1245916 h 5892572"/>
              <a:gd name="connsiteX33" fmla="*/ 2562764 w 4264058"/>
              <a:gd name="connsiteY33" fmla="*/ 1253202 h 5892572"/>
              <a:gd name="connsiteX34" fmla="*/ 2376969 w 4264058"/>
              <a:gd name="connsiteY34" fmla="*/ 1238630 h 5892572"/>
              <a:gd name="connsiteX35" fmla="*/ 2242177 w 4264058"/>
              <a:gd name="connsiteY35" fmla="*/ 1227700 h 5892572"/>
              <a:gd name="connsiteX36" fmla="*/ 2100099 w 4264058"/>
              <a:gd name="connsiteY36" fmla="*/ 1209485 h 5892572"/>
              <a:gd name="connsiteX37" fmla="*/ 1983522 w 4264058"/>
              <a:gd name="connsiteY37" fmla="*/ 1173055 h 5892572"/>
              <a:gd name="connsiteX38" fmla="*/ 1866945 w 4264058"/>
              <a:gd name="connsiteY38" fmla="*/ 1129339 h 5892572"/>
              <a:gd name="connsiteX39" fmla="*/ 1813113 w 4264058"/>
              <a:gd name="connsiteY39" fmla="*/ 1102422 h 5892572"/>
              <a:gd name="connsiteX40" fmla="*/ 2407956 w 4264058"/>
              <a:gd name="connsiteY40" fmla="*/ 4492075 h 5892572"/>
              <a:gd name="connsiteX41" fmla="*/ 2448921 w 4264058"/>
              <a:gd name="connsiteY41" fmla="*/ 4582315 h 5892572"/>
              <a:gd name="connsiteX42" fmla="*/ 2505236 w 4264058"/>
              <a:gd name="connsiteY42" fmla="*/ 4882638 h 5892572"/>
              <a:gd name="connsiteX43" fmla="*/ 2498769 w 4264058"/>
              <a:gd name="connsiteY43" fmla="*/ 4985898 h 5892572"/>
              <a:gd name="connsiteX44" fmla="*/ 2496614 w 4264058"/>
              <a:gd name="connsiteY44" fmla="*/ 4997283 h 5892572"/>
              <a:gd name="connsiteX45" fmla="*/ 2505235 w 4264058"/>
              <a:gd name="connsiteY45" fmla="*/ 5046409 h 5892572"/>
              <a:gd name="connsiteX46" fmla="*/ 2487315 w 4264058"/>
              <a:gd name="connsiteY46" fmla="*/ 5046409 h 5892572"/>
              <a:gd name="connsiteX47" fmla="*/ 2479787 w 4264058"/>
              <a:gd name="connsiteY47" fmla="*/ 5086175 h 5892572"/>
              <a:gd name="connsiteX48" fmla="*/ 1252618 w 4264058"/>
              <a:gd name="connsiteY48" fmla="*/ 5892572 h 5892572"/>
              <a:gd name="connsiteX49" fmla="*/ 0 w 4264058"/>
              <a:gd name="connsiteY49" fmla="*/ 4882638 h 5892572"/>
              <a:gd name="connsiteX50" fmla="*/ 1252618 w 4264058"/>
              <a:gd name="connsiteY50" fmla="*/ 3872704 h 5892572"/>
              <a:gd name="connsiteX51" fmla="*/ 1740194 w 4264058"/>
              <a:gd name="connsiteY51" fmla="*/ 3952070 h 5892572"/>
              <a:gd name="connsiteX52" fmla="*/ 1754753 w 4264058"/>
              <a:gd name="connsiteY52" fmla="*/ 3958441 h 5892572"/>
              <a:gd name="connsiteX53" fmla="*/ 1085867 w 4264058"/>
              <a:gd name="connsiteY53" fmla="*/ 146863 h 5892572"/>
              <a:gd name="connsiteX54" fmla="*/ 1201331 w 4264058"/>
              <a:gd name="connsiteY54" fmla="*/ 146863 h 5892572"/>
              <a:gd name="connsiteX55" fmla="*/ 1254975 w 4264058"/>
              <a:gd name="connsiteY55" fmla="*/ 187423 h 5892572"/>
              <a:gd name="connsiteX56" fmla="*/ 1337842 w 4264058"/>
              <a:gd name="connsiteY56" fmla="*/ 241715 h 5892572"/>
              <a:gd name="connsiteX57" fmla="*/ 1406422 w 4264058"/>
              <a:gd name="connsiteY57" fmla="*/ 287435 h 5892572"/>
              <a:gd name="connsiteX58" fmla="*/ 1483575 w 4264058"/>
              <a:gd name="connsiteY58" fmla="*/ 327440 h 5892572"/>
              <a:gd name="connsiteX59" fmla="*/ 1603590 w 4264058"/>
              <a:gd name="connsiteY59" fmla="*/ 373160 h 5892572"/>
              <a:gd name="connsiteX60" fmla="*/ 1689315 w 4264058"/>
              <a:gd name="connsiteY60" fmla="*/ 398878 h 5892572"/>
              <a:gd name="connsiteX61" fmla="*/ 1840762 w 4264058"/>
              <a:gd name="connsiteY61" fmla="*/ 424595 h 5892572"/>
              <a:gd name="connsiteX62" fmla="*/ 1963635 w 4264058"/>
              <a:gd name="connsiteY62" fmla="*/ 430310 h 5892572"/>
              <a:gd name="connsiteX63" fmla="*/ 2100795 w 4264058"/>
              <a:gd name="connsiteY63" fmla="*/ 410308 h 5892572"/>
              <a:gd name="connsiteX64" fmla="*/ 2217952 w 4264058"/>
              <a:gd name="connsiteY64" fmla="*/ 364588 h 5892572"/>
              <a:gd name="connsiteX65" fmla="*/ 2335110 w 4264058"/>
              <a:gd name="connsiteY65" fmla="*/ 293150 h 5892572"/>
              <a:gd name="connsiteX66" fmla="*/ 2423692 w 4264058"/>
              <a:gd name="connsiteY66" fmla="*/ 227428 h 5892572"/>
              <a:gd name="connsiteX67" fmla="*/ 2443725 w 4264058"/>
              <a:gd name="connsiteY67" fmla="*/ 204533 h 5892572"/>
              <a:gd name="connsiteX68" fmla="*/ 2468045 w 4264058"/>
              <a:gd name="connsiteY68" fmla="*/ 189438 h 5892572"/>
              <a:gd name="connsiteX69" fmla="*/ 2540905 w 4264058"/>
              <a:gd name="connsiteY69" fmla="*/ 138435 h 5892572"/>
              <a:gd name="connsiteX70" fmla="*/ 2653839 w 4264058"/>
              <a:gd name="connsiteY70" fmla="*/ 80147 h 5892572"/>
              <a:gd name="connsiteX71" fmla="*/ 2759487 w 4264058"/>
              <a:gd name="connsiteY71" fmla="*/ 40073 h 5892572"/>
              <a:gd name="connsiteX72" fmla="*/ 2876064 w 4264058"/>
              <a:gd name="connsiteY72" fmla="*/ 18215 h 5892572"/>
              <a:gd name="connsiteX73" fmla="*/ 2959854 w 4264058"/>
              <a:gd name="connsiteY73" fmla="*/ 7286 h 5892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264058" h="5892572">
                <a:moveTo>
                  <a:pt x="3054572" y="0"/>
                </a:moveTo>
                <a:lnTo>
                  <a:pt x="3193007" y="0"/>
                </a:lnTo>
                <a:lnTo>
                  <a:pt x="3313227" y="7286"/>
                </a:lnTo>
                <a:lnTo>
                  <a:pt x="3418875" y="32787"/>
                </a:lnTo>
                <a:lnTo>
                  <a:pt x="3509951" y="61932"/>
                </a:lnTo>
                <a:lnTo>
                  <a:pt x="3604670" y="105648"/>
                </a:lnTo>
                <a:lnTo>
                  <a:pt x="3677530" y="153007"/>
                </a:lnTo>
                <a:lnTo>
                  <a:pt x="3764963" y="204010"/>
                </a:lnTo>
                <a:lnTo>
                  <a:pt x="3834180" y="262298"/>
                </a:lnTo>
                <a:lnTo>
                  <a:pt x="3903398" y="327873"/>
                </a:lnTo>
                <a:lnTo>
                  <a:pt x="3987187" y="426234"/>
                </a:lnTo>
                <a:lnTo>
                  <a:pt x="4041833" y="502738"/>
                </a:lnTo>
                <a:lnTo>
                  <a:pt x="4100121" y="593814"/>
                </a:lnTo>
                <a:lnTo>
                  <a:pt x="4162053" y="706748"/>
                </a:lnTo>
                <a:lnTo>
                  <a:pt x="4220341" y="830610"/>
                </a:lnTo>
                <a:lnTo>
                  <a:pt x="4242199" y="907114"/>
                </a:lnTo>
                <a:lnTo>
                  <a:pt x="4264058" y="987261"/>
                </a:lnTo>
                <a:lnTo>
                  <a:pt x="4216698" y="1009119"/>
                </a:lnTo>
                <a:lnTo>
                  <a:pt x="4125623" y="1001833"/>
                </a:lnTo>
                <a:lnTo>
                  <a:pt x="4056405" y="950830"/>
                </a:lnTo>
                <a:lnTo>
                  <a:pt x="3990831" y="925329"/>
                </a:lnTo>
                <a:lnTo>
                  <a:pt x="3874254" y="921686"/>
                </a:lnTo>
                <a:lnTo>
                  <a:pt x="3717603" y="925329"/>
                </a:lnTo>
                <a:lnTo>
                  <a:pt x="3611956" y="958116"/>
                </a:lnTo>
                <a:lnTo>
                  <a:pt x="3535452" y="1005476"/>
                </a:lnTo>
                <a:lnTo>
                  <a:pt x="3466235" y="1049192"/>
                </a:lnTo>
                <a:lnTo>
                  <a:pt x="3375159" y="1092908"/>
                </a:lnTo>
                <a:lnTo>
                  <a:pt x="3291369" y="1129339"/>
                </a:lnTo>
                <a:lnTo>
                  <a:pt x="3167506" y="1180341"/>
                </a:lnTo>
                <a:lnTo>
                  <a:pt x="3043643" y="1205842"/>
                </a:lnTo>
                <a:lnTo>
                  <a:pt x="2919780" y="1227700"/>
                </a:lnTo>
                <a:lnTo>
                  <a:pt x="2792274" y="1238630"/>
                </a:lnTo>
                <a:lnTo>
                  <a:pt x="2686627" y="1245916"/>
                </a:lnTo>
                <a:lnTo>
                  <a:pt x="2562764" y="1253202"/>
                </a:lnTo>
                <a:lnTo>
                  <a:pt x="2376969" y="1238630"/>
                </a:lnTo>
                <a:lnTo>
                  <a:pt x="2242177" y="1227700"/>
                </a:lnTo>
                <a:lnTo>
                  <a:pt x="2100099" y="1209485"/>
                </a:lnTo>
                <a:lnTo>
                  <a:pt x="1983522" y="1173055"/>
                </a:lnTo>
                <a:lnTo>
                  <a:pt x="1866945" y="1129339"/>
                </a:lnTo>
                <a:lnTo>
                  <a:pt x="1813113" y="1102422"/>
                </a:lnTo>
                <a:lnTo>
                  <a:pt x="2407956" y="4492075"/>
                </a:lnTo>
                <a:lnTo>
                  <a:pt x="2448921" y="4582315"/>
                </a:lnTo>
                <a:cubicBezTo>
                  <a:pt x="2485520" y="4677187"/>
                  <a:pt x="2505236" y="4778056"/>
                  <a:pt x="2505236" y="4882638"/>
                </a:cubicBezTo>
                <a:cubicBezTo>
                  <a:pt x="2505236" y="4917499"/>
                  <a:pt x="2503046" y="4951947"/>
                  <a:pt x="2498769" y="4985898"/>
                </a:cubicBezTo>
                <a:lnTo>
                  <a:pt x="2496614" y="4997283"/>
                </a:lnTo>
                <a:lnTo>
                  <a:pt x="2505235" y="5046409"/>
                </a:lnTo>
                <a:lnTo>
                  <a:pt x="2487315" y="5046409"/>
                </a:lnTo>
                <a:lnTo>
                  <a:pt x="2479787" y="5086175"/>
                </a:lnTo>
                <a:cubicBezTo>
                  <a:pt x="2362986" y="5546385"/>
                  <a:pt x="1857945" y="5892572"/>
                  <a:pt x="1252618" y="5892572"/>
                </a:cubicBezTo>
                <a:cubicBezTo>
                  <a:pt x="560816" y="5892572"/>
                  <a:pt x="0" y="5440409"/>
                  <a:pt x="0" y="4882638"/>
                </a:cubicBezTo>
                <a:cubicBezTo>
                  <a:pt x="0" y="4324867"/>
                  <a:pt x="560816" y="3872704"/>
                  <a:pt x="1252618" y="3872704"/>
                </a:cubicBezTo>
                <a:cubicBezTo>
                  <a:pt x="1425569" y="3872704"/>
                  <a:pt x="1590332" y="3900964"/>
                  <a:pt x="1740194" y="3952070"/>
                </a:cubicBezTo>
                <a:lnTo>
                  <a:pt x="1754753" y="3958441"/>
                </a:lnTo>
                <a:lnTo>
                  <a:pt x="1085867" y="146863"/>
                </a:lnTo>
                <a:lnTo>
                  <a:pt x="1201331" y="146863"/>
                </a:lnTo>
                <a:lnTo>
                  <a:pt x="1254975" y="187423"/>
                </a:lnTo>
                <a:lnTo>
                  <a:pt x="1337842" y="241715"/>
                </a:lnTo>
                <a:lnTo>
                  <a:pt x="1406422" y="287435"/>
                </a:lnTo>
                <a:lnTo>
                  <a:pt x="1483575" y="327440"/>
                </a:lnTo>
                <a:lnTo>
                  <a:pt x="1603590" y="373160"/>
                </a:lnTo>
                <a:lnTo>
                  <a:pt x="1689315" y="398878"/>
                </a:lnTo>
                <a:lnTo>
                  <a:pt x="1840762" y="424595"/>
                </a:lnTo>
                <a:lnTo>
                  <a:pt x="1963635" y="430310"/>
                </a:lnTo>
                <a:lnTo>
                  <a:pt x="2100795" y="410308"/>
                </a:lnTo>
                <a:lnTo>
                  <a:pt x="2217952" y="364588"/>
                </a:lnTo>
                <a:lnTo>
                  <a:pt x="2335110" y="293150"/>
                </a:lnTo>
                <a:lnTo>
                  <a:pt x="2423692" y="227428"/>
                </a:lnTo>
                <a:lnTo>
                  <a:pt x="2443725" y="204533"/>
                </a:lnTo>
                <a:lnTo>
                  <a:pt x="2468045" y="189438"/>
                </a:lnTo>
                <a:lnTo>
                  <a:pt x="2540905" y="138435"/>
                </a:lnTo>
                <a:lnTo>
                  <a:pt x="2653839" y="80147"/>
                </a:lnTo>
                <a:lnTo>
                  <a:pt x="2759487" y="40073"/>
                </a:lnTo>
                <a:lnTo>
                  <a:pt x="2876064" y="18215"/>
                </a:lnTo>
                <a:lnTo>
                  <a:pt x="2959854" y="728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任意多边形 83"/>
          <p:cNvSpPr>
            <a:spLocks noChangeAspect="1"/>
          </p:cNvSpPr>
          <p:nvPr/>
        </p:nvSpPr>
        <p:spPr>
          <a:xfrm>
            <a:off x="10327081" y="496122"/>
            <a:ext cx="443846" cy="360000"/>
          </a:xfrm>
          <a:custGeom>
            <a:avLst/>
            <a:gdLst>
              <a:gd name="connsiteX0" fmla="*/ 259308 w 7437272"/>
              <a:gd name="connsiteY0" fmla="*/ 2987642 h 6032310"/>
              <a:gd name="connsiteX1" fmla="*/ 859809 w 7437272"/>
              <a:gd name="connsiteY1" fmla="*/ 2987643 h 6032310"/>
              <a:gd name="connsiteX2" fmla="*/ 1119117 w 7437272"/>
              <a:gd name="connsiteY2" fmla="*/ 3246951 h 6032310"/>
              <a:gd name="connsiteX3" fmla="*/ 1119116 w 7437272"/>
              <a:gd name="connsiteY3" fmla="*/ 3246950 h 6032310"/>
              <a:gd name="connsiteX4" fmla="*/ 859808 w 7437272"/>
              <a:gd name="connsiteY4" fmla="*/ 3506258 h 6032310"/>
              <a:gd name="connsiteX5" fmla="*/ 259308 w 7437272"/>
              <a:gd name="connsiteY5" fmla="*/ 3506258 h 6032310"/>
              <a:gd name="connsiteX6" fmla="*/ 0 w 7437272"/>
              <a:gd name="connsiteY6" fmla="*/ 3246950 h 6032310"/>
              <a:gd name="connsiteX7" fmla="*/ 259308 w 7437272"/>
              <a:gd name="connsiteY7" fmla="*/ 2987642 h 6032310"/>
              <a:gd name="connsiteX8" fmla="*/ 5287750 w 7437272"/>
              <a:gd name="connsiteY8" fmla="*/ 2281175 h 6032310"/>
              <a:gd name="connsiteX9" fmla="*/ 3749338 w 7437272"/>
              <a:gd name="connsiteY9" fmla="*/ 3300904 h 6032310"/>
              <a:gd name="connsiteX10" fmla="*/ 3713882 w 7437272"/>
              <a:gd name="connsiteY10" fmla="*/ 3397776 h 6032310"/>
              <a:gd name="connsiteX11" fmla="*/ 3189767 w 7437272"/>
              <a:gd name="connsiteY11" fmla="*/ 3762890 h 6032310"/>
              <a:gd name="connsiteX12" fmla="*/ 3175662 w 7437272"/>
              <a:gd name="connsiteY12" fmla="*/ 3754784 h 6032310"/>
              <a:gd name="connsiteX13" fmla="*/ 3164084 w 7437272"/>
              <a:gd name="connsiteY13" fmla="*/ 3750222 h 6032310"/>
              <a:gd name="connsiteX14" fmla="*/ 3147855 w 7437272"/>
              <a:gd name="connsiteY14" fmla="*/ 3760140 h 6032310"/>
              <a:gd name="connsiteX15" fmla="*/ 3148663 w 7437272"/>
              <a:gd name="connsiteY15" fmla="*/ 3744146 h 6032310"/>
              <a:gd name="connsiteX16" fmla="*/ 3046021 w 7437272"/>
              <a:gd name="connsiteY16" fmla="*/ 3703704 h 6032310"/>
              <a:gd name="connsiteX17" fmla="*/ 2762913 w 7437272"/>
              <a:gd name="connsiteY17" fmla="*/ 3660902 h 6032310"/>
              <a:gd name="connsiteX18" fmla="*/ 1810870 w 7437272"/>
              <a:gd name="connsiteY18" fmla="*/ 4612944 h 6032310"/>
              <a:gd name="connsiteX19" fmla="*/ 2665571 w 7437272"/>
              <a:gd name="connsiteY19" fmla="*/ 5560071 h 6032310"/>
              <a:gd name="connsiteX20" fmla="*/ 2692904 w 7437272"/>
              <a:gd name="connsiteY20" fmla="*/ 5561451 h 6032310"/>
              <a:gd name="connsiteX21" fmla="*/ 2694404 w 7437272"/>
              <a:gd name="connsiteY21" fmla="*/ 5581703 h 6032310"/>
              <a:gd name="connsiteX22" fmla="*/ 5496688 w 7437272"/>
              <a:gd name="connsiteY22" fmla="*/ 5581703 h 6032310"/>
              <a:gd name="connsiteX23" fmla="*/ 5496688 w 7437272"/>
              <a:gd name="connsiteY23" fmla="*/ 5605962 h 6032310"/>
              <a:gd name="connsiteX24" fmla="*/ 5624237 w 7437272"/>
              <a:gd name="connsiteY24" fmla="*/ 5586495 h 6032310"/>
              <a:gd name="connsiteX25" fmla="*/ 6957370 w 7437272"/>
              <a:gd name="connsiteY25" fmla="*/ 3950795 h 6032310"/>
              <a:gd name="connsiteX26" fmla="*/ 5287750 w 7437272"/>
              <a:gd name="connsiteY26" fmla="*/ 2281175 h 6032310"/>
              <a:gd name="connsiteX27" fmla="*/ 3267881 w 7437272"/>
              <a:gd name="connsiteY27" fmla="*/ 1802745 h 6032310"/>
              <a:gd name="connsiteX28" fmla="*/ 1895557 w 7437272"/>
              <a:gd name="connsiteY28" fmla="*/ 3175068 h 6032310"/>
              <a:gd name="connsiteX29" fmla="*/ 1911370 w 7437272"/>
              <a:gd name="connsiteY29" fmla="*/ 3384060 h 6032310"/>
              <a:gd name="connsiteX30" fmla="*/ 1911693 w 7437272"/>
              <a:gd name="connsiteY30" fmla="*/ 3385457 h 6032310"/>
              <a:gd name="connsiteX31" fmla="*/ 1927362 w 7437272"/>
              <a:gd name="connsiteY31" fmla="*/ 3373739 h 6032310"/>
              <a:gd name="connsiteX32" fmla="*/ 2762913 w 7437272"/>
              <a:gd name="connsiteY32" fmla="*/ 3118514 h 6032310"/>
              <a:gd name="connsiteX33" fmla="*/ 3207310 w 7437272"/>
              <a:gd name="connsiteY33" fmla="*/ 3185701 h 6032310"/>
              <a:gd name="connsiteX34" fmla="*/ 3271946 w 7437272"/>
              <a:gd name="connsiteY34" fmla="*/ 3208461 h 6032310"/>
              <a:gd name="connsiteX35" fmla="*/ 3292175 w 7437272"/>
              <a:gd name="connsiteY35" fmla="*/ 3150436 h 6032310"/>
              <a:gd name="connsiteX36" fmla="*/ 4069903 w 7437272"/>
              <a:gd name="connsiteY36" fmla="*/ 2179313 h 6032310"/>
              <a:gd name="connsiteX37" fmla="*/ 4151562 w 7437272"/>
              <a:gd name="connsiteY37" fmla="*/ 2127376 h 6032310"/>
              <a:gd name="connsiteX38" fmla="*/ 4115137 w 7437272"/>
              <a:gd name="connsiteY38" fmla="*/ 2095442 h 6032310"/>
              <a:gd name="connsiteX39" fmla="*/ 3267881 w 7437272"/>
              <a:gd name="connsiteY39" fmla="*/ 1802745 h 6032310"/>
              <a:gd name="connsiteX40" fmla="*/ 595699 w 7437272"/>
              <a:gd name="connsiteY40" fmla="*/ 1431727 h 6032310"/>
              <a:gd name="connsiteX41" fmla="*/ 742895 w 7437272"/>
              <a:gd name="connsiteY41" fmla="*/ 1467981 h 6032310"/>
              <a:gd name="connsiteX42" fmla="*/ 1258582 w 7437272"/>
              <a:gd name="connsiteY42" fmla="*/ 1775661 h 6032310"/>
              <a:gd name="connsiteX43" fmla="*/ 1348404 w 7437272"/>
              <a:gd name="connsiteY43" fmla="*/ 2131208 h 6032310"/>
              <a:gd name="connsiteX44" fmla="*/ 1348404 w 7437272"/>
              <a:gd name="connsiteY44" fmla="*/ 2131206 h 6032310"/>
              <a:gd name="connsiteX45" fmla="*/ 992858 w 7437272"/>
              <a:gd name="connsiteY45" fmla="*/ 2221028 h 6032310"/>
              <a:gd name="connsiteX46" fmla="*/ 477170 w 7437272"/>
              <a:gd name="connsiteY46" fmla="*/ 1913349 h 6032310"/>
              <a:gd name="connsiteX47" fmla="*/ 387348 w 7437272"/>
              <a:gd name="connsiteY47" fmla="*/ 1557803 h 6032310"/>
              <a:gd name="connsiteX48" fmla="*/ 595699 w 7437272"/>
              <a:gd name="connsiteY48" fmla="*/ 1431727 h 6032310"/>
              <a:gd name="connsiteX49" fmla="*/ 3267881 w 7437272"/>
              <a:gd name="connsiteY49" fmla="*/ 1257557 h 6032310"/>
              <a:gd name="connsiteX50" fmla="*/ 4607404 w 7437272"/>
              <a:gd name="connsiteY50" fmla="*/ 1803016 h 6032310"/>
              <a:gd name="connsiteX51" fmla="*/ 4685647 w 7437272"/>
              <a:gd name="connsiteY51" fmla="*/ 1888079 h 6032310"/>
              <a:gd name="connsiteX52" fmla="*/ 4795001 w 7437272"/>
              <a:gd name="connsiteY52" fmla="*/ 1858016 h 6032310"/>
              <a:gd name="connsiteX53" fmla="*/ 5287750 w 7437272"/>
              <a:gd name="connsiteY53" fmla="*/ 1801273 h 6032310"/>
              <a:gd name="connsiteX54" fmla="*/ 7437272 w 7437272"/>
              <a:gd name="connsiteY54" fmla="*/ 3950795 h 6032310"/>
              <a:gd name="connsiteX55" fmla="*/ 5901646 w 7437272"/>
              <a:gd name="connsiteY55" fmla="*/ 6011379 h 6032310"/>
              <a:gd name="connsiteX56" fmla="*/ 5816971 w 7437272"/>
              <a:gd name="connsiteY56" fmla="*/ 6032310 h 6032310"/>
              <a:gd name="connsiteX57" fmla="*/ 2298158 w 7437272"/>
              <a:gd name="connsiteY57" fmla="*/ 6032310 h 6032310"/>
              <a:gd name="connsiteX58" fmla="*/ 2206472 w 7437272"/>
              <a:gd name="connsiteY58" fmla="*/ 6000346 h 6032310"/>
              <a:gd name="connsiteX59" fmla="*/ 1268483 w 7437272"/>
              <a:gd name="connsiteY59" fmla="*/ 4612944 h 6032310"/>
              <a:gd name="connsiteX60" fmla="*/ 1448853 w 7437272"/>
              <a:gd name="connsiteY60" fmla="*/ 3900610 h 6032310"/>
              <a:gd name="connsiteX61" fmla="*/ 1476103 w 7437272"/>
              <a:gd name="connsiteY61" fmla="*/ 3855754 h 6032310"/>
              <a:gd name="connsiteX62" fmla="*/ 1410739 w 7437272"/>
              <a:gd name="connsiteY62" fmla="*/ 3654284 h 6032310"/>
              <a:gd name="connsiteX63" fmla="*/ 1350371 w 7437272"/>
              <a:gd name="connsiteY63" fmla="*/ 3175068 h 6032310"/>
              <a:gd name="connsiteX64" fmla="*/ 3267881 w 7437272"/>
              <a:gd name="connsiteY64" fmla="*/ 1257557 h 6032310"/>
              <a:gd name="connsiteX65" fmla="*/ 4711385 w 7437272"/>
              <a:gd name="connsiteY65" fmla="*/ 329395 h 6032310"/>
              <a:gd name="connsiteX66" fmla="*/ 4859086 w 7437272"/>
              <a:gd name="connsiteY66" fmla="*/ 363533 h 6032310"/>
              <a:gd name="connsiteX67" fmla="*/ 4953999 w 7437272"/>
              <a:gd name="connsiteY67" fmla="*/ 717754 h 6032310"/>
              <a:gd name="connsiteX68" fmla="*/ 4653748 w 7437272"/>
              <a:gd name="connsiteY68" fmla="*/ 1237803 h 6032310"/>
              <a:gd name="connsiteX69" fmla="*/ 4299527 w 7437272"/>
              <a:gd name="connsiteY69" fmla="*/ 1332716 h 6032310"/>
              <a:gd name="connsiteX70" fmla="*/ 4299528 w 7437272"/>
              <a:gd name="connsiteY70" fmla="*/ 1332716 h 6032310"/>
              <a:gd name="connsiteX71" fmla="*/ 4204615 w 7437272"/>
              <a:gd name="connsiteY71" fmla="*/ 978495 h 6032310"/>
              <a:gd name="connsiteX72" fmla="*/ 4504865 w 7437272"/>
              <a:gd name="connsiteY72" fmla="*/ 458446 h 6032310"/>
              <a:gd name="connsiteX73" fmla="*/ 4711385 w 7437272"/>
              <a:gd name="connsiteY73" fmla="*/ 329395 h 6032310"/>
              <a:gd name="connsiteX74" fmla="*/ 1748075 w 7437272"/>
              <a:gd name="connsiteY74" fmla="*/ 329394 h 6032310"/>
              <a:gd name="connsiteX75" fmla="*/ 1954595 w 7437272"/>
              <a:gd name="connsiteY75" fmla="*/ 458446 h 6032310"/>
              <a:gd name="connsiteX76" fmla="*/ 2254845 w 7437272"/>
              <a:gd name="connsiteY76" fmla="*/ 978495 h 6032310"/>
              <a:gd name="connsiteX77" fmla="*/ 2159932 w 7437272"/>
              <a:gd name="connsiteY77" fmla="*/ 1332717 h 6032310"/>
              <a:gd name="connsiteX78" fmla="*/ 2159932 w 7437272"/>
              <a:gd name="connsiteY78" fmla="*/ 1332716 h 6032310"/>
              <a:gd name="connsiteX79" fmla="*/ 1805710 w 7437272"/>
              <a:gd name="connsiteY79" fmla="*/ 1237802 h 6032310"/>
              <a:gd name="connsiteX80" fmla="*/ 1505461 w 7437272"/>
              <a:gd name="connsiteY80" fmla="*/ 717754 h 6032310"/>
              <a:gd name="connsiteX81" fmla="*/ 1600374 w 7437272"/>
              <a:gd name="connsiteY81" fmla="*/ 363532 h 6032310"/>
              <a:gd name="connsiteX82" fmla="*/ 1748075 w 7437272"/>
              <a:gd name="connsiteY82" fmla="*/ 329394 h 6032310"/>
              <a:gd name="connsiteX83" fmla="*/ 3233761 w 7437272"/>
              <a:gd name="connsiteY83" fmla="*/ 0 h 6032310"/>
              <a:gd name="connsiteX84" fmla="*/ 3493069 w 7437272"/>
              <a:gd name="connsiteY84" fmla="*/ 259308 h 6032310"/>
              <a:gd name="connsiteX85" fmla="*/ 3493068 w 7437272"/>
              <a:gd name="connsiteY85" fmla="*/ 859809 h 6032310"/>
              <a:gd name="connsiteX86" fmla="*/ 3233760 w 7437272"/>
              <a:gd name="connsiteY86" fmla="*/ 1119117 h 6032310"/>
              <a:gd name="connsiteX87" fmla="*/ 3233761 w 7437272"/>
              <a:gd name="connsiteY87" fmla="*/ 1119116 h 6032310"/>
              <a:gd name="connsiteX88" fmla="*/ 2974453 w 7437272"/>
              <a:gd name="connsiteY88" fmla="*/ 859808 h 6032310"/>
              <a:gd name="connsiteX89" fmla="*/ 2974453 w 7437272"/>
              <a:gd name="connsiteY89" fmla="*/ 259308 h 6032310"/>
              <a:gd name="connsiteX90" fmla="*/ 3233761 w 7437272"/>
              <a:gd name="connsiteY90" fmla="*/ 0 h 603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7437272" h="6032310">
                <a:moveTo>
                  <a:pt x="259308" y="2987642"/>
                </a:moveTo>
                <a:cubicBezTo>
                  <a:pt x="459475" y="2987642"/>
                  <a:pt x="659642" y="2987643"/>
                  <a:pt x="859809" y="2987643"/>
                </a:cubicBezTo>
                <a:cubicBezTo>
                  <a:pt x="1003021" y="2987643"/>
                  <a:pt x="1119117" y="3103740"/>
                  <a:pt x="1119117" y="3246951"/>
                </a:cubicBezTo>
                <a:lnTo>
                  <a:pt x="1119116" y="3246950"/>
                </a:lnTo>
                <a:cubicBezTo>
                  <a:pt x="1119116" y="3390162"/>
                  <a:pt x="1003020" y="3506258"/>
                  <a:pt x="859808" y="3506258"/>
                </a:cubicBezTo>
                <a:lnTo>
                  <a:pt x="259308" y="3506258"/>
                </a:lnTo>
                <a:cubicBezTo>
                  <a:pt x="116096" y="3506258"/>
                  <a:pt x="0" y="3390162"/>
                  <a:pt x="0" y="3246950"/>
                </a:cubicBezTo>
                <a:cubicBezTo>
                  <a:pt x="0" y="3103738"/>
                  <a:pt x="116096" y="2987642"/>
                  <a:pt x="259308" y="2987642"/>
                </a:cubicBezTo>
                <a:close/>
                <a:moveTo>
                  <a:pt x="5287750" y="2281175"/>
                </a:moveTo>
                <a:cubicBezTo>
                  <a:pt x="4596171" y="2281175"/>
                  <a:pt x="4002799" y="2701652"/>
                  <a:pt x="3749338" y="3300904"/>
                </a:cubicBezTo>
                <a:lnTo>
                  <a:pt x="3713882" y="3397776"/>
                </a:lnTo>
                <a:lnTo>
                  <a:pt x="3189767" y="3762890"/>
                </a:lnTo>
                <a:lnTo>
                  <a:pt x="3175662" y="3754784"/>
                </a:lnTo>
                <a:lnTo>
                  <a:pt x="3164084" y="3750222"/>
                </a:lnTo>
                <a:lnTo>
                  <a:pt x="3147855" y="3760140"/>
                </a:lnTo>
                <a:lnTo>
                  <a:pt x="3148663" y="3744146"/>
                </a:lnTo>
                <a:lnTo>
                  <a:pt x="3046021" y="3703704"/>
                </a:lnTo>
                <a:cubicBezTo>
                  <a:pt x="2956587" y="3675887"/>
                  <a:pt x="2861499" y="3660902"/>
                  <a:pt x="2762913" y="3660902"/>
                </a:cubicBezTo>
                <a:cubicBezTo>
                  <a:pt x="2237114" y="3660902"/>
                  <a:pt x="1810870" y="4087146"/>
                  <a:pt x="1810870" y="4612944"/>
                </a:cubicBezTo>
                <a:cubicBezTo>
                  <a:pt x="1810870" y="5105880"/>
                  <a:pt x="2185499" y="5511317"/>
                  <a:pt x="2665571" y="5560071"/>
                </a:cubicBezTo>
                <a:lnTo>
                  <a:pt x="2692904" y="5561451"/>
                </a:lnTo>
                <a:lnTo>
                  <a:pt x="2694404" y="5581703"/>
                </a:lnTo>
                <a:lnTo>
                  <a:pt x="5496688" y="5581703"/>
                </a:lnTo>
                <a:lnTo>
                  <a:pt x="5496688" y="5605962"/>
                </a:lnTo>
                <a:lnTo>
                  <a:pt x="5624237" y="5586495"/>
                </a:lnTo>
                <a:cubicBezTo>
                  <a:pt x="6385055" y="5430809"/>
                  <a:pt x="6957370" y="4757638"/>
                  <a:pt x="6957370" y="3950795"/>
                </a:cubicBezTo>
                <a:cubicBezTo>
                  <a:pt x="6957370" y="3028689"/>
                  <a:pt x="6209856" y="2281175"/>
                  <a:pt x="5287750" y="2281175"/>
                </a:cubicBezTo>
                <a:close/>
                <a:moveTo>
                  <a:pt x="3267881" y="1802745"/>
                </a:moveTo>
                <a:cubicBezTo>
                  <a:pt x="2509967" y="1802745"/>
                  <a:pt x="1895557" y="2417154"/>
                  <a:pt x="1895557" y="3175068"/>
                </a:cubicBezTo>
                <a:cubicBezTo>
                  <a:pt x="1895557" y="3246123"/>
                  <a:pt x="1900957" y="3315916"/>
                  <a:pt x="1911370" y="3384060"/>
                </a:cubicBezTo>
                <a:lnTo>
                  <a:pt x="1911693" y="3385457"/>
                </a:lnTo>
                <a:lnTo>
                  <a:pt x="1927362" y="3373739"/>
                </a:lnTo>
                <a:cubicBezTo>
                  <a:pt x="2165874" y="3212603"/>
                  <a:pt x="2453405" y="3118514"/>
                  <a:pt x="2762913" y="3118514"/>
                </a:cubicBezTo>
                <a:cubicBezTo>
                  <a:pt x="2917666" y="3118514"/>
                  <a:pt x="3066925" y="3142036"/>
                  <a:pt x="3207310" y="3185701"/>
                </a:cubicBezTo>
                <a:lnTo>
                  <a:pt x="3271946" y="3208461"/>
                </a:lnTo>
                <a:lnTo>
                  <a:pt x="3292175" y="3150436"/>
                </a:lnTo>
                <a:cubicBezTo>
                  <a:pt x="3450899" y="2755047"/>
                  <a:pt x="3723725" y="2417756"/>
                  <a:pt x="4069903" y="2179313"/>
                </a:cubicBezTo>
                <a:lnTo>
                  <a:pt x="4151562" y="2127376"/>
                </a:lnTo>
                <a:lnTo>
                  <a:pt x="4115137" y="2095442"/>
                </a:lnTo>
                <a:cubicBezTo>
                  <a:pt x="3881831" y="1912096"/>
                  <a:pt x="3587626" y="1802745"/>
                  <a:pt x="3267881" y="1802745"/>
                </a:cubicBezTo>
                <a:close/>
                <a:moveTo>
                  <a:pt x="595699" y="1431727"/>
                </a:moveTo>
                <a:cubicBezTo>
                  <a:pt x="645565" y="1428921"/>
                  <a:pt x="696775" y="1440464"/>
                  <a:pt x="742895" y="1467981"/>
                </a:cubicBezTo>
                <a:cubicBezTo>
                  <a:pt x="914791" y="1570541"/>
                  <a:pt x="1086686" y="1673101"/>
                  <a:pt x="1258582" y="1775661"/>
                </a:cubicBezTo>
                <a:cubicBezTo>
                  <a:pt x="1381567" y="1849039"/>
                  <a:pt x="1421782" y="2008223"/>
                  <a:pt x="1348404" y="2131208"/>
                </a:cubicBezTo>
                <a:lnTo>
                  <a:pt x="1348404" y="2131206"/>
                </a:lnTo>
                <a:cubicBezTo>
                  <a:pt x="1275026" y="2254192"/>
                  <a:pt x="1115843" y="2294406"/>
                  <a:pt x="992858" y="2221028"/>
                </a:cubicBezTo>
                <a:lnTo>
                  <a:pt x="477170" y="1913349"/>
                </a:lnTo>
                <a:cubicBezTo>
                  <a:pt x="354185" y="1839971"/>
                  <a:pt x="313970" y="1680788"/>
                  <a:pt x="387348" y="1557803"/>
                </a:cubicBezTo>
                <a:cubicBezTo>
                  <a:pt x="433209" y="1480937"/>
                  <a:pt x="512588" y="1436403"/>
                  <a:pt x="595699" y="1431727"/>
                </a:cubicBezTo>
                <a:close/>
                <a:moveTo>
                  <a:pt x="3267881" y="1257557"/>
                </a:moveTo>
                <a:cubicBezTo>
                  <a:pt x="3789113" y="1257557"/>
                  <a:pt x="4261772" y="1465528"/>
                  <a:pt x="4607404" y="1803016"/>
                </a:cubicBezTo>
                <a:lnTo>
                  <a:pt x="4685647" y="1888079"/>
                </a:lnTo>
                <a:lnTo>
                  <a:pt x="4795001" y="1858016"/>
                </a:lnTo>
                <a:cubicBezTo>
                  <a:pt x="4953233" y="1820904"/>
                  <a:pt x="5118199" y="1801273"/>
                  <a:pt x="5287750" y="1801273"/>
                </a:cubicBezTo>
                <a:cubicBezTo>
                  <a:pt x="6474898" y="1801273"/>
                  <a:pt x="7437272" y="2763647"/>
                  <a:pt x="7437272" y="3950795"/>
                </a:cubicBezTo>
                <a:cubicBezTo>
                  <a:pt x="7437272" y="4924627"/>
                  <a:pt x="6789679" y="5747206"/>
                  <a:pt x="5901646" y="6011379"/>
                </a:cubicBezTo>
                <a:lnTo>
                  <a:pt x="5816971" y="6032310"/>
                </a:lnTo>
                <a:lnTo>
                  <a:pt x="2298158" y="6032310"/>
                </a:lnTo>
                <a:lnTo>
                  <a:pt x="2206472" y="6000346"/>
                </a:lnTo>
                <a:cubicBezTo>
                  <a:pt x="1656693" y="5779644"/>
                  <a:pt x="1268483" y="5241630"/>
                  <a:pt x="1268483" y="4612944"/>
                </a:cubicBezTo>
                <a:cubicBezTo>
                  <a:pt x="1268483" y="4355022"/>
                  <a:pt x="1333823" y="4112361"/>
                  <a:pt x="1448853" y="3900610"/>
                </a:cubicBezTo>
                <a:lnTo>
                  <a:pt x="1476103" y="3855754"/>
                </a:lnTo>
                <a:lnTo>
                  <a:pt x="1410739" y="3654284"/>
                </a:lnTo>
                <a:cubicBezTo>
                  <a:pt x="1371330" y="3501114"/>
                  <a:pt x="1350371" y="3340539"/>
                  <a:pt x="1350371" y="3175068"/>
                </a:cubicBezTo>
                <a:cubicBezTo>
                  <a:pt x="1350371" y="2116056"/>
                  <a:pt x="2208869" y="1257557"/>
                  <a:pt x="3267881" y="1257557"/>
                </a:cubicBezTo>
                <a:close/>
                <a:moveTo>
                  <a:pt x="4711385" y="329395"/>
                </a:moveTo>
                <a:cubicBezTo>
                  <a:pt x="4761206" y="325874"/>
                  <a:pt x="4812577" y="336681"/>
                  <a:pt x="4859086" y="363533"/>
                </a:cubicBezTo>
                <a:cubicBezTo>
                  <a:pt x="4983111" y="435139"/>
                  <a:pt x="5025605" y="593729"/>
                  <a:pt x="4953999" y="717754"/>
                </a:cubicBezTo>
                <a:cubicBezTo>
                  <a:pt x="4853916" y="891104"/>
                  <a:pt x="4753832" y="1064453"/>
                  <a:pt x="4653748" y="1237803"/>
                </a:cubicBezTo>
                <a:cubicBezTo>
                  <a:pt x="4582142" y="1361828"/>
                  <a:pt x="4423552" y="1404322"/>
                  <a:pt x="4299527" y="1332716"/>
                </a:cubicBezTo>
                <a:lnTo>
                  <a:pt x="4299528" y="1332716"/>
                </a:lnTo>
                <a:cubicBezTo>
                  <a:pt x="4175503" y="1261110"/>
                  <a:pt x="4133009" y="1102520"/>
                  <a:pt x="4204615" y="978495"/>
                </a:cubicBezTo>
                <a:lnTo>
                  <a:pt x="4504865" y="458446"/>
                </a:lnTo>
                <a:cubicBezTo>
                  <a:pt x="4549618" y="380931"/>
                  <a:pt x="4628350" y="335263"/>
                  <a:pt x="4711385" y="329395"/>
                </a:cubicBezTo>
                <a:close/>
                <a:moveTo>
                  <a:pt x="1748075" y="329394"/>
                </a:moveTo>
                <a:cubicBezTo>
                  <a:pt x="1831110" y="335262"/>
                  <a:pt x="1909841" y="380930"/>
                  <a:pt x="1954595" y="458446"/>
                </a:cubicBezTo>
                <a:cubicBezTo>
                  <a:pt x="2054679" y="631795"/>
                  <a:pt x="2154762" y="805146"/>
                  <a:pt x="2254845" y="978495"/>
                </a:cubicBezTo>
                <a:cubicBezTo>
                  <a:pt x="2326451" y="1102521"/>
                  <a:pt x="2283957" y="1261111"/>
                  <a:pt x="2159932" y="1332717"/>
                </a:cubicBezTo>
                <a:lnTo>
                  <a:pt x="2159932" y="1332716"/>
                </a:lnTo>
                <a:cubicBezTo>
                  <a:pt x="2035907" y="1404322"/>
                  <a:pt x="1877317" y="1361827"/>
                  <a:pt x="1805710" y="1237802"/>
                </a:cubicBezTo>
                <a:lnTo>
                  <a:pt x="1505461" y="717754"/>
                </a:lnTo>
                <a:cubicBezTo>
                  <a:pt x="1433855" y="593728"/>
                  <a:pt x="1476349" y="435138"/>
                  <a:pt x="1600374" y="363532"/>
                </a:cubicBezTo>
                <a:cubicBezTo>
                  <a:pt x="1646884" y="336680"/>
                  <a:pt x="1698254" y="325873"/>
                  <a:pt x="1748075" y="329394"/>
                </a:cubicBezTo>
                <a:close/>
                <a:moveTo>
                  <a:pt x="3233761" y="0"/>
                </a:moveTo>
                <a:cubicBezTo>
                  <a:pt x="3376973" y="0"/>
                  <a:pt x="3493069" y="116096"/>
                  <a:pt x="3493069" y="259308"/>
                </a:cubicBezTo>
                <a:cubicBezTo>
                  <a:pt x="3493069" y="459475"/>
                  <a:pt x="3493068" y="659642"/>
                  <a:pt x="3493068" y="859809"/>
                </a:cubicBezTo>
                <a:cubicBezTo>
                  <a:pt x="3493068" y="1003021"/>
                  <a:pt x="3376972" y="1119117"/>
                  <a:pt x="3233760" y="1119117"/>
                </a:cubicBezTo>
                <a:lnTo>
                  <a:pt x="3233761" y="1119116"/>
                </a:lnTo>
                <a:cubicBezTo>
                  <a:pt x="3090549" y="1119116"/>
                  <a:pt x="2974453" y="1003020"/>
                  <a:pt x="2974453" y="859808"/>
                </a:cubicBezTo>
                <a:lnTo>
                  <a:pt x="2974453" y="259308"/>
                </a:lnTo>
                <a:cubicBezTo>
                  <a:pt x="2974453" y="116096"/>
                  <a:pt x="3090549" y="0"/>
                  <a:pt x="323376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任意多边形 84"/>
          <p:cNvSpPr>
            <a:spLocks noChangeAspect="1"/>
          </p:cNvSpPr>
          <p:nvPr/>
        </p:nvSpPr>
        <p:spPr>
          <a:xfrm>
            <a:off x="11145598" y="496122"/>
            <a:ext cx="422102" cy="360000"/>
          </a:xfrm>
          <a:custGeom>
            <a:avLst/>
            <a:gdLst>
              <a:gd name="connsiteX0" fmla="*/ 2893325 w 5936776"/>
              <a:gd name="connsiteY0" fmla="*/ 3056911 h 5063320"/>
              <a:gd name="connsiteX1" fmla="*/ 2317114 w 5936776"/>
              <a:gd name="connsiteY1" fmla="*/ 3476987 h 5063320"/>
              <a:gd name="connsiteX2" fmla="*/ 2893325 w 5936776"/>
              <a:gd name="connsiteY2" fmla="*/ 3897063 h 5063320"/>
              <a:gd name="connsiteX3" fmla="*/ 3469536 w 5936776"/>
              <a:gd name="connsiteY3" fmla="*/ 3476987 h 5063320"/>
              <a:gd name="connsiteX4" fmla="*/ 2893325 w 5936776"/>
              <a:gd name="connsiteY4" fmla="*/ 3056911 h 5063320"/>
              <a:gd name="connsiteX5" fmla="*/ 2893325 w 5936776"/>
              <a:gd name="connsiteY5" fmla="*/ 1780439 h 5063320"/>
              <a:gd name="connsiteX6" fmla="*/ 2364474 w 5936776"/>
              <a:gd name="connsiteY6" fmla="*/ 2165988 h 5063320"/>
              <a:gd name="connsiteX7" fmla="*/ 2893325 w 5936776"/>
              <a:gd name="connsiteY7" fmla="*/ 2551537 h 5063320"/>
              <a:gd name="connsiteX8" fmla="*/ 3422176 w 5936776"/>
              <a:gd name="connsiteY8" fmla="*/ 2165988 h 5063320"/>
              <a:gd name="connsiteX9" fmla="*/ 2893325 w 5936776"/>
              <a:gd name="connsiteY9" fmla="*/ 1780439 h 5063320"/>
              <a:gd name="connsiteX10" fmla="*/ 2893325 w 5936776"/>
              <a:gd name="connsiteY10" fmla="*/ 1394890 h 5063320"/>
              <a:gd name="connsiteX11" fmla="*/ 3807725 w 5936776"/>
              <a:gd name="connsiteY11" fmla="*/ 2165988 h 5063320"/>
              <a:gd name="connsiteX12" fmla="*/ 3539904 w 5936776"/>
              <a:gd name="connsiteY12" fmla="*/ 2711237 h 5063320"/>
              <a:gd name="connsiteX13" fmla="*/ 3444480 w 5936776"/>
              <a:gd name="connsiteY13" fmla="*/ 2777630 h 5063320"/>
              <a:gd name="connsiteX14" fmla="*/ 3450359 w 5936776"/>
              <a:gd name="connsiteY14" fmla="*/ 2780321 h 5063320"/>
              <a:gd name="connsiteX15" fmla="*/ 3889612 w 5936776"/>
              <a:gd name="connsiteY15" fmla="*/ 3476987 h 5063320"/>
              <a:gd name="connsiteX16" fmla="*/ 2893325 w 5936776"/>
              <a:gd name="connsiteY16" fmla="*/ 4317138 h 5063320"/>
              <a:gd name="connsiteX17" fmla="*/ 1897038 w 5936776"/>
              <a:gd name="connsiteY17" fmla="*/ 3476987 h 5063320"/>
              <a:gd name="connsiteX18" fmla="*/ 2336292 w 5936776"/>
              <a:gd name="connsiteY18" fmla="*/ 2780321 h 5063320"/>
              <a:gd name="connsiteX19" fmla="*/ 2342170 w 5936776"/>
              <a:gd name="connsiteY19" fmla="*/ 2777630 h 5063320"/>
              <a:gd name="connsiteX20" fmla="*/ 2246747 w 5936776"/>
              <a:gd name="connsiteY20" fmla="*/ 2711237 h 5063320"/>
              <a:gd name="connsiteX21" fmla="*/ 1978925 w 5936776"/>
              <a:gd name="connsiteY21" fmla="*/ 2165988 h 5063320"/>
              <a:gd name="connsiteX22" fmla="*/ 2893325 w 5936776"/>
              <a:gd name="connsiteY22" fmla="*/ 1394890 h 5063320"/>
              <a:gd name="connsiteX23" fmla="*/ 419658 w 5936776"/>
              <a:gd name="connsiteY23" fmla="*/ 815443 h 5063320"/>
              <a:gd name="connsiteX24" fmla="*/ 419658 w 5936776"/>
              <a:gd name="connsiteY24" fmla="*/ 4643662 h 5063320"/>
              <a:gd name="connsiteX25" fmla="*/ 5517118 w 5936776"/>
              <a:gd name="connsiteY25" fmla="*/ 4643662 h 5063320"/>
              <a:gd name="connsiteX26" fmla="*/ 5517118 w 5936776"/>
              <a:gd name="connsiteY26" fmla="*/ 815443 h 5063320"/>
              <a:gd name="connsiteX27" fmla="*/ 5172501 w 5936776"/>
              <a:gd name="connsiteY27" fmla="*/ 815443 h 5063320"/>
              <a:gd name="connsiteX28" fmla="*/ 5172501 w 5936776"/>
              <a:gd name="connsiteY28" fmla="*/ 896599 h 5063320"/>
              <a:gd name="connsiteX29" fmla="*/ 4977279 w 5936776"/>
              <a:gd name="connsiteY29" fmla="*/ 1091821 h 5063320"/>
              <a:gd name="connsiteX30" fmla="*/ 4794517 w 5936776"/>
              <a:gd name="connsiteY30" fmla="*/ 1091821 h 5063320"/>
              <a:gd name="connsiteX31" fmla="*/ 4599295 w 5936776"/>
              <a:gd name="connsiteY31" fmla="*/ 896599 h 5063320"/>
              <a:gd name="connsiteX32" fmla="*/ 4599295 w 5936776"/>
              <a:gd name="connsiteY32" fmla="*/ 815443 h 5063320"/>
              <a:gd name="connsiteX33" fmla="*/ 3889611 w 5936776"/>
              <a:gd name="connsiteY33" fmla="*/ 815443 h 5063320"/>
              <a:gd name="connsiteX34" fmla="*/ 3889611 w 5936776"/>
              <a:gd name="connsiteY34" fmla="*/ 896599 h 5063320"/>
              <a:gd name="connsiteX35" fmla="*/ 3694389 w 5936776"/>
              <a:gd name="connsiteY35" fmla="*/ 1091821 h 5063320"/>
              <a:gd name="connsiteX36" fmla="*/ 3511627 w 5936776"/>
              <a:gd name="connsiteY36" fmla="*/ 1091821 h 5063320"/>
              <a:gd name="connsiteX37" fmla="*/ 3316405 w 5936776"/>
              <a:gd name="connsiteY37" fmla="*/ 896599 h 5063320"/>
              <a:gd name="connsiteX38" fmla="*/ 3316405 w 5936776"/>
              <a:gd name="connsiteY38" fmla="*/ 815443 h 5063320"/>
              <a:gd name="connsiteX39" fmla="*/ 2606722 w 5936776"/>
              <a:gd name="connsiteY39" fmla="*/ 815443 h 5063320"/>
              <a:gd name="connsiteX40" fmla="*/ 2606722 w 5936776"/>
              <a:gd name="connsiteY40" fmla="*/ 896599 h 5063320"/>
              <a:gd name="connsiteX41" fmla="*/ 2411500 w 5936776"/>
              <a:gd name="connsiteY41" fmla="*/ 1091821 h 5063320"/>
              <a:gd name="connsiteX42" fmla="*/ 2228738 w 5936776"/>
              <a:gd name="connsiteY42" fmla="*/ 1091821 h 5063320"/>
              <a:gd name="connsiteX43" fmla="*/ 2033516 w 5936776"/>
              <a:gd name="connsiteY43" fmla="*/ 896599 h 5063320"/>
              <a:gd name="connsiteX44" fmla="*/ 2033516 w 5936776"/>
              <a:gd name="connsiteY44" fmla="*/ 815443 h 5063320"/>
              <a:gd name="connsiteX45" fmla="*/ 1323833 w 5936776"/>
              <a:gd name="connsiteY45" fmla="*/ 815443 h 5063320"/>
              <a:gd name="connsiteX46" fmla="*/ 1323833 w 5936776"/>
              <a:gd name="connsiteY46" fmla="*/ 896599 h 5063320"/>
              <a:gd name="connsiteX47" fmla="*/ 1128611 w 5936776"/>
              <a:gd name="connsiteY47" fmla="*/ 1091821 h 5063320"/>
              <a:gd name="connsiteX48" fmla="*/ 945849 w 5936776"/>
              <a:gd name="connsiteY48" fmla="*/ 1091821 h 5063320"/>
              <a:gd name="connsiteX49" fmla="*/ 750627 w 5936776"/>
              <a:gd name="connsiteY49" fmla="*/ 896599 h 5063320"/>
              <a:gd name="connsiteX50" fmla="*/ 750627 w 5936776"/>
              <a:gd name="connsiteY50" fmla="*/ 815443 h 5063320"/>
              <a:gd name="connsiteX51" fmla="*/ 945849 w 5936776"/>
              <a:gd name="connsiteY51" fmla="*/ 0 h 5063320"/>
              <a:gd name="connsiteX52" fmla="*/ 1128611 w 5936776"/>
              <a:gd name="connsiteY52" fmla="*/ 0 h 5063320"/>
              <a:gd name="connsiteX53" fmla="*/ 1323833 w 5936776"/>
              <a:gd name="connsiteY53" fmla="*/ 195222 h 5063320"/>
              <a:gd name="connsiteX54" fmla="*/ 1323833 w 5936776"/>
              <a:gd name="connsiteY54" fmla="*/ 395785 h 5063320"/>
              <a:gd name="connsiteX55" fmla="*/ 2033516 w 5936776"/>
              <a:gd name="connsiteY55" fmla="*/ 395785 h 5063320"/>
              <a:gd name="connsiteX56" fmla="*/ 2033516 w 5936776"/>
              <a:gd name="connsiteY56" fmla="*/ 195222 h 5063320"/>
              <a:gd name="connsiteX57" fmla="*/ 2228738 w 5936776"/>
              <a:gd name="connsiteY57" fmla="*/ 0 h 5063320"/>
              <a:gd name="connsiteX58" fmla="*/ 2411500 w 5936776"/>
              <a:gd name="connsiteY58" fmla="*/ 0 h 5063320"/>
              <a:gd name="connsiteX59" fmla="*/ 2606722 w 5936776"/>
              <a:gd name="connsiteY59" fmla="*/ 195222 h 5063320"/>
              <a:gd name="connsiteX60" fmla="*/ 2606722 w 5936776"/>
              <a:gd name="connsiteY60" fmla="*/ 395785 h 5063320"/>
              <a:gd name="connsiteX61" fmla="*/ 3316405 w 5936776"/>
              <a:gd name="connsiteY61" fmla="*/ 395785 h 5063320"/>
              <a:gd name="connsiteX62" fmla="*/ 3316405 w 5936776"/>
              <a:gd name="connsiteY62" fmla="*/ 195222 h 5063320"/>
              <a:gd name="connsiteX63" fmla="*/ 3511627 w 5936776"/>
              <a:gd name="connsiteY63" fmla="*/ 0 h 5063320"/>
              <a:gd name="connsiteX64" fmla="*/ 3694389 w 5936776"/>
              <a:gd name="connsiteY64" fmla="*/ 0 h 5063320"/>
              <a:gd name="connsiteX65" fmla="*/ 3889611 w 5936776"/>
              <a:gd name="connsiteY65" fmla="*/ 195222 h 5063320"/>
              <a:gd name="connsiteX66" fmla="*/ 3889611 w 5936776"/>
              <a:gd name="connsiteY66" fmla="*/ 395785 h 5063320"/>
              <a:gd name="connsiteX67" fmla="*/ 4599295 w 5936776"/>
              <a:gd name="connsiteY67" fmla="*/ 395785 h 5063320"/>
              <a:gd name="connsiteX68" fmla="*/ 4599295 w 5936776"/>
              <a:gd name="connsiteY68" fmla="*/ 195222 h 5063320"/>
              <a:gd name="connsiteX69" fmla="*/ 4794517 w 5936776"/>
              <a:gd name="connsiteY69" fmla="*/ 0 h 5063320"/>
              <a:gd name="connsiteX70" fmla="*/ 4977279 w 5936776"/>
              <a:gd name="connsiteY70" fmla="*/ 0 h 5063320"/>
              <a:gd name="connsiteX71" fmla="*/ 5172501 w 5936776"/>
              <a:gd name="connsiteY71" fmla="*/ 195222 h 5063320"/>
              <a:gd name="connsiteX72" fmla="*/ 5172501 w 5936776"/>
              <a:gd name="connsiteY72" fmla="*/ 395785 h 5063320"/>
              <a:gd name="connsiteX73" fmla="*/ 5936776 w 5936776"/>
              <a:gd name="connsiteY73" fmla="*/ 395785 h 5063320"/>
              <a:gd name="connsiteX74" fmla="*/ 5936776 w 5936776"/>
              <a:gd name="connsiteY74" fmla="*/ 5063320 h 5063320"/>
              <a:gd name="connsiteX75" fmla="*/ 0 w 5936776"/>
              <a:gd name="connsiteY75" fmla="*/ 5063320 h 5063320"/>
              <a:gd name="connsiteX76" fmla="*/ 0 w 5936776"/>
              <a:gd name="connsiteY76" fmla="*/ 395785 h 5063320"/>
              <a:gd name="connsiteX77" fmla="*/ 750627 w 5936776"/>
              <a:gd name="connsiteY77" fmla="*/ 395785 h 5063320"/>
              <a:gd name="connsiteX78" fmla="*/ 750627 w 5936776"/>
              <a:gd name="connsiteY78" fmla="*/ 195222 h 5063320"/>
              <a:gd name="connsiteX79" fmla="*/ 945849 w 5936776"/>
              <a:gd name="connsiteY79" fmla="*/ 0 h 506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5936776" h="5063320">
                <a:moveTo>
                  <a:pt x="2893325" y="3056911"/>
                </a:moveTo>
                <a:cubicBezTo>
                  <a:pt x="2575092" y="3056911"/>
                  <a:pt x="2317114" y="3244985"/>
                  <a:pt x="2317114" y="3476987"/>
                </a:cubicBezTo>
                <a:cubicBezTo>
                  <a:pt x="2317114" y="3708989"/>
                  <a:pt x="2575092" y="3897063"/>
                  <a:pt x="2893325" y="3897063"/>
                </a:cubicBezTo>
                <a:cubicBezTo>
                  <a:pt x="3211558" y="3897063"/>
                  <a:pt x="3469536" y="3708989"/>
                  <a:pt x="3469536" y="3476987"/>
                </a:cubicBezTo>
                <a:cubicBezTo>
                  <a:pt x="3469536" y="3244985"/>
                  <a:pt x="3211558" y="3056911"/>
                  <a:pt x="2893325" y="3056911"/>
                </a:cubicBezTo>
                <a:close/>
                <a:moveTo>
                  <a:pt x="2893325" y="1780439"/>
                </a:moveTo>
                <a:cubicBezTo>
                  <a:pt x="2601249" y="1780439"/>
                  <a:pt x="2364474" y="1953055"/>
                  <a:pt x="2364474" y="2165988"/>
                </a:cubicBezTo>
                <a:cubicBezTo>
                  <a:pt x="2364474" y="2378921"/>
                  <a:pt x="2601249" y="2551537"/>
                  <a:pt x="2893325" y="2551537"/>
                </a:cubicBezTo>
                <a:cubicBezTo>
                  <a:pt x="3185401" y="2551537"/>
                  <a:pt x="3422176" y="2378921"/>
                  <a:pt x="3422176" y="2165988"/>
                </a:cubicBezTo>
                <a:cubicBezTo>
                  <a:pt x="3422176" y="1953055"/>
                  <a:pt x="3185401" y="1780439"/>
                  <a:pt x="2893325" y="1780439"/>
                </a:cubicBezTo>
                <a:close/>
                <a:moveTo>
                  <a:pt x="2893325" y="1394890"/>
                </a:moveTo>
                <a:cubicBezTo>
                  <a:pt x="3398334" y="1394890"/>
                  <a:pt x="3807725" y="1740122"/>
                  <a:pt x="3807725" y="2165988"/>
                </a:cubicBezTo>
                <a:cubicBezTo>
                  <a:pt x="3807725" y="2378921"/>
                  <a:pt x="3705377" y="2571695"/>
                  <a:pt x="3539904" y="2711237"/>
                </a:cubicBezTo>
                <a:lnTo>
                  <a:pt x="3444480" y="2777630"/>
                </a:lnTo>
                <a:lnTo>
                  <a:pt x="3450359" y="2780321"/>
                </a:lnTo>
                <a:cubicBezTo>
                  <a:pt x="3715373" y="2931302"/>
                  <a:pt x="3889612" y="3186985"/>
                  <a:pt x="3889612" y="3476987"/>
                </a:cubicBezTo>
                <a:cubicBezTo>
                  <a:pt x="3889612" y="3940990"/>
                  <a:pt x="3443559" y="4317138"/>
                  <a:pt x="2893325" y="4317138"/>
                </a:cubicBezTo>
                <a:cubicBezTo>
                  <a:pt x="2343091" y="4317138"/>
                  <a:pt x="1897038" y="3940990"/>
                  <a:pt x="1897038" y="3476987"/>
                </a:cubicBezTo>
                <a:cubicBezTo>
                  <a:pt x="1897038" y="3186985"/>
                  <a:pt x="2071278" y="2931302"/>
                  <a:pt x="2336292" y="2780321"/>
                </a:cubicBezTo>
                <a:lnTo>
                  <a:pt x="2342170" y="2777630"/>
                </a:lnTo>
                <a:lnTo>
                  <a:pt x="2246747" y="2711237"/>
                </a:lnTo>
                <a:cubicBezTo>
                  <a:pt x="2081273" y="2571695"/>
                  <a:pt x="1978925" y="2378921"/>
                  <a:pt x="1978925" y="2165988"/>
                </a:cubicBezTo>
                <a:cubicBezTo>
                  <a:pt x="1978925" y="1740122"/>
                  <a:pt x="2388316" y="1394890"/>
                  <a:pt x="2893325" y="1394890"/>
                </a:cubicBezTo>
                <a:close/>
                <a:moveTo>
                  <a:pt x="419658" y="815443"/>
                </a:moveTo>
                <a:lnTo>
                  <a:pt x="419658" y="4643662"/>
                </a:lnTo>
                <a:lnTo>
                  <a:pt x="5517118" y="4643662"/>
                </a:lnTo>
                <a:lnTo>
                  <a:pt x="5517118" y="815443"/>
                </a:lnTo>
                <a:lnTo>
                  <a:pt x="5172501" y="815443"/>
                </a:lnTo>
                <a:lnTo>
                  <a:pt x="5172501" y="896599"/>
                </a:lnTo>
                <a:cubicBezTo>
                  <a:pt x="5172501" y="1004417"/>
                  <a:pt x="5085097" y="1091821"/>
                  <a:pt x="4977279" y="1091821"/>
                </a:cubicBezTo>
                <a:lnTo>
                  <a:pt x="4794517" y="1091821"/>
                </a:lnTo>
                <a:cubicBezTo>
                  <a:pt x="4686699" y="1091821"/>
                  <a:pt x="4599295" y="1004417"/>
                  <a:pt x="4599295" y="896599"/>
                </a:cubicBezTo>
                <a:lnTo>
                  <a:pt x="4599295" y="815443"/>
                </a:lnTo>
                <a:lnTo>
                  <a:pt x="3889611" y="815443"/>
                </a:lnTo>
                <a:lnTo>
                  <a:pt x="3889611" y="896599"/>
                </a:lnTo>
                <a:cubicBezTo>
                  <a:pt x="3889611" y="1004417"/>
                  <a:pt x="3802207" y="1091821"/>
                  <a:pt x="3694389" y="1091821"/>
                </a:cubicBezTo>
                <a:lnTo>
                  <a:pt x="3511627" y="1091821"/>
                </a:lnTo>
                <a:cubicBezTo>
                  <a:pt x="3403809" y="1091821"/>
                  <a:pt x="3316405" y="1004417"/>
                  <a:pt x="3316405" y="896599"/>
                </a:cubicBezTo>
                <a:lnTo>
                  <a:pt x="3316405" y="815443"/>
                </a:lnTo>
                <a:lnTo>
                  <a:pt x="2606722" y="815443"/>
                </a:lnTo>
                <a:lnTo>
                  <a:pt x="2606722" y="896599"/>
                </a:lnTo>
                <a:cubicBezTo>
                  <a:pt x="2606722" y="1004417"/>
                  <a:pt x="2519318" y="1091821"/>
                  <a:pt x="2411500" y="1091821"/>
                </a:cubicBezTo>
                <a:lnTo>
                  <a:pt x="2228738" y="1091821"/>
                </a:lnTo>
                <a:cubicBezTo>
                  <a:pt x="2120920" y="1091821"/>
                  <a:pt x="2033516" y="1004417"/>
                  <a:pt x="2033516" y="896599"/>
                </a:cubicBezTo>
                <a:lnTo>
                  <a:pt x="2033516" y="815443"/>
                </a:lnTo>
                <a:lnTo>
                  <a:pt x="1323833" y="815443"/>
                </a:lnTo>
                <a:lnTo>
                  <a:pt x="1323833" y="896599"/>
                </a:lnTo>
                <a:cubicBezTo>
                  <a:pt x="1323833" y="1004417"/>
                  <a:pt x="1236429" y="1091821"/>
                  <a:pt x="1128611" y="1091821"/>
                </a:cubicBezTo>
                <a:lnTo>
                  <a:pt x="945849" y="1091821"/>
                </a:lnTo>
                <a:cubicBezTo>
                  <a:pt x="838031" y="1091821"/>
                  <a:pt x="750627" y="1004417"/>
                  <a:pt x="750627" y="896599"/>
                </a:cubicBezTo>
                <a:lnTo>
                  <a:pt x="750627" y="815443"/>
                </a:lnTo>
                <a:close/>
                <a:moveTo>
                  <a:pt x="945849" y="0"/>
                </a:moveTo>
                <a:lnTo>
                  <a:pt x="1128611" y="0"/>
                </a:lnTo>
                <a:cubicBezTo>
                  <a:pt x="1236429" y="0"/>
                  <a:pt x="1323833" y="87404"/>
                  <a:pt x="1323833" y="195222"/>
                </a:cubicBezTo>
                <a:lnTo>
                  <a:pt x="1323833" y="395785"/>
                </a:lnTo>
                <a:lnTo>
                  <a:pt x="2033516" y="395785"/>
                </a:lnTo>
                <a:lnTo>
                  <a:pt x="2033516" y="195222"/>
                </a:lnTo>
                <a:cubicBezTo>
                  <a:pt x="2033516" y="87404"/>
                  <a:pt x="2120920" y="0"/>
                  <a:pt x="2228738" y="0"/>
                </a:cubicBezTo>
                <a:lnTo>
                  <a:pt x="2411500" y="0"/>
                </a:lnTo>
                <a:cubicBezTo>
                  <a:pt x="2519318" y="0"/>
                  <a:pt x="2606722" y="87404"/>
                  <a:pt x="2606722" y="195222"/>
                </a:cubicBezTo>
                <a:lnTo>
                  <a:pt x="2606722" y="395785"/>
                </a:lnTo>
                <a:lnTo>
                  <a:pt x="3316405" y="395785"/>
                </a:lnTo>
                <a:lnTo>
                  <a:pt x="3316405" y="195222"/>
                </a:lnTo>
                <a:cubicBezTo>
                  <a:pt x="3316405" y="87404"/>
                  <a:pt x="3403809" y="0"/>
                  <a:pt x="3511627" y="0"/>
                </a:cubicBezTo>
                <a:lnTo>
                  <a:pt x="3694389" y="0"/>
                </a:lnTo>
                <a:cubicBezTo>
                  <a:pt x="3802207" y="0"/>
                  <a:pt x="3889611" y="87404"/>
                  <a:pt x="3889611" y="195222"/>
                </a:cubicBezTo>
                <a:lnTo>
                  <a:pt x="3889611" y="395785"/>
                </a:lnTo>
                <a:lnTo>
                  <a:pt x="4599295" y="395785"/>
                </a:lnTo>
                <a:lnTo>
                  <a:pt x="4599295" y="195222"/>
                </a:lnTo>
                <a:cubicBezTo>
                  <a:pt x="4599295" y="87404"/>
                  <a:pt x="4686699" y="0"/>
                  <a:pt x="4794517" y="0"/>
                </a:cubicBezTo>
                <a:lnTo>
                  <a:pt x="4977279" y="0"/>
                </a:lnTo>
                <a:cubicBezTo>
                  <a:pt x="5085097" y="0"/>
                  <a:pt x="5172501" y="87404"/>
                  <a:pt x="5172501" y="195222"/>
                </a:cubicBezTo>
                <a:lnTo>
                  <a:pt x="5172501" y="395785"/>
                </a:lnTo>
                <a:lnTo>
                  <a:pt x="5936776" y="395785"/>
                </a:lnTo>
                <a:lnTo>
                  <a:pt x="5936776" y="5063320"/>
                </a:lnTo>
                <a:lnTo>
                  <a:pt x="0" y="5063320"/>
                </a:lnTo>
                <a:lnTo>
                  <a:pt x="0" y="395785"/>
                </a:lnTo>
                <a:lnTo>
                  <a:pt x="750627" y="395785"/>
                </a:lnTo>
                <a:lnTo>
                  <a:pt x="750627" y="195222"/>
                </a:lnTo>
                <a:cubicBezTo>
                  <a:pt x="750627" y="87404"/>
                  <a:pt x="838031" y="0"/>
                  <a:pt x="94584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8" name="任意多边形 87"/>
          <p:cNvSpPr>
            <a:spLocks noChangeAspect="1"/>
          </p:cNvSpPr>
          <p:nvPr/>
        </p:nvSpPr>
        <p:spPr>
          <a:xfrm>
            <a:off x="8753716" y="1284391"/>
            <a:ext cx="360000" cy="360000"/>
          </a:xfrm>
          <a:custGeom>
            <a:avLst/>
            <a:gdLst>
              <a:gd name="connsiteX0" fmla="*/ 3568894 w 5445456"/>
              <a:gd name="connsiteY0" fmla="*/ 1433015 h 5445456"/>
              <a:gd name="connsiteX1" fmla="*/ 3650777 w 5445456"/>
              <a:gd name="connsiteY1" fmla="*/ 1433015 h 5445456"/>
              <a:gd name="connsiteX2" fmla="*/ 3875967 w 5445456"/>
              <a:gd name="connsiteY2" fmla="*/ 1658205 h 5445456"/>
              <a:gd name="connsiteX3" fmla="*/ 3875967 w 5445456"/>
              <a:gd name="connsiteY3" fmla="*/ 2654487 h 5445456"/>
              <a:gd name="connsiteX4" fmla="*/ 3650777 w 5445456"/>
              <a:gd name="connsiteY4" fmla="*/ 2879677 h 5445456"/>
              <a:gd name="connsiteX5" fmla="*/ 3568894 w 5445456"/>
              <a:gd name="connsiteY5" fmla="*/ 2879677 h 5445456"/>
              <a:gd name="connsiteX6" fmla="*/ 3343704 w 5445456"/>
              <a:gd name="connsiteY6" fmla="*/ 2654487 h 5445456"/>
              <a:gd name="connsiteX7" fmla="*/ 3343704 w 5445456"/>
              <a:gd name="connsiteY7" fmla="*/ 1658205 h 5445456"/>
              <a:gd name="connsiteX8" fmla="*/ 3568894 w 5445456"/>
              <a:gd name="connsiteY8" fmla="*/ 1433015 h 5445456"/>
              <a:gd name="connsiteX9" fmla="*/ 1890218 w 5445456"/>
              <a:gd name="connsiteY9" fmla="*/ 1433015 h 5445456"/>
              <a:gd name="connsiteX10" fmla="*/ 1972101 w 5445456"/>
              <a:gd name="connsiteY10" fmla="*/ 1433015 h 5445456"/>
              <a:gd name="connsiteX11" fmla="*/ 2197291 w 5445456"/>
              <a:gd name="connsiteY11" fmla="*/ 1658205 h 5445456"/>
              <a:gd name="connsiteX12" fmla="*/ 2197291 w 5445456"/>
              <a:gd name="connsiteY12" fmla="*/ 2654487 h 5445456"/>
              <a:gd name="connsiteX13" fmla="*/ 1972101 w 5445456"/>
              <a:gd name="connsiteY13" fmla="*/ 2879677 h 5445456"/>
              <a:gd name="connsiteX14" fmla="*/ 1890218 w 5445456"/>
              <a:gd name="connsiteY14" fmla="*/ 2879677 h 5445456"/>
              <a:gd name="connsiteX15" fmla="*/ 1665028 w 5445456"/>
              <a:gd name="connsiteY15" fmla="*/ 2654487 h 5445456"/>
              <a:gd name="connsiteX16" fmla="*/ 1665028 w 5445456"/>
              <a:gd name="connsiteY16" fmla="*/ 1658205 h 5445456"/>
              <a:gd name="connsiteX17" fmla="*/ 1890218 w 5445456"/>
              <a:gd name="connsiteY17" fmla="*/ 1433015 h 5445456"/>
              <a:gd name="connsiteX18" fmla="*/ 2722728 w 5445456"/>
              <a:gd name="connsiteY18" fmla="*/ 569431 h 5445456"/>
              <a:gd name="connsiteX19" fmla="*/ 569431 w 5445456"/>
              <a:gd name="connsiteY19" fmla="*/ 2722728 h 5445456"/>
              <a:gd name="connsiteX20" fmla="*/ 2722728 w 5445456"/>
              <a:gd name="connsiteY20" fmla="*/ 4876025 h 5445456"/>
              <a:gd name="connsiteX21" fmla="*/ 4876025 w 5445456"/>
              <a:gd name="connsiteY21" fmla="*/ 2722728 h 5445456"/>
              <a:gd name="connsiteX22" fmla="*/ 2722728 w 5445456"/>
              <a:gd name="connsiteY22" fmla="*/ 569431 h 5445456"/>
              <a:gd name="connsiteX23" fmla="*/ 2722728 w 5445456"/>
              <a:gd name="connsiteY23" fmla="*/ 0 h 5445456"/>
              <a:gd name="connsiteX24" fmla="*/ 5445456 w 5445456"/>
              <a:gd name="connsiteY24" fmla="*/ 2722728 h 5445456"/>
              <a:gd name="connsiteX25" fmla="*/ 2722728 w 5445456"/>
              <a:gd name="connsiteY25" fmla="*/ 5445456 h 5445456"/>
              <a:gd name="connsiteX26" fmla="*/ 0 w 5445456"/>
              <a:gd name="connsiteY26" fmla="*/ 2722728 h 5445456"/>
              <a:gd name="connsiteX27" fmla="*/ 2722728 w 5445456"/>
              <a:gd name="connsiteY27" fmla="*/ 0 h 5445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45456" h="5445456">
                <a:moveTo>
                  <a:pt x="3568894" y="1433015"/>
                </a:moveTo>
                <a:lnTo>
                  <a:pt x="3650777" y="1433015"/>
                </a:lnTo>
                <a:cubicBezTo>
                  <a:pt x="3775146" y="1433015"/>
                  <a:pt x="3875967" y="1533836"/>
                  <a:pt x="3875967" y="1658205"/>
                </a:cubicBezTo>
                <a:lnTo>
                  <a:pt x="3875967" y="2654487"/>
                </a:lnTo>
                <a:cubicBezTo>
                  <a:pt x="3875967" y="2778856"/>
                  <a:pt x="3775146" y="2879677"/>
                  <a:pt x="3650777" y="2879677"/>
                </a:cubicBezTo>
                <a:lnTo>
                  <a:pt x="3568894" y="2879677"/>
                </a:lnTo>
                <a:cubicBezTo>
                  <a:pt x="3444525" y="2879677"/>
                  <a:pt x="3343704" y="2778856"/>
                  <a:pt x="3343704" y="2654487"/>
                </a:cubicBezTo>
                <a:lnTo>
                  <a:pt x="3343704" y="1658205"/>
                </a:lnTo>
                <a:cubicBezTo>
                  <a:pt x="3343704" y="1533836"/>
                  <a:pt x="3444525" y="1433015"/>
                  <a:pt x="3568894" y="1433015"/>
                </a:cubicBezTo>
                <a:close/>
                <a:moveTo>
                  <a:pt x="1890218" y="1433015"/>
                </a:moveTo>
                <a:lnTo>
                  <a:pt x="1972101" y="1433015"/>
                </a:lnTo>
                <a:cubicBezTo>
                  <a:pt x="2096470" y="1433015"/>
                  <a:pt x="2197291" y="1533836"/>
                  <a:pt x="2197291" y="1658205"/>
                </a:cubicBezTo>
                <a:lnTo>
                  <a:pt x="2197291" y="2654487"/>
                </a:lnTo>
                <a:cubicBezTo>
                  <a:pt x="2197291" y="2778856"/>
                  <a:pt x="2096470" y="2879677"/>
                  <a:pt x="1972101" y="2879677"/>
                </a:cubicBezTo>
                <a:lnTo>
                  <a:pt x="1890218" y="2879677"/>
                </a:lnTo>
                <a:cubicBezTo>
                  <a:pt x="1765849" y="2879677"/>
                  <a:pt x="1665028" y="2778856"/>
                  <a:pt x="1665028" y="2654487"/>
                </a:cubicBezTo>
                <a:lnTo>
                  <a:pt x="1665028" y="1658205"/>
                </a:lnTo>
                <a:cubicBezTo>
                  <a:pt x="1665028" y="1533836"/>
                  <a:pt x="1765849" y="1433015"/>
                  <a:pt x="1890218" y="1433015"/>
                </a:cubicBezTo>
                <a:close/>
                <a:moveTo>
                  <a:pt x="2722728" y="569431"/>
                </a:moveTo>
                <a:cubicBezTo>
                  <a:pt x="1533495" y="569431"/>
                  <a:pt x="569431" y="1533495"/>
                  <a:pt x="569431" y="2722728"/>
                </a:cubicBezTo>
                <a:cubicBezTo>
                  <a:pt x="569431" y="3911961"/>
                  <a:pt x="1533495" y="4876025"/>
                  <a:pt x="2722728" y="4876025"/>
                </a:cubicBezTo>
                <a:cubicBezTo>
                  <a:pt x="3911961" y="4876025"/>
                  <a:pt x="4876025" y="3911961"/>
                  <a:pt x="4876025" y="2722728"/>
                </a:cubicBezTo>
                <a:cubicBezTo>
                  <a:pt x="4876025" y="1533495"/>
                  <a:pt x="3911961" y="569431"/>
                  <a:pt x="2722728" y="569431"/>
                </a:cubicBezTo>
                <a:close/>
                <a:moveTo>
                  <a:pt x="2722728" y="0"/>
                </a:moveTo>
                <a:cubicBezTo>
                  <a:pt x="4226449" y="0"/>
                  <a:pt x="5445456" y="1219007"/>
                  <a:pt x="5445456" y="2722728"/>
                </a:cubicBezTo>
                <a:cubicBezTo>
                  <a:pt x="5445456" y="4226449"/>
                  <a:pt x="4226449" y="5445456"/>
                  <a:pt x="2722728" y="5445456"/>
                </a:cubicBezTo>
                <a:cubicBezTo>
                  <a:pt x="1219007" y="5445456"/>
                  <a:pt x="0" y="4226449"/>
                  <a:pt x="0" y="2722728"/>
                </a:cubicBezTo>
                <a:cubicBezTo>
                  <a:pt x="0" y="1219007"/>
                  <a:pt x="1219007" y="0"/>
                  <a:pt x="27227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88"/>
          <p:cNvSpPr>
            <a:spLocks noChangeAspect="1"/>
          </p:cNvSpPr>
          <p:nvPr/>
        </p:nvSpPr>
        <p:spPr>
          <a:xfrm>
            <a:off x="8753716" y="2072661"/>
            <a:ext cx="360000" cy="360000"/>
          </a:xfrm>
          <a:custGeom>
            <a:avLst/>
            <a:gdLst>
              <a:gd name="connsiteX0" fmla="*/ 2285999 w 4872252"/>
              <a:gd name="connsiteY0" fmla="*/ 4135272 h 4872252"/>
              <a:gd name="connsiteX1" fmla="*/ 2586250 w 4872252"/>
              <a:gd name="connsiteY1" fmla="*/ 4135272 h 4872252"/>
              <a:gd name="connsiteX2" fmla="*/ 2586250 w 4872252"/>
              <a:gd name="connsiteY2" fmla="*/ 4435523 h 4872252"/>
              <a:gd name="connsiteX3" fmla="*/ 2285999 w 4872252"/>
              <a:gd name="connsiteY3" fmla="*/ 4435523 h 4872252"/>
              <a:gd name="connsiteX4" fmla="*/ 4169390 w 4872252"/>
              <a:gd name="connsiteY4" fmla="*/ 2285999 h 4872252"/>
              <a:gd name="connsiteX5" fmla="*/ 4469641 w 4872252"/>
              <a:gd name="connsiteY5" fmla="*/ 2285999 h 4872252"/>
              <a:gd name="connsiteX6" fmla="*/ 4469641 w 4872252"/>
              <a:gd name="connsiteY6" fmla="*/ 2586250 h 4872252"/>
              <a:gd name="connsiteX7" fmla="*/ 4169390 w 4872252"/>
              <a:gd name="connsiteY7" fmla="*/ 2586250 h 4872252"/>
              <a:gd name="connsiteX8" fmla="*/ 416256 w 4872252"/>
              <a:gd name="connsiteY8" fmla="*/ 2285999 h 4872252"/>
              <a:gd name="connsiteX9" fmla="*/ 716507 w 4872252"/>
              <a:gd name="connsiteY9" fmla="*/ 2285999 h 4872252"/>
              <a:gd name="connsiteX10" fmla="*/ 716507 w 4872252"/>
              <a:gd name="connsiteY10" fmla="*/ 2586250 h 4872252"/>
              <a:gd name="connsiteX11" fmla="*/ 416256 w 4872252"/>
              <a:gd name="connsiteY11" fmla="*/ 2586250 h 4872252"/>
              <a:gd name="connsiteX12" fmla="*/ 2285999 w 4872252"/>
              <a:gd name="connsiteY12" fmla="*/ 1146413 h 4872252"/>
              <a:gd name="connsiteX13" fmla="*/ 2586250 w 4872252"/>
              <a:gd name="connsiteY13" fmla="*/ 1146413 h 4872252"/>
              <a:gd name="connsiteX14" fmla="*/ 2586250 w 4872252"/>
              <a:gd name="connsiteY14" fmla="*/ 2285999 h 4872252"/>
              <a:gd name="connsiteX15" fmla="*/ 2586250 w 4872252"/>
              <a:gd name="connsiteY15" fmla="*/ 2442949 h 4872252"/>
              <a:gd name="connsiteX16" fmla="*/ 2586250 w 4872252"/>
              <a:gd name="connsiteY16" fmla="*/ 2586250 h 4872252"/>
              <a:gd name="connsiteX17" fmla="*/ 1549020 w 4872252"/>
              <a:gd name="connsiteY17" fmla="*/ 2586250 h 4872252"/>
              <a:gd name="connsiteX18" fmla="*/ 1549020 w 4872252"/>
              <a:gd name="connsiteY18" fmla="*/ 2285999 h 4872252"/>
              <a:gd name="connsiteX19" fmla="*/ 2285999 w 4872252"/>
              <a:gd name="connsiteY19" fmla="*/ 2285999 h 4872252"/>
              <a:gd name="connsiteX20" fmla="*/ 2285999 w 4872252"/>
              <a:gd name="connsiteY20" fmla="*/ 423081 h 4872252"/>
              <a:gd name="connsiteX21" fmla="*/ 2586250 w 4872252"/>
              <a:gd name="connsiteY21" fmla="*/ 423081 h 4872252"/>
              <a:gd name="connsiteX22" fmla="*/ 2586250 w 4872252"/>
              <a:gd name="connsiteY22" fmla="*/ 723332 h 4872252"/>
              <a:gd name="connsiteX23" fmla="*/ 2285999 w 4872252"/>
              <a:gd name="connsiteY23" fmla="*/ 723332 h 4872252"/>
              <a:gd name="connsiteX24" fmla="*/ 2436125 w 4872252"/>
              <a:gd name="connsiteY24" fmla="*/ 288925 h 4872252"/>
              <a:gd name="connsiteX25" fmla="*/ 288924 w 4872252"/>
              <a:gd name="connsiteY25" fmla="*/ 2436126 h 4872252"/>
              <a:gd name="connsiteX26" fmla="*/ 2436125 w 4872252"/>
              <a:gd name="connsiteY26" fmla="*/ 4583327 h 4872252"/>
              <a:gd name="connsiteX27" fmla="*/ 4583326 w 4872252"/>
              <a:gd name="connsiteY27" fmla="*/ 2436126 h 4872252"/>
              <a:gd name="connsiteX28" fmla="*/ 2436125 w 4872252"/>
              <a:gd name="connsiteY28" fmla="*/ 288925 h 4872252"/>
              <a:gd name="connsiteX29" fmla="*/ 2436126 w 4872252"/>
              <a:gd name="connsiteY29" fmla="*/ 0 h 4872252"/>
              <a:gd name="connsiteX30" fmla="*/ 4872252 w 4872252"/>
              <a:gd name="connsiteY30" fmla="*/ 2436126 h 4872252"/>
              <a:gd name="connsiteX31" fmla="*/ 2436126 w 4872252"/>
              <a:gd name="connsiteY31" fmla="*/ 4872252 h 4872252"/>
              <a:gd name="connsiteX32" fmla="*/ 0 w 4872252"/>
              <a:gd name="connsiteY32" fmla="*/ 2436126 h 4872252"/>
              <a:gd name="connsiteX33" fmla="*/ 2436126 w 4872252"/>
              <a:gd name="connsiteY33" fmla="*/ 0 h 4872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872252" h="4872252">
                <a:moveTo>
                  <a:pt x="2285999" y="4135272"/>
                </a:moveTo>
                <a:lnTo>
                  <a:pt x="2586250" y="4135272"/>
                </a:lnTo>
                <a:lnTo>
                  <a:pt x="2586250" y="4435523"/>
                </a:lnTo>
                <a:lnTo>
                  <a:pt x="2285999" y="4435523"/>
                </a:lnTo>
                <a:close/>
                <a:moveTo>
                  <a:pt x="4169390" y="2285999"/>
                </a:moveTo>
                <a:lnTo>
                  <a:pt x="4469641" y="2285999"/>
                </a:lnTo>
                <a:lnTo>
                  <a:pt x="4469641" y="2586250"/>
                </a:lnTo>
                <a:lnTo>
                  <a:pt x="4169390" y="2586250"/>
                </a:lnTo>
                <a:close/>
                <a:moveTo>
                  <a:pt x="416256" y="2285999"/>
                </a:moveTo>
                <a:lnTo>
                  <a:pt x="716507" y="2285999"/>
                </a:lnTo>
                <a:lnTo>
                  <a:pt x="716507" y="2586250"/>
                </a:lnTo>
                <a:lnTo>
                  <a:pt x="416256" y="2586250"/>
                </a:lnTo>
                <a:close/>
                <a:moveTo>
                  <a:pt x="2285999" y="1146413"/>
                </a:moveTo>
                <a:lnTo>
                  <a:pt x="2586250" y="1146413"/>
                </a:lnTo>
                <a:lnTo>
                  <a:pt x="2586250" y="2285999"/>
                </a:lnTo>
                <a:lnTo>
                  <a:pt x="2586250" y="2442949"/>
                </a:lnTo>
                <a:lnTo>
                  <a:pt x="2586250" y="2586250"/>
                </a:lnTo>
                <a:lnTo>
                  <a:pt x="1549020" y="2586250"/>
                </a:lnTo>
                <a:lnTo>
                  <a:pt x="1549020" y="2285999"/>
                </a:lnTo>
                <a:lnTo>
                  <a:pt x="2285999" y="2285999"/>
                </a:lnTo>
                <a:close/>
                <a:moveTo>
                  <a:pt x="2285999" y="423081"/>
                </a:moveTo>
                <a:lnTo>
                  <a:pt x="2586250" y="423081"/>
                </a:lnTo>
                <a:lnTo>
                  <a:pt x="2586250" y="723332"/>
                </a:lnTo>
                <a:lnTo>
                  <a:pt x="2285999" y="723332"/>
                </a:lnTo>
                <a:close/>
                <a:moveTo>
                  <a:pt x="2436125" y="288925"/>
                </a:moveTo>
                <a:cubicBezTo>
                  <a:pt x="1250259" y="288925"/>
                  <a:pt x="288924" y="1250260"/>
                  <a:pt x="288924" y="2436126"/>
                </a:cubicBezTo>
                <a:cubicBezTo>
                  <a:pt x="288924" y="3621992"/>
                  <a:pt x="1250259" y="4583327"/>
                  <a:pt x="2436125" y="4583327"/>
                </a:cubicBezTo>
                <a:cubicBezTo>
                  <a:pt x="3621991" y="4583327"/>
                  <a:pt x="4583326" y="3621992"/>
                  <a:pt x="4583326" y="2436126"/>
                </a:cubicBezTo>
                <a:cubicBezTo>
                  <a:pt x="4583326" y="1250260"/>
                  <a:pt x="3621991" y="288925"/>
                  <a:pt x="2436125" y="288925"/>
                </a:cubicBezTo>
                <a:close/>
                <a:moveTo>
                  <a:pt x="2436126" y="0"/>
                </a:moveTo>
                <a:cubicBezTo>
                  <a:pt x="3781561" y="0"/>
                  <a:pt x="4872252" y="1090691"/>
                  <a:pt x="4872252" y="2436126"/>
                </a:cubicBezTo>
                <a:cubicBezTo>
                  <a:pt x="4872252" y="3781561"/>
                  <a:pt x="3781561" y="4872252"/>
                  <a:pt x="2436126" y="4872252"/>
                </a:cubicBezTo>
                <a:cubicBezTo>
                  <a:pt x="1090691" y="4872252"/>
                  <a:pt x="0" y="3781561"/>
                  <a:pt x="0" y="2436126"/>
                </a:cubicBezTo>
                <a:cubicBezTo>
                  <a:pt x="0" y="1090691"/>
                  <a:pt x="1090691" y="0"/>
                  <a:pt x="243612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0" name="任意多边形 89"/>
          <p:cNvSpPr>
            <a:spLocks noChangeAspect="1"/>
          </p:cNvSpPr>
          <p:nvPr/>
        </p:nvSpPr>
        <p:spPr>
          <a:xfrm>
            <a:off x="8718821" y="2860929"/>
            <a:ext cx="429793" cy="360000"/>
          </a:xfrm>
          <a:custGeom>
            <a:avLst/>
            <a:gdLst>
              <a:gd name="connsiteX0" fmla="*/ 4925854 w 5883121"/>
              <a:gd name="connsiteY0" fmla="*/ 0 h 4927778"/>
              <a:gd name="connsiteX1" fmla="*/ 5883121 w 5883121"/>
              <a:gd name="connsiteY1" fmla="*/ 957267 h 4927778"/>
              <a:gd name="connsiteX2" fmla="*/ 2873789 w 5883121"/>
              <a:gd name="connsiteY2" fmla="*/ 3966599 h 4927778"/>
              <a:gd name="connsiteX3" fmla="*/ 2877701 w 5883121"/>
              <a:gd name="connsiteY3" fmla="*/ 3970511 h 4927778"/>
              <a:gd name="connsiteX4" fmla="*/ 1920434 w 5883121"/>
              <a:gd name="connsiteY4" fmla="*/ 4927778 h 4927778"/>
              <a:gd name="connsiteX5" fmla="*/ 1916522 w 5883121"/>
              <a:gd name="connsiteY5" fmla="*/ 4923866 h 4927778"/>
              <a:gd name="connsiteX6" fmla="*/ 1912610 w 5883121"/>
              <a:gd name="connsiteY6" fmla="*/ 4927778 h 4927778"/>
              <a:gd name="connsiteX7" fmla="*/ 955343 w 5883121"/>
              <a:gd name="connsiteY7" fmla="*/ 3970511 h 4927778"/>
              <a:gd name="connsiteX8" fmla="*/ 959255 w 5883121"/>
              <a:gd name="connsiteY8" fmla="*/ 3966599 h 4927778"/>
              <a:gd name="connsiteX9" fmla="*/ 0 w 5883121"/>
              <a:gd name="connsiteY9" fmla="*/ 3007343 h 4927778"/>
              <a:gd name="connsiteX10" fmla="*/ 957267 w 5883121"/>
              <a:gd name="connsiteY10" fmla="*/ 2050076 h 4927778"/>
              <a:gd name="connsiteX11" fmla="*/ 1916522 w 5883121"/>
              <a:gd name="connsiteY11" fmla="*/ 3009331 h 49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83121" h="4927778">
                <a:moveTo>
                  <a:pt x="4925854" y="0"/>
                </a:moveTo>
                <a:lnTo>
                  <a:pt x="5883121" y="957267"/>
                </a:lnTo>
                <a:lnTo>
                  <a:pt x="2873789" y="3966599"/>
                </a:lnTo>
                <a:lnTo>
                  <a:pt x="2877701" y="3970511"/>
                </a:lnTo>
                <a:lnTo>
                  <a:pt x="1920434" y="4927778"/>
                </a:lnTo>
                <a:lnTo>
                  <a:pt x="1916522" y="4923866"/>
                </a:lnTo>
                <a:lnTo>
                  <a:pt x="1912610" y="4927778"/>
                </a:lnTo>
                <a:lnTo>
                  <a:pt x="955343" y="3970511"/>
                </a:lnTo>
                <a:lnTo>
                  <a:pt x="959255" y="3966599"/>
                </a:lnTo>
                <a:lnTo>
                  <a:pt x="0" y="3007343"/>
                </a:lnTo>
                <a:lnTo>
                  <a:pt x="957267" y="2050076"/>
                </a:lnTo>
                <a:lnTo>
                  <a:pt x="1916522" y="300933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90"/>
          <p:cNvSpPr>
            <a:spLocks noChangeAspect="1"/>
          </p:cNvSpPr>
          <p:nvPr/>
        </p:nvSpPr>
        <p:spPr>
          <a:xfrm>
            <a:off x="8753716" y="3637068"/>
            <a:ext cx="360000" cy="360000"/>
          </a:xfrm>
          <a:custGeom>
            <a:avLst/>
            <a:gdLst>
              <a:gd name="connsiteX0" fmla="*/ 4065779 w 5090614"/>
              <a:gd name="connsiteY0" fmla="*/ 3522108 h 5090614"/>
              <a:gd name="connsiteX1" fmla="*/ 4012197 w 5090614"/>
              <a:gd name="connsiteY1" fmla="*/ 3658662 h 5090614"/>
              <a:gd name="connsiteX2" fmla="*/ 3373365 w 5090614"/>
              <a:gd name="connsiteY2" fmla="*/ 4539699 h 5090614"/>
              <a:gd name="connsiteX3" fmla="*/ 3281646 w 5090614"/>
              <a:gd name="connsiteY3" fmla="*/ 4617545 h 5090614"/>
              <a:gd name="connsiteX4" fmla="*/ 3364788 w 5090614"/>
              <a:gd name="connsiteY4" fmla="*/ 4588559 h 5090614"/>
              <a:gd name="connsiteX5" fmla="*/ 4445839 w 5090614"/>
              <a:gd name="connsiteY5" fmla="*/ 3655892 h 5090614"/>
              <a:gd name="connsiteX6" fmla="*/ 4453081 w 5090614"/>
              <a:gd name="connsiteY6" fmla="*/ 3642408 h 5090614"/>
              <a:gd name="connsiteX7" fmla="*/ 4452988 w 5090614"/>
              <a:gd name="connsiteY7" fmla="*/ 3642373 h 5090614"/>
              <a:gd name="connsiteX8" fmla="*/ 4193076 w 5090614"/>
              <a:gd name="connsiteY8" fmla="*/ 3557186 h 5090614"/>
              <a:gd name="connsiteX9" fmla="*/ 1024792 w 5090614"/>
              <a:gd name="connsiteY9" fmla="*/ 3521348 h 5090614"/>
              <a:gd name="connsiteX10" fmla="*/ 982213 w 5090614"/>
              <a:gd name="connsiteY10" fmla="*/ 3532376 h 5090614"/>
              <a:gd name="connsiteX11" fmla="*/ 721016 w 5090614"/>
              <a:gd name="connsiteY11" fmla="*/ 3613537 h 5090614"/>
              <a:gd name="connsiteX12" fmla="*/ 638222 w 5090614"/>
              <a:gd name="connsiteY12" fmla="*/ 3643690 h 5090614"/>
              <a:gd name="connsiteX13" fmla="*/ 644776 w 5090614"/>
              <a:gd name="connsiteY13" fmla="*/ 3655892 h 5090614"/>
              <a:gd name="connsiteX14" fmla="*/ 1725826 w 5090614"/>
              <a:gd name="connsiteY14" fmla="*/ 4588559 h 5090614"/>
              <a:gd name="connsiteX15" fmla="*/ 1810404 w 5090614"/>
              <a:gd name="connsiteY15" fmla="*/ 4618045 h 5090614"/>
              <a:gd name="connsiteX16" fmla="*/ 1749940 w 5090614"/>
              <a:gd name="connsiteY16" fmla="*/ 4568349 h 5090614"/>
              <a:gd name="connsiteX17" fmla="*/ 1097920 w 5090614"/>
              <a:gd name="connsiteY17" fmla="*/ 3699021 h 5090614"/>
              <a:gd name="connsiteX18" fmla="*/ 2756847 w 5090614"/>
              <a:gd name="connsiteY18" fmla="*/ 3319710 h 5090614"/>
              <a:gd name="connsiteX19" fmla="*/ 2756847 w 5090614"/>
              <a:gd name="connsiteY19" fmla="*/ 4578691 h 5090614"/>
              <a:gd name="connsiteX20" fmla="*/ 2870027 w 5090614"/>
              <a:gd name="connsiteY20" fmla="*/ 4508634 h 5090614"/>
              <a:gd name="connsiteX21" fmla="*/ 3691877 w 5090614"/>
              <a:gd name="connsiteY21" fmla="*/ 3549787 h 5090614"/>
              <a:gd name="connsiteX22" fmla="*/ 3738691 w 5090614"/>
              <a:gd name="connsiteY22" fmla="*/ 3441689 h 5090614"/>
              <a:gd name="connsiteX23" fmla="*/ 3665091 w 5090614"/>
              <a:gd name="connsiteY23" fmla="*/ 3425138 h 5090614"/>
              <a:gd name="connsiteX24" fmla="*/ 2859646 w 5090614"/>
              <a:gd name="connsiteY24" fmla="*/ 3322939 h 5090614"/>
              <a:gd name="connsiteX25" fmla="*/ 2388358 w 5090614"/>
              <a:gd name="connsiteY25" fmla="*/ 3317658 h 5090614"/>
              <a:gd name="connsiteX26" fmla="*/ 2319104 w 5090614"/>
              <a:gd name="connsiteY26" fmla="*/ 3318762 h 5090614"/>
              <a:gd name="connsiteX27" fmla="*/ 1512177 w 5090614"/>
              <a:gd name="connsiteY27" fmla="*/ 3408503 h 5090614"/>
              <a:gd name="connsiteX28" fmla="*/ 1319858 w 5090614"/>
              <a:gd name="connsiteY28" fmla="*/ 3448638 h 5090614"/>
              <a:gd name="connsiteX29" fmla="*/ 1353167 w 5090614"/>
              <a:gd name="connsiteY29" fmla="*/ 3529557 h 5090614"/>
              <a:gd name="connsiteX30" fmla="*/ 2388195 w 5090614"/>
              <a:gd name="connsiteY30" fmla="*/ 4649516 h 5090614"/>
              <a:gd name="connsiteX31" fmla="*/ 2388358 w 5090614"/>
              <a:gd name="connsiteY31" fmla="*/ 4649597 h 5090614"/>
              <a:gd name="connsiteX32" fmla="*/ 3865605 w 5090614"/>
              <a:gd name="connsiteY32" fmla="*/ 2065494 h 5090614"/>
              <a:gd name="connsiteX33" fmla="*/ 3737301 w 5090614"/>
              <a:gd name="connsiteY33" fmla="*/ 2094345 h 5090614"/>
              <a:gd name="connsiteX34" fmla="*/ 2879916 w 5090614"/>
              <a:gd name="connsiteY34" fmla="*/ 2203135 h 5090614"/>
              <a:gd name="connsiteX35" fmla="*/ 2756847 w 5090614"/>
              <a:gd name="connsiteY35" fmla="*/ 2207000 h 5090614"/>
              <a:gd name="connsiteX36" fmla="*/ 2756847 w 5090614"/>
              <a:gd name="connsiteY36" fmla="*/ 2951410 h 5090614"/>
              <a:gd name="connsiteX37" fmla="*/ 2879916 w 5090614"/>
              <a:gd name="connsiteY37" fmla="*/ 2955275 h 5090614"/>
              <a:gd name="connsiteX38" fmla="*/ 3737301 w 5090614"/>
              <a:gd name="connsiteY38" fmla="*/ 3064065 h 5090614"/>
              <a:gd name="connsiteX39" fmla="*/ 3851191 w 5090614"/>
              <a:gd name="connsiteY39" fmla="*/ 3089675 h 5090614"/>
              <a:gd name="connsiteX40" fmla="*/ 3870070 w 5090614"/>
              <a:gd name="connsiteY40" fmla="*/ 3007993 h 5090614"/>
              <a:gd name="connsiteX41" fmla="*/ 3915481 w 5090614"/>
              <a:gd name="connsiteY41" fmla="*/ 2573138 h 5090614"/>
              <a:gd name="connsiteX42" fmla="*/ 3874349 w 5090614"/>
              <a:gd name="connsiteY42" fmla="*/ 2104595 h 5090614"/>
              <a:gd name="connsiteX43" fmla="*/ 1193003 w 5090614"/>
              <a:gd name="connsiteY43" fmla="*/ 2059349 h 5090614"/>
              <a:gd name="connsiteX44" fmla="*/ 1176562 w 5090614"/>
              <a:gd name="connsiteY44" fmla="*/ 2139401 h 5090614"/>
              <a:gd name="connsiteX45" fmla="*/ 1143095 w 5090614"/>
              <a:gd name="connsiteY45" fmla="*/ 2614527 h 5090614"/>
              <a:gd name="connsiteX46" fmla="*/ 1203907 w 5090614"/>
              <a:gd name="connsiteY46" fmla="*/ 3086932 h 5090614"/>
              <a:gd name="connsiteX47" fmla="*/ 1206393 w 5090614"/>
              <a:gd name="connsiteY47" fmla="*/ 3096267 h 5090614"/>
              <a:gd name="connsiteX48" fmla="*/ 1445553 w 5090614"/>
              <a:gd name="connsiteY48" fmla="*/ 3046357 h 5090614"/>
              <a:gd name="connsiteX49" fmla="*/ 2304517 w 5090614"/>
              <a:gd name="connsiteY49" fmla="*/ 2950829 h 5090614"/>
              <a:gd name="connsiteX50" fmla="*/ 2388358 w 5090614"/>
              <a:gd name="connsiteY50" fmla="*/ 2949492 h 5090614"/>
              <a:gd name="connsiteX51" fmla="*/ 2388358 w 5090614"/>
              <a:gd name="connsiteY51" fmla="*/ 2208918 h 5090614"/>
              <a:gd name="connsiteX52" fmla="*/ 2304517 w 5090614"/>
              <a:gd name="connsiteY52" fmla="*/ 2207581 h 5090614"/>
              <a:gd name="connsiteX53" fmla="*/ 1445553 w 5090614"/>
              <a:gd name="connsiteY53" fmla="*/ 2112053 h 5090614"/>
              <a:gd name="connsiteX54" fmla="*/ 4630315 w 5090614"/>
              <a:gd name="connsiteY54" fmla="*/ 1842367 h 5090614"/>
              <a:gd name="connsiteX55" fmla="*/ 4576008 w 5090614"/>
              <a:gd name="connsiteY55" fmla="*/ 1863102 h 5090614"/>
              <a:gd name="connsiteX56" fmla="*/ 4299335 w 5090614"/>
              <a:gd name="connsiteY56" fmla="*/ 1953782 h 5090614"/>
              <a:gd name="connsiteX57" fmla="*/ 4191623 w 5090614"/>
              <a:gd name="connsiteY57" fmla="*/ 1983463 h 5090614"/>
              <a:gd name="connsiteX58" fmla="*/ 4200132 w 5090614"/>
              <a:gd name="connsiteY58" fmla="*/ 2017064 h 5090614"/>
              <a:gd name="connsiteX59" fmla="*/ 4251942 w 5090614"/>
              <a:gd name="connsiteY59" fmla="*/ 2577094 h 5090614"/>
              <a:gd name="connsiteX60" fmla="*/ 4186971 w 5090614"/>
              <a:gd name="connsiteY60" fmla="*/ 3135751 h 5090614"/>
              <a:gd name="connsiteX61" fmla="*/ 4177167 w 5090614"/>
              <a:gd name="connsiteY61" fmla="*/ 3170964 h 5090614"/>
              <a:gd name="connsiteX62" fmla="*/ 4299335 w 5090614"/>
              <a:gd name="connsiteY62" fmla="*/ 3204628 h 5090614"/>
              <a:gd name="connsiteX63" fmla="*/ 4576008 w 5090614"/>
              <a:gd name="connsiteY63" fmla="*/ 3295309 h 5090614"/>
              <a:gd name="connsiteX64" fmla="*/ 4608963 w 5090614"/>
              <a:gd name="connsiteY64" fmla="*/ 3307891 h 5090614"/>
              <a:gd name="connsiteX65" fmla="*/ 4644200 w 5090614"/>
              <a:gd name="connsiteY65" fmla="*/ 3209462 h 5090614"/>
              <a:gd name="connsiteX66" fmla="*/ 4746183 w 5090614"/>
              <a:gd name="connsiteY66" fmla="*/ 2545307 h 5090614"/>
              <a:gd name="connsiteX67" fmla="*/ 4644200 w 5090614"/>
              <a:gd name="connsiteY67" fmla="*/ 1881153 h 5090614"/>
              <a:gd name="connsiteX68" fmla="*/ 460514 w 5090614"/>
              <a:gd name="connsiteY68" fmla="*/ 1841769 h 5090614"/>
              <a:gd name="connsiteX69" fmla="*/ 446414 w 5090614"/>
              <a:gd name="connsiteY69" fmla="*/ 1881153 h 5090614"/>
              <a:gd name="connsiteX70" fmla="*/ 344431 w 5090614"/>
              <a:gd name="connsiteY70" fmla="*/ 2545307 h 5090614"/>
              <a:gd name="connsiteX71" fmla="*/ 446414 w 5090614"/>
              <a:gd name="connsiteY71" fmla="*/ 3209462 h 5090614"/>
              <a:gd name="connsiteX72" fmla="*/ 481985 w 5090614"/>
              <a:gd name="connsiteY72" fmla="*/ 3308822 h 5090614"/>
              <a:gd name="connsiteX73" fmla="*/ 603374 w 5090614"/>
              <a:gd name="connsiteY73" fmla="*/ 3264613 h 5090614"/>
              <a:gd name="connsiteX74" fmla="*/ 881414 w 5090614"/>
              <a:gd name="connsiteY74" fmla="*/ 3178219 h 5090614"/>
              <a:gd name="connsiteX75" fmla="*/ 912926 w 5090614"/>
              <a:gd name="connsiteY75" fmla="*/ 3170057 h 5090614"/>
              <a:gd name="connsiteX76" fmla="*/ 863366 w 5090614"/>
              <a:gd name="connsiteY76" fmla="*/ 2905359 h 5090614"/>
              <a:gd name="connsiteX77" fmla="*/ 840461 w 5090614"/>
              <a:gd name="connsiteY77" fmla="*/ 2623259 h 5090614"/>
              <a:gd name="connsiteX78" fmla="*/ 892001 w 5090614"/>
              <a:gd name="connsiteY78" fmla="*/ 2013710 h 5090614"/>
              <a:gd name="connsiteX79" fmla="*/ 898677 w 5090614"/>
              <a:gd name="connsiteY79" fmla="*/ 1984663 h 5090614"/>
              <a:gd name="connsiteX80" fmla="*/ 881414 w 5090614"/>
              <a:gd name="connsiteY80" fmla="*/ 1980192 h 5090614"/>
              <a:gd name="connsiteX81" fmla="*/ 603374 w 5090614"/>
              <a:gd name="connsiteY81" fmla="*/ 1893797 h 5090614"/>
              <a:gd name="connsiteX82" fmla="*/ 2756847 w 5090614"/>
              <a:gd name="connsiteY82" fmla="*/ 510970 h 5090614"/>
              <a:gd name="connsiteX83" fmla="*/ 2756847 w 5090614"/>
              <a:gd name="connsiteY83" fmla="*/ 1838700 h 5090614"/>
              <a:gd name="connsiteX84" fmla="*/ 2859646 w 5090614"/>
              <a:gd name="connsiteY84" fmla="*/ 1835472 h 5090614"/>
              <a:gd name="connsiteX85" fmla="*/ 3665091 w 5090614"/>
              <a:gd name="connsiteY85" fmla="*/ 1733272 h 5090614"/>
              <a:gd name="connsiteX86" fmla="*/ 3762672 w 5090614"/>
              <a:gd name="connsiteY86" fmla="*/ 1711329 h 5090614"/>
              <a:gd name="connsiteX87" fmla="*/ 3744629 w 5090614"/>
              <a:gd name="connsiteY87" fmla="*/ 1661969 h 5090614"/>
              <a:gd name="connsiteX88" fmla="*/ 2767164 w 5090614"/>
              <a:gd name="connsiteY88" fmla="*/ 516637 h 5090614"/>
              <a:gd name="connsiteX89" fmla="*/ 3284695 w 5090614"/>
              <a:gd name="connsiteY89" fmla="*/ 474132 h 5090614"/>
              <a:gd name="connsiteX90" fmla="*/ 3419780 w 5090614"/>
              <a:gd name="connsiteY90" fmla="*/ 594364 h 5090614"/>
              <a:gd name="connsiteX91" fmla="*/ 4037708 w 5090614"/>
              <a:gd name="connsiteY91" fmla="*/ 1490186 h 5090614"/>
              <a:gd name="connsiteX92" fmla="*/ 4088793 w 5090614"/>
              <a:gd name="connsiteY92" fmla="*/ 1629961 h 5090614"/>
              <a:gd name="connsiteX93" fmla="*/ 4193076 w 5090614"/>
              <a:gd name="connsiteY93" fmla="*/ 1601225 h 5090614"/>
              <a:gd name="connsiteX94" fmla="*/ 4452988 w 5090614"/>
              <a:gd name="connsiteY94" fmla="*/ 1516038 h 5090614"/>
              <a:gd name="connsiteX95" fmla="*/ 4483295 w 5090614"/>
              <a:gd name="connsiteY95" fmla="*/ 1504467 h 5090614"/>
              <a:gd name="connsiteX96" fmla="*/ 4445839 w 5090614"/>
              <a:gd name="connsiteY96" fmla="*/ 1434722 h 5090614"/>
              <a:gd name="connsiteX97" fmla="*/ 3364788 w 5090614"/>
              <a:gd name="connsiteY97" fmla="*/ 502055 h 5090614"/>
              <a:gd name="connsiteX98" fmla="*/ 1808300 w 5090614"/>
              <a:gd name="connsiteY98" fmla="*/ 473302 h 5090614"/>
              <a:gd name="connsiteX99" fmla="*/ 1725826 w 5090614"/>
              <a:gd name="connsiteY99" fmla="*/ 502055 h 5090614"/>
              <a:gd name="connsiteX100" fmla="*/ 644776 w 5090614"/>
              <a:gd name="connsiteY100" fmla="*/ 1434722 h 5090614"/>
              <a:gd name="connsiteX101" fmla="*/ 607769 w 5090614"/>
              <a:gd name="connsiteY101" fmla="*/ 1503630 h 5090614"/>
              <a:gd name="connsiteX102" fmla="*/ 721016 w 5090614"/>
              <a:gd name="connsiteY102" fmla="*/ 1544873 h 5090614"/>
              <a:gd name="connsiteX103" fmla="*/ 982213 w 5090614"/>
              <a:gd name="connsiteY103" fmla="*/ 1626034 h 5090614"/>
              <a:gd name="connsiteX104" fmla="*/ 999767 w 5090614"/>
              <a:gd name="connsiteY104" fmla="*/ 1630580 h 5090614"/>
              <a:gd name="connsiteX105" fmla="*/ 1017216 w 5090614"/>
              <a:gd name="connsiteY105" fmla="*/ 1580845 h 5090614"/>
              <a:gd name="connsiteX106" fmla="*/ 1783222 w 5090614"/>
              <a:gd name="connsiteY106" fmla="*/ 493223 h 5090614"/>
              <a:gd name="connsiteX107" fmla="*/ 2388358 w 5090614"/>
              <a:gd name="connsiteY107" fmla="*/ 442481 h 5090614"/>
              <a:gd name="connsiteX108" fmla="*/ 2268762 w 5090614"/>
              <a:gd name="connsiteY108" fmla="*/ 511120 h 5090614"/>
              <a:gd name="connsiteX109" fmla="*/ 1300047 w 5090614"/>
              <a:gd name="connsiteY109" fmla="*/ 1688906 h 5090614"/>
              <a:gd name="connsiteX110" fmla="*/ 1294652 w 5090614"/>
              <a:gd name="connsiteY110" fmla="*/ 1704512 h 5090614"/>
              <a:gd name="connsiteX111" fmla="*/ 1512177 w 5090614"/>
              <a:gd name="connsiteY111" fmla="*/ 1749907 h 5090614"/>
              <a:gd name="connsiteX112" fmla="*/ 2319104 w 5090614"/>
              <a:gd name="connsiteY112" fmla="*/ 1839648 h 5090614"/>
              <a:gd name="connsiteX113" fmla="*/ 2388358 w 5090614"/>
              <a:gd name="connsiteY113" fmla="*/ 1840752 h 5090614"/>
              <a:gd name="connsiteX114" fmla="*/ 2545307 w 5090614"/>
              <a:gd name="connsiteY114" fmla="*/ 0 h 5090614"/>
              <a:gd name="connsiteX115" fmla="*/ 5090614 w 5090614"/>
              <a:gd name="connsiteY115" fmla="*/ 2545307 h 5090614"/>
              <a:gd name="connsiteX116" fmla="*/ 2545307 w 5090614"/>
              <a:gd name="connsiteY116" fmla="*/ 5090614 h 5090614"/>
              <a:gd name="connsiteX117" fmla="*/ 0 w 5090614"/>
              <a:gd name="connsiteY117" fmla="*/ 2545307 h 5090614"/>
              <a:gd name="connsiteX118" fmla="*/ 2545307 w 5090614"/>
              <a:gd name="connsiteY118" fmla="*/ 0 h 5090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5090614" h="5090614">
                <a:moveTo>
                  <a:pt x="4065779" y="3522108"/>
                </a:moveTo>
                <a:lnTo>
                  <a:pt x="4012197" y="3658662"/>
                </a:lnTo>
                <a:cubicBezTo>
                  <a:pt x="3861309" y="3992157"/>
                  <a:pt x="3643907" y="4292229"/>
                  <a:pt x="3373365" y="4539699"/>
                </a:cubicBezTo>
                <a:lnTo>
                  <a:pt x="3281646" y="4617545"/>
                </a:lnTo>
                <a:lnTo>
                  <a:pt x="3364788" y="4588559"/>
                </a:lnTo>
                <a:cubicBezTo>
                  <a:pt x="3820228" y="4405729"/>
                  <a:pt x="4200380" y="4075038"/>
                  <a:pt x="4445839" y="3655892"/>
                </a:cubicBezTo>
                <a:lnTo>
                  <a:pt x="4453081" y="3642408"/>
                </a:lnTo>
                <a:lnTo>
                  <a:pt x="4452988" y="3642373"/>
                </a:lnTo>
                <a:cubicBezTo>
                  <a:pt x="4366881" y="3611848"/>
                  <a:pt x="4280219" y="3583452"/>
                  <a:pt x="4193076" y="3557186"/>
                </a:cubicBezTo>
                <a:close/>
                <a:moveTo>
                  <a:pt x="1024792" y="3521348"/>
                </a:moveTo>
                <a:lnTo>
                  <a:pt x="982213" y="3532376"/>
                </a:lnTo>
                <a:cubicBezTo>
                  <a:pt x="894676" y="3557294"/>
                  <a:pt x="807584" y="3584347"/>
                  <a:pt x="721016" y="3613537"/>
                </a:cubicBezTo>
                <a:lnTo>
                  <a:pt x="638222" y="3643690"/>
                </a:lnTo>
                <a:lnTo>
                  <a:pt x="644776" y="3655892"/>
                </a:lnTo>
                <a:cubicBezTo>
                  <a:pt x="890235" y="4075038"/>
                  <a:pt x="1270387" y="4405729"/>
                  <a:pt x="1725826" y="4588559"/>
                </a:cubicBezTo>
                <a:lnTo>
                  <a:pt x="1810404" y="4618045"/>
                </a:lnTo>
                <a:lnTo>
                  <a:pt x="1749940" y="4568349"/>
                </a:lnTo>
                <a:cubicBezTo>
                  <a:pt x="1475920" y="4325562"/>
                  <a:pt x="1254040" y="4029494"/>
                  <a:pt x="1097920" y="3699021"/>
                </a:cubicBezTo>
                <a:close/>
                <a:moveTo>
                  <a:pt x="2756847" y="3319710"/>
                </a:moveTo>
                <a:lnTo>
                  <a:pt x="2756847" y="4578691"/>
                </a:lnTo>
                <a:lnTo>
                  <a:pt x="2870027" y="4508634"/>
                </a:lnTo>
                <a:cubicBezTo>
                  <a:pt x="3227861" y="4268064"/>
                  <a:pt x="3510984" y="3935293"/>
                  <a:pt x="3691877" y="3549787"/>
                </a:cubicBezTo>
                <a:lnTo>
                  <a:pt x="3738691" y="3441689"/>
                </a:lnTo>
                <a:lnTo>
                  <a:pt x="3665091" y="3425138"/>
                </a:lnTo>
                <a:cubicBezTo>
                  <a:pt x="3398839" y="3371894"/>
                  <a:pt x="3129664" y="3337822"/>
                  <a:pt x="2859646" y="3322939"/>
                </a:cubicBezTo>
                <a:close/>
                <a:moveTo>
                  <a:pt x="2388358" y="3317658"/>
                </a:moveTo>
                <a:lnTo>
                  <a:pt x="2319104" y="3318762"/>
                </a:lnTo>
                <a:cubicBezTo>
                  <a:pt x="2048889" y="3329471"/>
                  <a:pt x="1779219" y="3359379"/>
                  <a:pt x="1512177" y="3408503"/>
                </a:cubicBezTo>
                <a:lnTo>
                  <a:pt x="1319858" y="3448638"/>
                </a:lnTo>
                <a:lnTo>
                  <a:pt x="1353167" y="3529557"/>
                </a:lnTo>
                <a:cubicBezTo>
                  <a:pt x="1565227" y="4000768"/>
                  <a:pt x="1926470" y="4396584"/>
                  <a:pt x="2388195" y="4649516"/>
                </a:cubicBezTo>
                <a:lnTo>
                  <a:pt x="2388358" y="4649597"/>
                </a:lnTo>
                <a:close/>
                <a:moveTo>
                  <a:pt x="3865605" y="2065494"/>
                </a:moveTo>
                <a:lnTo>
                  <a:pt x="3737301" y="2094345"/>
                </a:lnTo>
                <a:cubicBezTo>
                  <a:pt x="3453880" y="2151023"/>
                  <a:pt x="3167347" y="2187292"/>
                  <a:pt x="2879916" y="2203135"/>
                </a:cubicBezTo>
                <a:lnTo>
                  <a:pt x="2756847" y="2207000"/>
                </a:lnTo>
                <a:lnTo>
                  <a:pt x="2756847" y="2951410"/>
                </a:lnTo>
                <a:lnTo>
                  <a:pt x="2879916" y="2955275"/>
                </a:lnTo>
                <a:cubicBezTo>
                  <a:pt x="3167347" y="2971118"/>
                  <a:pt x="3453880" y="3007387"/>
                  <a:pt x="3737301" y="3064065"/>
                </a:cubicBezTo>
                <a:lnTo>
                  <a:pt x="3851191" y="3089675"/>
                </a:lnTo>
                <a:lnTo>
                  <a:pt x="3870070" y="3007993"/>
                </a:lnTo>
                <a:cubicBezTo>
                  <a:pt x="3898265" y="2866465"/>
                  <a:pt x="3913742" y="2721026"/>
                  <a:pt x="3915481" y="2573138"/>
                </a:cubicBezTo>
                <a:cubicBezTo>
                  <a:pt x="3917355" y="2413874"/>
                  <a:pt x="3903234" y="2257075"/>
                  <a:pt x="3874349" y="2104595"/>
                </a:cubicBezTo>
                <a:close/>
                <a:moveTo>
                  <a:pt x="1193003" y="2059349"/>
                </a:moveTo>
                <a:lnTo>
                  <a:pt x="1176562" y="2139401"/>
                </a:lnTo>
                <a:cubicBezTo>
                  <a:pt x="1150001" y="2294303"/>
                  <a:pt x="1138443" y="2453310"/>
                  <a:pt x="1143095" y="2614527"/>
                </a:cubicBezTo>
                <a:cubicBezTo>
                  <a:pt x="1147748" y="2775744"/>
                  <a:pt x="1168457" y="2933820"/>
                  <a:pt x="1203907" y="3086932"/>
                </a:cubicBezTo>
                <a:lnTo>
                  <a:pt x="1206393" y="3096267"/>
                </a:lnTo>
                <a:lnTo>
                  <a:pt x="1445553" y="3046357"/>
                </a:lnTo>
                <a:cubicBezTo>
                  <a:pt x="1729816" y="2994066"/>
                  <a:pt x="2016876" y="2962229"/>
                  <a:pt x="2304517" y="2950829"/>
                </a:cubicBezTo>
                <a:lnTo>
                  <a:pt x="2388358" y="2949492"/>
                </a:lnTo>
                <a:lnTo>
                  <a:pt x="2388358" y="2208918"/>
                </a:lnTo>
                <a:lnTo>
                  <a:pt x="2304517" y="2207581"/>
                </a:lnTo>
                <a:cubicBezTo>
                  <a:pt x="2016876" y="2196182"/>
                  <a:pt x="1729816" y="2164345"/>
                  <a:pt x="1445553" y="2112053"/>
                </a:cubicBezTo>
                <a:close/>
                <a:moveTo>
                  <a:pt x="4630315" y="1842367"/>
                </a:moveTo>
                <a:lnTo>
                  <a:pt x="4576008" y="1863102"/>
                </a:lnTo>
                <a:cubicBezTo>
                  <a:pt x="4484348" y="1895595"/>
                  <a:pt x="4392097" y="1925822"/>
                  <a:pt x="4299335" y="1953782"/>
                </a:cubicBezTo>
                <a:lnTo>
                  <a:pt x="4191623" y="1983463"/>
                </a:lnTo>
                <a:lnTo>
                  <a:pt x="4200132" y="2017064"/>
                </a:lnTo>
                <a:cubicBezTo>
                  <a:pt x="4236376" y="2199027"/>
                  <a:pt x="4254184" y="2386516"/>
                  <a:pt x="4251942" y="2577094"/>
                </a:cubicBezTo>
                <a:cubicBezTo>
                  <a:pt x="4249700" y="2767673"/>
                  <a:pt x="4227486" y="2954691"/>
                  <a:pt x="4186971" y="3135751"/>
                </a:cubicBezTo>
                <a:lnTo>
                  <a:pt x="4177167" y="3170964"/>
                </a:lnTo>
                <a:lnTo>
                  <a:pt x="4299335" y="3204628"/>
                </a:lnTo>
                <a:cubicBezTo>
                  <a:pt x="4392097" y="3232589"/>
                  <a:pt x="4484348" y="3262816"/>
                  <a:pt x="4576008" y="3295309"/>
                </a:cubicBezTo>
                <a:lnTo>
                  <a:pt x="4608963" y="3307891"/>
                </a:lnTo>
                <a:lnTo>
                  <a:pt x="4644200" y="3209462"/>
                </a:lnTo>
                <a:cubicBezTo>
                  <a:pt x="4710450" y="2999900"/>
                  <a:pt x="4746183" y="2776776"/>
                  <a:pt x="4746183" y="2545307"/>
                </a:cubicBezTo>
                <a:cubicBezTo>
                  <a:pt x="4746183" y="2313838"/>
                  <a:pt x="4710450" y="2090715"/>
                  <a:pt x="4644200" y="1881153"/>
                </a:cubicBezTo>
                <a:close/>
                <a:moveTo>
                  <a:pt x="460514" y="1841769"/>
                </a:moveTo>
                <a:lnTo>
                  <a:pt x="446414" y="1881153"/>
                </a:lnTo>
                <a:cubicBezTo>
                  <a:pt x="380164" y="2090715"/>
                  <a:pt x="344431" y="2313838"/>
                  <a:pt x="344431" y="2545307"/>
                </a:cubicBezTo>
                <a:cubicBezTo>
                  <a:pt x="344431" y="2776776"/>
                  <a:pt x="380164" y="2999900"/>
                  <a:pt x="446414" y="3209462"/>
                </a:cubicBezTo>
                <a:lnTo>
                  <a:pt x="481985" y="3308822"/>
                </a:lnTo>
                <a:lnTo>
                  <a:pt x="603374" y="3264613"/>
                </a:lnTo>
                <a:cubicBezTo>
                  <a:pt x="695524" y="3233541"/>
                  <a:pt x="788232" y="3204743"/>
                  <a:pt x="881414" y="3178219"/>
                </a:cubicBezTo>
                <a:lnTo>
                  <a:pt x="912926" y="3170057"/>
                </a:lnTo>
                <a:lnTo>
                  <a:pt x="863366" y="2905359"/>
                </a:lnTo>
                <a:cubicBezTo>
                  <a:pt x="850912" y="2812493"/>
                  <a:pt x="843206" y="2718361"/>
                  <a:pt x="840461" y="2623259"/>
                </a:cubicBezTo>
                <a:cubicBezTo>
                  <a:pt x="834473" y="2415763"/>
                  <a:pt x="852330" y="2211518"/>
                  <a:pt x="892001" y="2013710"/>
                </a:cubicBezTo>
                <a:lnTo>
                  <a:pt x="898677" y="1984663"/>
                </a:lnTo>
                <a:lnTo>
                  <a:pt x="881414" y="1980192"/>
                </a:lnTo>
                <a:cubicBezTo>
                  <a:pt x="788232" y="1953668"/>
                  <a:pt x="695524" y="1924870"/>
                  <a:pt x="603374" y="1893797"/>
                </a:cubicBezTo>
                <a:close/>
                <a:moveTo>
                  <a:pt x="2756847" y="510970"/>
                </a:moveTo>
                <a:lnTo>
                  <a:pt x="2756847" y="1838700"/>
                </a:lnTo>
                <a:lnTo>
                  <a:pt x="2859646" y="1835472"/>
                </a:lnTo>
                <a:cubicBezTo>
                  <a:pt x="3129664" y="1820588"/>
                  <a:pt x="3398839" y="1786517"/>
                  <a:pt x="3665091" y="1733272"/>
                </a:cubicBezTo>
                <a:lnTo>
                  <a:pt x="3762672" y="1711329"/>
                </a:lnTo>
                <a:lnTo>
                  <a:pt x="3744629" y="1661969"/>
                </a:lnTo>
                <a:cubicBezTo>
                  <a:pt x="3554013" y="1188683"/>
                  <a:pt x="3213010" y="784003"/>
                  <a:pt x="2767164" y="516637"/>
                </a:cubicBezTo>
                <a:close/>
                <a:moveTo>
                  <a:pt x="3284695" y="474132"/>
                </a:moveTo>
                <a:lnTo>
                  <a:pt x="3419780" y="594364"/>
                </a:lnTo>
                <a:cubicBezTo>
                  <a:pt x="3684425" y="848130"/>
                  <a:pt x="3894707" y="1153234"/>
                  <a:pt x="4037708" y="1490186"/>
                </a:cubicBezTo>
                <a:lnTo>
                  <a:pt x="4088793" y="1629961"/>
                </a:lnTo>
                <a:lnTo>
                  <a:pt x="4193076" y="1601225"/>
                </a:lnTo>
                <a:cubicBezTo>
                  <a:pt x="4280219" y="1574958"/>
                  <a:pt x="4366881" y="1546562"/>
                  <a:pt x="4452988" y="1516038"/>
                </a:cubicBezTo>
                <a:lnTo>
                  <a:pt x="4483295" y="1504467"/>
                </a:lnTo>
                <a:lnTo>
                  <a:pt x="4445839" y="1434722"/>
                </a:lnTo>
                <a:cubicBezTo>
                  <a:pt x="4200380" y="1015576"/>
                  <a:pt x="3820228" y="684886"/>
                  <a:pt x="3364788" y="502055"/>
                </a:cubicBezTo>
                <a:close/>
                <a:moveTo>
                  <a:pt x="1808300" y="473302"/>
                </a:moveTo>
                <a:lnTo>
                  <a:pt x="1725826" y="502055"/>
                </a:lnTo>
                <a:cubicBezTo>
                  <a:pt x="1270387" y="684886"/>
                  <a:pt x="890235" y="1015576"/>
                  <a:pt x="644776" y="1434722"/>
                </a:cubicBezTo>
                <a:lnTo>
                  <a:pt x="607769" y="1503630"/>
                </a:lnTo>
                <a:lnTo>
                  <a:pt x="721016" y="1544873"/>
                </a:lnTo>
                <a:cubicBezTo>
                  <a:pt x="807584" y="1574063"/>
                  <a:pt x="894676" y="1601117"/>
                  <a:pt x="982213" y="1626034"/>
                </a:cubicBezTo>
                <a:lnTo>
                  <a:pt x="999767" y="1630580"/>
                </a:lnTo>
                <a:lnTo>
                  <a:pt x="1017216" y="1580845"/>
                </a:lnTo>
                <a:cubicBezTo>
                  <a:pt x="1177532" y="1161530"/>
                  <a:pt x="1440575" y="786893"/>
                  <a:pt x="1783222" y="493223"/>
                </a:cubicBezTo>
                <a:close/>
                <a:moveTo>
                  <a:pt x="2388358" y="442481"/>
                </a:moveTo>
                <a:lnTo>
                  <a:pt x="2268762" y="511120"/>
                </a:lnTo>
                <a:cubicBezTo>
                  <a:pt x="1822394" y="790258"/>
                  <a:pt x="1484579" y="1206249"/>
                  <a:pt x="1300047" y="1688906"/>
                </a:cubicBezTo>
                <a:lnTo>
                  <a:pt x="1294652" y="1704512"/>
                </a:lnTo>
                <a:lnTo>
                  <a:pt x="1512177" y="1749907"/>
                </a:lnTo>
                <a:cubicBezTo>
                  <a:pt x="1779219" y="1799031"/>
                  <a:pt x="2048889" y="1828939"/>
                  <a:pt x="2319104" y="1839648"/>
                </a:cubicBezTo>
                <a:lnTo>
                  <a:pt x="2388358" y="1840752"/>
                </a:lnTo>
                <a:close/>
                <a:moveTo>
                  <a:pt x="2545307" y="0"/>
                </a:moveTo>
                <a:cubicBezTo>
                  <a:pt x="3951041" y="0"/>
                  <a:pt x="5090614" y="1139574"/>
                  <a:pt x="5090614" y="2545307"/>
                </a:cubicBezTo>
                <a:cubicBezTo>
                  <a:pt x="5090614" y="3951041"/>
                  <a:pt x="3951041" y="5090614"/>
                  <a:pt x="2545307" y="5090614"/>
                </a:cubicBezTo>
                <a:cubicBezTo>
                  <a:pt x="1139573" y="5090614"/>
                  <a:pt x="0" y="3951041"/>
                  <a:pt x="0" y="2545307"/>
                </a:cubicBezTo>
                <a:cubicBezTo>
                  <a:pt x="0" y="1139574"/>
                  <a:pt x="1139573" y="0"/>
                  <a:pt x="254530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2" name="任意多边形 91"/>
          <p:cNvSpPr>
            <a:spLocks noChangeAspect="1"/>
          </p:cNvSpPr>
          <p:nvPr/>
        </p:nvSpPr>
        <p:spPr>
          <a:xfrm>
            <a:off x="10467305" y="1284391"/>
            <a:ext cx="163401" cy="360000"/>
          </a:xfrm>
          <a:custGeom>
            <a:avLst/>
            <a:gdLst>
              <a:gd name="connsiteX0" fmla="*/ 27678 w 326801"/>
              <a:gd name="connsiteY0" fmla="*/ 165362 h 784888"/>
              <a:gd name="connsiteX1" fmla="*/ 27679 w 326801"/>
              <a:gd name="connsiteY1" fmla="*/ 165362 h 784888"/>
              <a:gd name="connsiteX2" fmla="*/ 296001 w 326801"/>
              <a:gd name="connsiteY2" fmla="*/ 165362 h 784888"/>
              <a:gd name="connsiteX3" fmla="*/ 296001 w 326801"/>
              <a:gd name="connsiteY3" fmla="*/ 166655 h 784888"/>
              <a:gd name="connsiteX4" fmla="*/ 299122 w 326801"/>
              <a:gd name="connsiteY4" fmla="*/ 165362 h 784888"/>
              <a:gd name="connsiteX5" fmla="*/ 326801 w 326801"/>
              <a:gd name="connsiteY5" fmla="*/ 193041 h 784888"/>
              <a:gd name="connsiteX6" fmla="*/ 326800 w 326801"/>
              <a:gd name="connsiteY6" fmla="*/ 412248 h 784888"/>
              <a:gd name="connsiteX7" fmla="*/ 299121 w 326801"/>
              <a:gd name="connsiteY7" fmla="*/ 439927 h 784888"/>
              <a:gd name="connsiteX8" fmla="*/ 299122 w 326801"/>
              <a:gd name="connsiteY8" fmla="*/ 439926 h 784888"/>
              <a:gd name="connsiteX9" fmla="*/ 271443 w 326801"/>
              <a:gd name="connsiteY9" fmla="*/ 412247 h 784888"/>
              <a:gd name="connsiteX10" fmla="*/ 271443 w 326801"/>
              <a:gd name="connsiteY10" fmla="*/ 258963 h 784888"/>
              <a:gd name="connsiteX11" fmla="*/ 248706 w 326801"/>
              <a:gd name="connsiteY11" fmla="*/ 258963 h 784888"/>
              <a:gd name="connsiteX12" fmla="*/ 248705 w 326801"/>
              <a:gd name="connsiteY12" fmla="*/ 747494 h 784888"/>
              <a:gd name="connsiteX13" fmla="*/ 211311 w 326801"/>
              <a:gd name="connsiteY13" fmla="*/ 784888 h 784888"/>
              <a:gd name="connsiteX14" fmla="*/ 211312 w 326801"/>
              <a:gd name="connsiteY14" fmla="*/ 784887 h 784888"/>
              <a:gd name="connsiteX15" fmla="*/ 173918 w 326801"/>
              <a:gd name="connsiteY15" fmla="*/ 747493 h 784888"/>
              <a:gd name="connsiteX16" fmla="*/ 173918 w 326801"/>
              <a:gd name="connsiteY16" fmla="*/ 439926 h 784888"/>
              <a:gd name="connsiteX17" fmla="*/ 152032 w 326801"/>
              <a:gd name="connsiteY17" fmla="*/ 439926 h 784888"/>
              <a:gd name="connsiteX18" fmla="*/ 152031 w 326801"/>
              <a:gd name="connsiteY18" fmla="*/ 747494 h 784888"/>
              <a:gd name="connsiteX19" fmla="*/ 114637 w 326801"/>
              <a:gd name="connsiteY19" fmla="*/ 784888 h 784888"/>
              <a:gd name="connsiteX20" fmla="*/ 114638 w 326801"/>
              <a:gd name="connsiteY20" fmla="*/ 784887 h 784888"/>
              <a:gd name="connsiteX21" fmla="*/ 77244 w 326801"/>
              <a:gd name="connsiteY21" fmla="*/ 747493 h 784888"/>
              <a:gd name="connsiteX22" fmla="*/ 77244 w 326801"/>
              <a:gd name="connsiteY22" fmla="*/ 258963 h 784888"/>
              <a:gd name="connsiteX23" fmla="*/ 55358 w 326801"/>
              <a:gd name="connsiteY23" fmla="*/ 258963 h 784888"/>
              <a:gd name="connsiteX24" fmla="*/ 55357 w 326801"/>
              <a:gd name="connsiteY24" fmla="*/ 412248 h 784888"/>
              <a:gd name="connsiteX25" fmla="*/ 27678 w 326801"/>
              <a:gd name="connsiteY25" fmla="*/ 439927 h 784888"/>
              <a:gd name="connsiteX26" fmla="*/ 27679 w 326801"/>
              <a:gd name="connsiteY26" fmla="*/ 439926 h 784888"/>
              <a:gd name="connsiteX27" fmla="*/ 0 w 326801"/>
              <a:gd name="connsiteY27" fmla="*/ 412247 h 784888"/>
              <a:gd name="connsiteX28" fmla="*/ 0 w 326801"/>
              <a:gd name="connsiteY28" fmla="*/ 193041 h 784888"/>
              <a:gd name="connsiteX29" fmla="*/ 8107 w 326801"/>
              <a:gd name="connsiteY29" fmla="*/ 173469 h 784888"/>
              <a:gd name="connsiteX30" fmla="*/ 27678 w 326801"/>
              <a:gd name="connsiteY30" fmla="*/ 165362 h 784888"/>
              <a:gd name="connsiteX31" fmla="*/ 165835 w 326801"/>
              <a:gd name="connsiteY31" fmla="*/ 0 h 784888"/>
              <a:gd name="connsiteX32" fmla="*/ 236320 w 326801"/>
              <a:gd name="connsiteY32" fmla="*/ 70485 h 784888"/>
              <a:gd name="connsiteX33" fmla="*/ 165835 w 326801"/>
              <a:gd name="connsiteY33" fmla="*/ 140970 h 784888"/>
              <a:gd name="connsiteX34" fmla="*/ 95350 w 326801"/>
              <a:gd name="connsiteY34" fmla="*/ 70485 h 784888"/>
              <a:gd name="connsiteX35" fmla="*/ 165835 w 326801"/>
              <a:gd name="connsiteY35" fmla="*/ 0 h 784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26801" h="784888">
                <a:moveTo>
                  <a:pt x="27678" y="165362"/>
                </a:moveTo>
                <a:lnTo>
                  <a:pt x="27679" y="165362"/>
                </a:lnTo>
                <a:lnTo>
                  <a:pt x="296001" y="165362"/>
                </a:lnTo>
                <a:lnTo>
                  <a:pt x="296001" y="166655"/>
                </a:lnTo>
                <a:lnTo>
                  <a:pt x="299122" y="165362"/>
                </a:lnTo>
                <a:cubicBezTo>
                  <a:pt x="314409" y="165362"/>
                  <a:pt x="326801" y="177754"/>
                  <a:pt x="326801" y="193041"/>
                </a:cubicBezTo>
                <a:cubicBezTo>
                  <a:pt x="326801" y="266110"/>
                  <a:pt x="326800" y="339179"/>
                  <a:pt x="326800" y="412248"/>
                </a:cubicBezTo>
                <a:cubicBezTo>
                  <a:pt x="326800" y="427535"/>
                  <a:pt x="314408" y="439927"/>
                  <a:pt x="299121" y="439927"/>
                </a:cubicBezTo>
                <a:lnTo>
                  <a:pt x="299122" y="439926"/>
                </a:lnTo>
                <a:cubicBezTo>
                  <a:pt x="283835" y="439926"/>
                  <a:pt x="271443" y="427534"/>
                  <a:pt x="271443" y="412247"/>
                </a:cubicBezTo>
                <a:lnTo>
                  <a:pt x="271443" y="258963"/>
                </a:lnTo>
                <a:lnTo>
                  <a:pt x="248706" y="258963"/>
                </a:lnTo>
                <a:lnTo>
                  <a:pt x="248705" y="747494"/>
                </a:lnTo>
                <a:cubicBezTo>
                  <a:pt x="248705" y="768146"/>
                  <a:pt x="231963" y="784888"/>
                  <a:pt x="211311" y="784888"/>
                </a:cubicBezTo>
                <a:lnTo>
                  <a:pt x="211312" y="784887"/>
                </a:lnTo>
                <a:cubicBezTo>
                  <a:pt x="190660" y="784887"/>
                  <a:pt x="173918" y="768145"/>
                  <a:pt x="173918" y="747493"/>
                </a:cubicBezTo>
                <a:lnTo>
                  <a:pt x="173918" y="439926"/>
                </a:lnTo>
                <a:lnTo>
                  <a:pt x="152032" y="439926"/>
                </a:lnTo>
                <a:lnTo>
                  <a:pt x="152031" y="747494"/>
                </a:lnTo>
                <a:cubicBezTo>
                  <a:pt x="152031" y="768146"/>
                  <a:pt x="135289" y="784888"/>
                  <a:pt x="114637" y="784888"/>
                </a:cubicBezTo>
                <a:lnTo>
                  <a:pt x="114638" y="784887"/>
                </a:lnTo>
                <a:cubicBezTo>
                  <a:pt x="93986" y="784887"/>
                  <a:pt x="77244" y="768145"/>
                  <a:pt x="77244" y="747493"/>
                </a:cubicBezTo>
                <a:lnTo>
                  <a:pt x="77244" y="258963"/>
                </a:lnTo>
                <a:lnTo>
                  <a:pt x="55358" y="258963"/>
                </a:lnTo>
                <a:lnTo>
                  <a:pt x="55357" y="412248"/>
                </a:lnTo>
                <a:cubicBezTo>
                  <a:pt x="55357" y="427535"/>
                  <a:pt x="42965" y="439927"/>
                  <a:pt x="27678" y="439927"/>
                </a:cubicBezTo>
                <a:lnTo>
                  <a:pt x="27679" y="439926"/>
                </a:lnTo>
                <a:cubicBezTo>
                  <a:pt x="12392" y="439926"/>
                  <a:pt x="0" y="427534"/>
                  <a:pt x="0" y="412247"/>
                </a:cubicBezTo>
                <a:lnTo>
                  <a:pt x="0" y="193041"/>
                </a:lnTo>
                <a:cubicBezTo>
                  <a:pt x="0" y="185398"/>
                  <a:pt x="3098" y="178478"/>
                  <a:pt x="8107" y="173469"/>
                </a:cubicBezTo>
                <a:lnTo>
                  <a:pt x="27678" y="165362"/>
                </a:lnTo>
                <a:close/>
                <a:moveTo>
                  <a:pt x="165835" y="0"/>
                </a:moveTo>
                <a:cubicBezTo>
                  <a:pt x="204763" y="0"/>
                  <a:pt x="236320" y="31557"/>
                  <a:pt x="236320" y="70485"/>
                </a:cubicBezTo>
                <a:cubicBezTo>
                  <a:pt x="236320" y="109413"/>
                  <a:pt x="204763" y="140970"/>
                  <a:pt x="165835" y="140970"/>
                </a:cubicBezTo>
                <a:cubicBezTo>
                  <a:pt x="126907" y="140970"/>
                  <a:pt x="95350" y="109413"/>
                  <a:pt x="95350" y="70485"/>
                </a:cubicBezTo>
                <a:cubicBezTo>
                  <a:pt x="95350" y="31557"/>
                  <a:pt x="126907" y="0"/>
                  <a:pt x="16583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3" name="任意多边形 92"/>
          <p:cNvSpPr>
            <a:spLocks noChangeAspect="1"/>
          </p:cNvSpPr>
          <p:nvPr/>
        </p:nvSpPr>
        <p:spPr>
          <a:xfrm>
            <a:off x="11264053" y="1284391"/>
            <a:ext cx="185195" cy="360000"/>
          </a:xfrm>
          <a:custGeom>
            <a:avLst/>
            <a:gdLst>
              <a:gd name="connsiteX0" fmla="*/ 81522 w 402116"/>
              <a:gd name="connsiteY0" fmla="*/ 164685 h 781675"/>
              <a:gd name="connsiteX1" fmla="*/ 323889 w 402116"/>
              <a:gd name="connsiteY1" fmla="*/ 164685 h 781675"/>
              <a:gd name="connsiteX2" fmla="*/ 330180 w 402116"/>
              <a:gd name="connsiteY2" fmla="*/ 167291 h 781675"/>
              <a:gd name="connsiteX3" fmla="*/ 331824 w 402116"/>
              <a:gd name="connsiteY3" fmla="*/ 167507 h 781675"/>
              <a:gd name="connsiteX4" fmla="*/ 332347 w 402116"/>
              <a:gd name="connsiteY4" fmla="*/ 168189 h 781675"/>
              <a:gd name="connsiteX5" fmla="*/ 332678 w 402116"/>
              <a:gd name="connsiteY5" fmla="*/ 168326 h 781675"/>
              <a:gd name="connsiteX6" fmla="*/ 332942 w 402116"/>
              <a:gd name="connsiteY6" fmla="*/ 168964 h 781675"/>
              <a:gd name="connsiteX7" fmla="*/ 344668 w 402116"/>
              <a:gd name="connsiteY7" fmla="*/ 184245 h 781675"/>
              <a:gd name="connsiteX8" fmla="*/ 401170 w 402116"/>
              <a:gd name="connsiteY8" fmla="*/ 395116 h 781675"/>
              <a:gd name="connsiteX9" fmla="*/ 381679 w 402116"/>
              <a:gd name="connsiteY9" fmla="*/ 428876 h 781675"/>
              <a:gd name="connsiteX10" fmla="*/ 347919 w 402116"/>
              <a:gd name="connsiteY10" fmla="*/ 409385 h 781675"/>
              <a:gd name="connsiteX11" fmla="*/ 307329 w 402116"/>
              <a:gd name="connsiteY11" fmla="*/ 257903 h 781675"/>
              <a:gd name="connsiteX12" fmla="*/ 295183 w 402116"/>
              <a:gd name="connsiteY12" fmla="*/ 257903 h 781675"/>
              <a:gd name="connsiteX13" fmla="*/ 358070 w 402116"/>
              <a:gd name="connsiteY13" fmla="*/ 509451 h 781675"/>
              <a:gd name="connsiteX14" fmla="*/ 289217 w 402116"/>
              <a:gd name="connsiteY14" fmla="*/ 509451 h 781675"/>
              <a:gd name="connsiteX15" fmla="*/ 289216 w 402116"/>
              <a:gd name="connsiteY15" fmla="*/ 744434 h 781675"/>
              <a:gd name="connsiteX16" fmla="*/ 251975 w 402116"/>
              <a:gd name="connsiteY16" fmla="*/ 781675 h 781675"/>
              <a:gd name="connsiteX17" fmla="*/ 251976 w 402116"/>
              <a:gd name="connsiteY17" fmla="*/ 781674 h 781675"/>
              <a:gd name="connsiteX18" fmla="*/ 214735 w 402116"/>
              <a:gd name="connsiteY18" fmla="*/ 744433 h 781675"/>
              <a:gd name="connsiteX19" fmla="*/ 214735 w 402116"/>
              <a:gd name="connsiteY19" fmla="*/ 509451 h 781675"/>
              <a:gd name="connsiteX20" fmla="*/ 192938 w 402116"/>
              <a:gd name="connsiteY20" fmla="*/ 509451 h 781675"/>
              <a:gd name="connsiteX21" fmla="*/ 192937 w 402116"/>
              <a:gd name="connsiteY21" fmla="*/ 744434 h 781675"/>
              <a:gd name="connsiteX22" fmla="*/ 155696 w 402116"/>
              <a:gd name="connsiteY22" fmla="*/ 781675 h 781675"/>
              <a:gd name="connsiteX23" fmla="*/ 155697 w 402116"/>
              <a:gd name="connsiteY23" fmla="*/ 781674 h 781675"/>
              <a:gd name="connsiteX24" fmla="*/ 118456 w 402116"/>
              <a:gd name="connsiteY24" fmla="*/ 744433 h 781675"/>
              <a:gd name="connsiteX25" fmla="*/ 118456 w 402116"/>
              <a:gd name="connsiteY25" fmla="*/ 509451 h 781675"/>
              <a:gd name="connsiteX26" fmla="*/ 51074 w 402116"/>
              <a:gd name="connsiteY26" fmla="*/ 509451 h 781675"/>
              <a:gd name="connsiteX27" fmla="*/ 113961 w 402116"/>
              <a:gd name="connsiteY27" fmla="*/ 257903 h 781675"/>
              <a:gd name="connsiteX28" fmla="*/ 94787 w 402116"/>
              <a:gd name="connsiteY28" fmla="*/ 257903 h 781675"/>
              <a:gd name="connsiteX29" fmla="*/ 54197 w 402116"/>
              <a:gd name="connsiteY29" fmla="*/ 409385 h 781675"/>
              <a:gd name="connsiteX30" fmla="*/ 20437 w 402116"/>
              <a:gd name="connsiteY30" fmla="*/ 428876 h 781675"/>
              <a:gd name="connsiteX31" fmla="*/ 946 w 402116"/>
              <a:gd name="connsiteY31" fmla="*/ 395116 h 781675"/>
              <a:gd name="connsiteX32" fmla="*/ 57448 w 402116"/>
              <a:gd name="connsiteY32" fmla="*/ 184245 h 781675"/>
              <a:gd name="connsiteX33" fmla="*/ 70292 w 402116"/>
              <a:gd name="connsiteY33" fmla="*/ 167507 h 781675"/>
              <a:gd name="connsiteX34" fmla="*/ 76766 w 402116"/>
              <a:gd name="connsiteY34" fmla="*/ 166655 h 781675"/>
              <a:gd name="connsiteX35" fmla="*/ 206684 w 402116"/>
              <a:gd name="connsiteY35" fmla="*/ 0 h 781675"/>
              <a:gd name="connsiteX36" fmla="*/ 276880 w 402116"/>
              <a:gd name="connsiteY36" fmla="*/ 70196 h 781675"/>
              <a:gd name="connsiteX37" fmla="*/ 206684 w 402116"/>
              <a:gd name="connsiteY37" fmla="*/ 140392 h 781675"/>
              <a:gd name="connsiteX38" fmla="*/ 136488 w 402116"/>
              <a:gd name="connsiteY38" fmla="*/ 70196 h 781675"/>
              <a:gd name="connsiteX39" fmla="*/ 206684 w 402116"/>
              <a:gd name="connsiteY39" fmla="*/ 0 h 781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02116" h="781675">
                <a:moveTo>
                  <a:pt x="81522" y="164685"/>
                </a:moveTo>
                <a:lnTo>
                  <a:pt x="323889" y="164685"/>
                </a:lnTo>
                <a:lnTo>
                  <a:pt x="330180" y="167291"/>
                </a:lnTo>
                <a:lnTo>
                  <a:pt x="331824" y="167507"/>
                </a:lnTo>
                <a:lnTo>
                  <a:pt x="332347" y="168189"/>
                </a:lnTo>
                <a:lnTo>
                  <a:pt x="332678" y="168326"/>
                </a:lnTo>
                <a:lnTo>
                  <a:pt x="332942" y="168964"/>
                </a:lnTo>
                <a:lnTo>
                  <a:pt x="344668" y="184245"/>
                </a:lnTo>
                <a:lnTo>
                  <a:pt x="401170" y="395116"/>
                </a:lnTo>
                <a:cubicBezTo>
                  <a:pt x="405111" y="409822"/>
                  <a:pt x="396384" y="424936"/>
                  <a:pt x="381679" y="428876"/>
                </a:cubicBezTo>
                <a:cubicBezTo>
                  <a:pt x="366974" y="432817"/>
                  <a:pt x="351859" y="424090"/>
                  <a:pt x="347919" y="409385"/>
                </a:cubicBezTo>
                <a:lnTo>
                  <a:pt x="307329" y="257903"/>
                </a:lnTo>
                <a:lnTo>
                  <a:pt x="295183" y="257903"/>
                </a:lnTo>
                <a:lnTo>
                  <a:pt x="358070" y="509451"/>
                </a:lnTo>
                <a:lnTo>
                  <a:pt x="289217" y="509451"/>
                </a:lnTo>
                <a:lnTo>
                  <a:pt x="289216" y="744434"/>
                </a:lnTo>
                <a:cubicBezTo>
                  <a:pt x="289216" y="765002"/>
                  <a:pt x="272543" y="781675"/>
                  <a:pt x="251975" y="781675"/>
                </a:cubicBezTo>
                <a:lnTo>
                  <a:pt x="251976" y="781674"/>
                </a:lnTo>
                <a:cubicBezTo>
                  <a:pt x="231408" y="781674"/>
                  <a:pt x="214735" y="765001"/>
                  <a:pt x="214735" y="744433"/>
                </a:cubicBezTo>
                <a:lnTo>
                  <a:pt x="214735" y="509451"/>
                </a:lnTo>
                <a:lnTo>
                  <a:pt x="192938" y="509451"/>
                </a:lnTo>
                <a:lnTo>
                  <a:pt x="192937" y="744434"/>
                </a:lnTo>
                <a:cubicBezTo>
                  <a:pt x="192937" y="765002"/>
                  <a:pt x="176264" y="781675"/>
                  <a:pt x="155696" y="781675"/>
                </a:cubicBezTo>
                <a:lnTo>
                  <a:pt x="155697" y="781674"/>
                </a:lnTo>
                <a:cubicBezTo>
                  <a:pt x="135129" y="781674"/>
                  <a:pt x="118456" y="765001"/>
                  <a:pt x="118456" y="744433"/>
                </a:cubicBezTo>
                <a:lnTo>
                  <a:pt x="118456" y="509451"/>
                </a:lnTo>
                <a:lnTo>
                  <a:pt x="51074" y="509451"/>
                </a:lnTo>
                <a:lnTo>
                  <a:pt x="113961" y="257903"/>
                </a:lnTo>
                <a:lnTo>
                  <a:pt x="94787" y="257903"/>
                </a:lnTo>
                <a:lnTo>
                  <a:pt x="54197" y="409385"/>
                </a:lnTo>
                <a:cubicBezTo>
                  <a:pt x="50257" y="424090"/>
                  <a:pt x="35142" y="432817"/>
                  <a:pt x="20437" y="428876"/>
                </a:cubicBezTo>
                <a:cubicBezTo>
                  <a:pt x="5732" y="424936"/>
                  <a:pt x="-2995" y="409822"/>
                  <a:pt x="946" y="395116"/>
                </a:cubicBezTo>
                <a:lnTo>
                  <a:pt x="57448" y="184245"/>
                </a:lnTo>
                <a:cubicBezTo>
                  <a:pt x="59419" y="176892"/>
                  <a:pt x="64182" y="171035"/>
                  <a:pt x="70292" y="167507"/>
                </a:cubicBezTo>
                <a:lnTo>
                  <a:pt x="76766" y="166655"/>
                </a:lnTo>
                <a:close/>
                <a:moveTo>
                  <a:pt x="206684" y="0"/>
                </a:moveTo>
                <a:cubicBezTo>
                  <a:pt x="245452" y="0"/>
                  <a:pt x="276880" y="31428"/>
                  <a:pt x="276880" y="70196"/>
                </a:cubicBezTo>
                <a:cubicBezTo>
                  <a:pt x="276880" y="108964"/>
                  <a:pt x="245452" y="140392"/>
                  <a:pt x="206684" y="140392"/>
                </a:cubicBezTo>
                <a:cubicBezTo>
                  <a:pt x="167916" y="140392"/>
                  <a:pt x="136488" y="108964"/>
                  <a:pt x="136488" y="70196"/>
                </a:cubicBezTo>
                <a:cubicBezTo>
                  <a:pt x="136488" y="31428"/>
                  <a:pt x="167916" y="0"/>
                  <a:pt x="20668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4" name="任意多边形 93"/>
          <p:cNvSpPr>
            <a:spLocks noChangeAspect="1"/>
          </p:cNvSpPr>
          <p:nvPr/>
        </p:nvSpPr>
        <p:spPr>
          <a:xfrm>
            <a:off x="9502860" y="1284391"/>
            <a:ext cx="477000" cy="360000"/>
          </a:xfrm>
          <a:custGeom>
            <a:avLst/>
            <a:gdLst>
              <a:gd name="connsiteX0" fmla="*/ 1596640 w 3193278"/>
              <a:gd name="connsiteY0" fmla="*/ 1366120 h 2410021"/>
              <a:gd name="connsiteX1" fmla="*/ 1596640 w 3193278"/>
              <a:gd name="connsiteY1" fmla="*/ 1582120 h 2410021"/>
              <a:gd name="connsiteX2" fmla="*/ 2609424 w 3193278"/>
              <a:gd name="connsiteY2" fmla="*/ 1582120 h 2410021"/>
              <a:gd name="connsiteX3" fmla="*/ 2609424 w 3193278"/>
              <a:gd name="connsiteY3" fmla="*/ 1366120 h 2410021"/>
              <a:gd name="connsiteX4" fmla="*/ 374074 w 3193278"/>
              <a:gd name="connsiteY4" fmla="*/ 1229368 h 2410021"/>
              <a:gd name="connsiteX5" fmla="*/ 1380639 w 3193278"/>
              <a:gd name="connsiteY5" fmla="*/ 1229368 h 2410021"/>
              <a:gd name="connsiteX6" fmla="*/ 1380639 w 3193278"/>
              <a:gd name="connsiteY6" fmla="*/ 2057270 h 2410021"/>
              <a:gd name="connsiteX7" fmla="*/ 374074 w 3193278"/>
              <a:gd name="connsiteY7" fmla="*/ 2057270 h 2410021"/>
              <a:gd name="connsiteX8" fmla="*/ 158074 w 3193278"/>
              <a:gd name="connsiteY8" fmla="*/ 989007 h 2410021"/>
              <a:gd name="connsiteX9" fmla="*/ 158074 w 3193278"/>
              <a:gd name="connsiteY9" fmla="*/ 1229368 h 2410021"/>
              <a:gd name="connsiteX10" fmla="*/ 158074 w 3193278"/>
              <a:gd name="connsiteY10" fmla="*/ 2057270 h 2410021"/>
              <a:gd name="connsiteX11" fmla="*/ 158074 w 3193278"/>
              <a:gd name="connsiteY11" fmla="*/ 2273270 h 2410021"/>
              <a:gd name="connsiteX12" fmla="*/ 2609423 w 3193278"/>
              <a:gd name="connsiteY12" fmla="*/ 2273270 h 2410021"/>
              <a:gd name="connsiteX13" fmla="*/ 2609423 w 3193278"/>
              <a:gd name="connsiteY13" fmla="*/ 2057270 h 2410021"/>
              <a:gd name="connsiteX14" fmla="*/ 1596639 w 3193278"/>
              <a:gd name="connsiteY14" fmla="*/ 2057270 h 2410021"/>
              <a:gd name="connsiteX15" fmla="*/ 1596639 w 3193278"/>
              <a:gd name="connsiteY15" fmla="*/ 1933231 h 2410021"/>
              <a:gd name="connsiteX16" fmla="*/ 2609422 w 3193278"/>
              <a:gd name="connsiteY16" fmla="*/ 1933231 h 2410021"/>
              <a:gd name="connsiteX17" fmla="*/ 2609422 w 3193278"/>
              <a:gd name="connsiteY17" fmla="*/ 1717231 h 2410021"/>
              <a:gd name="connsiteX18" fmla="*/ 1596639 w 3193278"/>
              <a:gd name="connsiteY18" fmla="*/ 1717231 h 2410021"/>
              <a:gd name="connsiteX19" fmla="*/ 1596639 w 3193278"/>
              <a:gd name="connsiteY19" fmla="*/ 1229368 h 2410021"/>
              <a:gd name="connsiteX20" fmla="*/ 2609424 w 3193278"/>
              <a:gd name="connsiteY20" fmla="*/ 1229368 h 2410021"/>
              <a:gd name="connsiteX21" fmla="*/ 2609424 w 3193278"/>
              <a:gd name="connsiteY21" fmla="*/ 989007 h 2410021"/>
              <a:gd name="connsiteX22" fmla="*/ 158074 w 3193278"/>
              <a:gd name="connsiteY22" fmla="*/ 179485 h 2410021"/>
              <a:gd name="connsiteX23" fmla="*/ 158074 w 3193278"/>
              <a:gd name="connsiteY23" fmla="*/ 807402 h 2410021"/>
              <a:gd name="connsiteX24" fmla="*/ 2609423 w 3193278"/>
              <a:gd name="connsiteY24" fmla="*/ 807402 h 2410021"/>
              <a:gd name="connsiteX25" fmla="*/ 2609423 w 3193278"/>
              <a:gd name="connsiteY25" fmla="*/ 179485 h 2410021"/>
              <a:gd name="connsiteX26" fmla="*/ 0 w 3193278"/>
              <a:gd name="connsiteY26" fmla="*/ 0 h 2410021"/>
              <a:gd name="connsiteX27" fmla="*/ 2750101 w 3193278"/>
              <a:gd name="connsiteY27" fmla="*/ 0 h 2410021"/>
              <a:gd name="connsiteX28" fmla="*/ 2750101 w 3193278"/>
              <a:gd name="connsiteY28" fmla="*/ 554184 h 2410021"/>
              <a:gd name="connsiteX29" fmla="*/ 3193278 w 3193278"/>
              <a:gd name="connsiteY29" fmla="*/ 554184 h 2410021"/>
              <a:gd name="connsiteX30" fmla="*/ 3193278 w 3193278"/>
              <a:gd name="connsiteY30" fmla="*/ 2410021 h 2410021"/>
              <a:gd name="connsiteX31" fmla="*/ 0 w 3193278"/>
              <a:gd name="connsiteY31" fmla="*/ 2410021 h 241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193278" h="2410021">
                <a:moveTo>
                  <a:pt x="1596640" y="1366120"/>
                </a:moveTo>
                <a:lnTo>
                  <a:pt x="1596640" y="1582120"/>
                </a:lnTo>
                <a:lnTo>
                  <a:pt x="2609424" y="1582120"/>
                </a:lnTo>
                <a:lnTo>
                  <a:pt x="2609424" y="1366120"/>
                </a:lnTo>
                <a:close/>
                <a:moveTo>
                  <a:pt x="374074" y="1229368"/>
                </a:moveTo>
                <a:lnTo>
                  <a:pt x="1380639" y="1229368"/>
                </a:lnTo>
                <a:lnTo>
                  <a:pt x="1380639" y="2057270"/>
                </a:lnTo>
                <a:lnTo>
                  <a:pt x="374074" y="2057270"/>
                </a:lnTo>
                <a:close/>
                <a:moveTo>
                  <a:pt x="158074" y="989007"/>
                </a:moveTo>
                <a:lnTo>
                  <a:pt x="158074" y="1229368"/>
                </a:lnTo>
                <a:lnTo>
                  <a:pt x="158074" y="2057270"/>
                </a:lnTo>
                <a:lnTo>
                  <a:pt x="158074" y="2273270"/>
                </a:lnTo>
                <a:lnTo>
                  <a:pt x="2609423" y="2273270"/>
                </a:lnTo>
                <a:lnTo>
                  <a:pt x="2609423" y="2057270"/>
                </a:lnTo>
                <a:lnTo>
                  <a:pt x="1596639" y="2057270"/>
                </a:lnTo>
                <a:lnTo>
                  <a:pt x="1596639" y="1933231"/>
                </a:lnTo>
                <a:lnTo>
                  <a:pt x="2609422" y="1933231"/>
                </a:lnTo>
                <a:lnTo>
                  <a:pt x="2609422" y="1717231"/>
                </a:lnTo>
                <a:lnTo>
                  <a:pt x="1596639" y="1717231"/>
                </a:lnTo>
                <a:lnTo>
                  <a:pt x="1596639" y="1229368"/>
                </a:lnTo>
                <a:lnTo>
                  <a:pt x="2609424" y="1229368"/>
                </a:lnTo>
                <a:lnTo>
                  <a:pt x="2609424" y="989007"/>
                </a:lnTo>
                <a:close/>
                <a:moveTo>
                  <a:pt x="158074" y="179485"/>
                </a:moveTo>
                <a:lnTo>
                  <a:pt x="158074" y="807402"/>
                </a:lnTo>
                <a:lnTo>
                  <a:pt x="2609423" y="807402"/>
                </a:lnTo>
                <a:lnTo>
                  <a:pt x="2609423" y="179485"/>
                </a:lnTo>
                <a:close/>
                <a:moveTo>
                  <a:pt x="0" y="0"/>
                </a:moveTo>
                <a:lnTo>
                  <a:pt x="2750101" y="0"/>
                </a:lnTo>
                <a:lnTo>
                  <a:pt x="2750101" y="554184"/>
                </a:lnTo>
                <a:lnTo>
                  <a:pt x="3193278" y="554184"/>
                </a:lnTo>
                <a:lnTo>
                  <a:pt x="3193278" y="2410021"/>
                </a:lnTo>
                <a:lnTo>
                  <a:pt x="0" y="241002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任意多边形 96"/>
          <p:cNvSpPr>
            <a:spLocks noChangeAspect="1"/>
          </p:cNvSpPr>
          <p:nvPr/>
        </p:nvSpPr>
        <p:spPr>
          <a:xfrm>
            <a:off x="9561360" y="2072661"/>
            <a:ext cx="360000" cy="360000"/>
          </a:xfrm>
          <a:custGeom>
            <a:avLst/>
            <a:gdLst>
              <a:gd name="connsiteX0" fmla="*/ 3231962 w 5745708"/>
              <a:gd name="connsiteY0" fmla="*/ 3032583 h 5745708"/>
              <a:gd name="connsiteX1" fmla="*/ 3214132 w 5745708"/>
              <a:gd name="connsiteY1" fmla="*/ 3037820 h 5745708"/>
              <a:gd name="connsiteX2" fmla="*/ 2918386 w 5745708"/>
              <a:gd name="connsiteY2" fmla="*/ 3157205 h 5745708"/>
              <a:gd name="connsiteX3" fmla="*/ 1568652 w 5745708"/>
              <a:gd name="connsiteY3" fmla="*/ 4977155 h 5745708"/>
              <a:gd name="connsiteX4" fmla="*/ 1567117 w 5745708"/>
              <a:gd name="connsiteY4" fmla="*/ 4989729 h 5745708"/>
              <a:gd name="connsiteX5" fmla="*/ 1753930 w 5745708"/>
              <a:gd name="connsiteY5" fmla="*/ 5094888 h 5745708"/>
              <a:gd name="connsiteX6" fmla="*/ 2872854 w 5745708"/>
              <a:gd name="connsiteY6" fmla="*/ 5360171 h 5745708"/>
              <a:gd name="connsiteX7" fmla="*/ 3612506 w 5745708"/>
              <a:gd name="connsiteY7" fmla="*/ 5248346 h 5745708"/>
              <a:gd name="connsiteX8" fmla="*/ 3778657 w 5745708"/>
              <a:gd name="connsiteY8" fmla="*/ 5187534 h 5745708"/>
              <a:gd name="connsiteX9" fmla="*/ 3756632 w 5745708"/>
              <a:gd name="connsiteY9" fmla="*/ 4981322 h 5745708"/>
              <a:gd name="connsiteX10" fmla="*/ 3259484 w 5745708"/>
              <a:gd name="connsiteY10" fmla="*/ 3096143 h 5745708"/>
              <a:gd name="connsiteX11" fmla="*/ 3984727 w 5745708"/>
              <a:gd name="connsiteY11" fmla="*/ 2915675 h 5745708"/>
              <a:gd name="connsiteX12" fmla="*/ 3829002 w 5745708"/>
              <a:gd name="connsiteY12" fmla="*/ 2920086 h 5745708"/>
              <a:gd name="connsiteX13" fmla="*/ 3705444 w 5745708"/>
              <a:gd name="connsiteY13" fmla="*/ 2931524 h 5745708"/>
              <a:gd name="connsiteX14" fmla="*/ 3823106 w 5745708"/>
              <a:gd name="connsiteY14" fmla="*/ 3238782 h 5745708"/>
              <a:gd name="connsiteX15" fmla="*/ 4228159 w 5745708"/>
              <a:gd name="connsiteY15" fmla="*/ 4920388 h 5745708"/>
              <a:gd name="connsiteX16" fmla="*/ 4231818 w 5745708"/>
              <a:gd name="connsiteY16" fmla="*/ 4954646 h 5745708"/>
              <a:gd name="connsiteX17" fmla="*/ 4263537 w 5745708"/>
              <a:gd name="connsiteY17" fmla="*/ 4935377 h 5745708"/>
              <a:gd name="connsiteX18" fmla="*/ 5315666 w 5745708"/>
              <a:gd name="connsiteY18" fmla="*/ 3343709 h 5745708"/>
              <a:gd name="connsiteX19" fmla="*/ 5319602 w 5745708"/>
              <a:gd name="connsiteY19" fmla="*/ 3318978 h 5745708"/>
              <a:gd name="connsiteX20" fmla="*/ 5319311 w 5745708"/>
              <a:gd name="connsiteY20" fmla="*/ 3319418 h 5745708"/>
              <a:gd name="connsiteX21" fmla="*/ 3984727 w 5745708"/>
              <a:gd name="connsiteY21" fmla="*/ 2915675 h 5745708"/>
              <a:gd name="connsiteX22" fmla="*/ 2927673 w 5745708"/>
              <a:gd name="connsiteY22" fmla="*/ 2392120 h 5745708"/>
              <a:gd name="connsiteX23" fmla="*/ 2725305 w 5745708"/>
              <a:gd name="connsiteY23" fmla="*/ 2464023 h 5745708"/>
              <a:gd name="connsiteX24" fmla="*/ 470211 w 5745708"/>
              <a:gd name="connsiteY24" fmla="*/ 2894238 h 5745708"/>
              <a:gd name="connsiteX25" fmla="*/ 386767 w 5745708"/>
              <a:gd name="connsiteY25" fmla="*/ 2897195 h 5745708"/>
              <a:gd name="connsiteX26" fmla="*/ 398379 w 5745708"/>
              <a:gd name="connsiteY26" fmla="*/ 3127168 h 5745708"/>
              <a:gd name="connsiteX27" fmla="*/ 1200439 w 5745708"/>
              <a:gd name="connsiteY27" fmla="*/ 4714011 h 5745708"/>
              <a:gd name="connsiteX28" fmla="*/ 1212570 w 5745708"/>
              <a:gd name="connsiteY28" fmla="*/ 4724084 h 5745708"/>
              <a:gd name="connsiteX29" fmla="*/ 1255766 w 5745708"/>
              <a:gd name="connsiteY29" fmla="*/ 4556361 h 5745708"/>
              <a:gd name="connsiteX30" fmla="*/ 2745694 w 5745708"/>
              <a:gd name="connsiteY30" fmla="*/ 2798836 h 5745708"/>
              <a:gd name="connsiteX31" fmla="*/ 2916103 w 5745708"/>
              <a:gd name="connsiteY31" fmla="*/ 2723498 h 5745708"/>
              <a:gd name="connsiteX32" fmla="*/ 3067381 w 5745708"/>
              <a:gd name="connsiteY32" fmla="*/ 2668137 h 5745708"/>
              <a:gd name="connsiteX33" fmla="*/ 2989037 w 5745708"/>
              <a:gd name="connsiteY33" fmla="*/ 2506591 h 5745708"/>
              <a:gd name="connsiteX34" fmla="*/ 4869804 w 5745708"/>
              <a:gd name="connsiteY34" fmla="*/ 1394483 h 5745708"/>
              <a:gd name="connsiteX35" fmla="*/ 4786329 w 5745708"/>
              <a:gd name="connsiteY35" fmla="*/ 1452732 h 5745708"/>
              <a:gd name="connsiteX36" fmla="*/ 3639226 w 5745708"/>
              <a:gd name="connsiteY36" fmla="*/ 2099473 h 5745708"/>
              <a:gd name="connsiteX37" fmla="*/ 3373392 w 5745708"/>
              <a:gd name="connsiteY37" fmla="*/ 2217447 h 5745708"/>
              <a:gd name="connsiteX38" fmla="*/ 3412280 w 5745708"/>
              <a:gd name="connsiteY38" fmla="*/ 2289991 h 5745708"/>
              <a:gd name="connsiteX39" fmla="*/ 3539854 w 5745708"/>
              <a:gd name="connsiteY39" fmla="*/ 2553047 h 5745708"/>
              <a:gd name="connsiteX40" fmla="*/ 3624206 w 5745708"/>
              <a:gd name="connsiteY40" fmla="*/ 2539737 h 5745708"/>
              <a:gd name="connsiteX41" fmla="*/ 5216410 w 5745708"/>
              <a:gd name="connsiteY41" fmla="*/ 2803642 h 5745708"/>
              <a:gd name="connsiteX42" fmla="*/ 5359964 w 5745708"/>
              <a:gd name="connsiteY42" fmla="*/ 2879429 h 5745708"/>
              <a:gd name="connsiteX43" fmla="*/ 5360171 w 5745708"/>
              <a:gd name="connsiteY43" fmla="*/ 2872854 h 5745708"/>
              <a:gd name="connsiteX44" fmla="*/ 4935377 w 5745708"/>
              <a:gd name="connsiteY44" fmla="*/ 1482172 h 5745708"/>
              <a:gd name="connsiteX45" fmla="*/ 1683957 w 5745708"/>
              <a:gd name="connsiteY45" fmla="*/ 687745 h 5745708"/>
              <a:gd name="connsiteX46" fmla="*/ 1482172 w 5745708"/>
              <a:gd name="connsiteY46" fmla="*/ 810332 h 5745708"/>
              <a:gd name="connsiteX47" fmla="*/ 463845 w 5745708"/>
              <a:gd name="connsiteY47" fmla="*/ 2251235 h 5745708"/>
              <a:gd name="connsiteX48" fmla="*/ 433590 w 5745708"/>
              <a:gd name="connsiteY48" fmla="*/ 2386179 h 5745708"/>
              <a:gd name="connsiteX49" fmla="*/ 442384 w 5745708"/>
              <a:gd name="connsiteY49" fmla="*/ 2385867 h 5745708"/>
              <a:gd name="connsiteX50" fmla="*/ 2564021 w 5745708"/>
              <a:gd name="connsiteY50" fmla="*/ 1981112 h 5745708"/>
              <a:gd name="connsiteX51" fmla="*/ 2668782 w 5745708"/>
              <a:gd name="connsiteY51" fmla="*/ 1943890 h 5745708"/>
              <a:gd name="connsiteX52" fmla="*/ 2551222 w 5745708"/>
              <a:gd name="connsiteY52" fmla="*/ 1759859 h 5745708"/>
              <a:gd name="connsiteX53" fmla="*/ 1836003 w 5745708"/>
              <a:gd name="connsiteY53" fmla="*/ 846658 h 5745708"/>
              <a:gd name="connsiteX54" fmla="*/ 2872854 w 5745708"/>
              <a:gd name="connsiteY54" fmla="*/ 385537 h 5745708"/>
              <a:gd name="connsiteX55" fmla="*/ 2371573 w 5745708"/>
              <a:gd name="connsiteY55" fmla="*/ 436071 h 5745708"/>
              <a:gd name="connsiteX56" fmla="*/ 2154435 w 5745708"/>
              <a:gd name="connsiteY56" fmla="*/ 491903 h 5745708"/>
              <a:gd name="connsiteX57" fmla="*/ 2186717 w 5745708"/>
              <a:gd name="connsiteY57" fmla="*/ 525643 h 5745708"/>
              <a:gd name="connsiteX58" fmla="*/ 3112263 w 5745708"/>
              <a:gd name="connsiteY58" fmla="*/ 1755109 h 5745708"/>
              <a:gd name="connsiteX59" fmla="*/ 3121764 w 5745708"/>
              <a:gd name="connsiteY59" fmla="*/ 1771314 h 5745708"/>
              <a:gd name="connsiteX60" fmla="*/ 3141509 w 5745708"/>
              <a:gd name="connsiteY60" fmla="*/ 1763439 h 5745708"/>
              <a:gd name="connsiteX61" fmla="*/ 4503074 w 5745708"/>
              <a:gd name="connsiteY61" fmla="*/ 1029669 h 5745708"/>
              <a:gd name="connsiteX62" fmla="*/ 4523286 w 5745708"/>
              <a:gd name="connsiteY62" fmla="*/ 1015565 h 5745708"/>
              <a:gd name="connsiteX63" fmla="*/ 4455019 w 5745708"/>
              <a:gd name="connsiteY63" fmla="*/ 953520 h 5745708"/>
              <a:gd name="connsiteX64" fmla="*/ 2872854 w 5745708"/>
              <a:gd name="connsiteY64" fmla="*/ 385537 h 5745708"/>
              <a:gd name="connsiteX65" fmla="*/ 2872854 w 5745708"/>
              <a:gd name="connsiteY65" fmla="*/ 0 h 5745708"/>
              <a:gd name="connsiteX66" fmla="*/ 5745708 w 5745708"/>
              <a:gd name="connsiteY66" fmla="*/ 2872854 h 5745708"/>
              <a:gd name="connsiteX67" fmla="*/ 2872854 w 5745708"/>
              <a:gd name="connsiteY67" fmla="*/ 5745708 h 5745708"/>
              <a:gd name="connsiteX68" fmla="*/ 0 w 5745708"/>
              <a:gd name="connsiteY68" fmla="*/ 2872854 h 5745708"/>
              <a:gd name="connsiteX69" fmla="*/ 2872854 w 5745708"/>
              <a:gd name="connsiteY69" fmla="*/ 0 h 5745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745708" h="5745708">
                <a:moveTo>
                  <a:pt x="3231962" y="3032583"/>
                </a:moveTo>
                <a:lnTo>
                  <a:pt x="3214132" y="3037820"/>
                </a:lnTo>
                <a:cubicBezTo>
                  <a:pt x="3113815" y="3070861"/>
                  <a:pt x="3015015" y="3110642"/>
                  <a:pt x="2918386" y="3157205"/>
                </a:cubicBezTo>
                <a:cubicBezTo>
                  <a:pt x="2193669" y="3506431"/>
                  <a:pt x="1691279" y="4188933"/>
                  <a:pt x="1568652" y="4977155"/>
                </a:cubicBezTo>
                <a:lnTo>
                  <a:pt x="1567117" y="4989729"/>
                </a:lnTo>
                <a:lnTo>
                  <a:pt x="1753930" y="5094888"/>
                </a:lnTo>
                <a:cubicBezTo>
                  <a:pt x="2090272" y="5264589"/>
                  <a:pt x="2470401" y="5360171"/>
                  <a:pt x="2872854" y="5360171"/>
                </a:cubicBezTo>
                <a:cubicBezTo>
                  <a:pt x="3130424" y="5360171"/>
                  <a:pt x="3378850" y="5321021"/>
                  <a:pt x="3612506" y="5248346"/>
                </a:cubicBezTo>
                <a:lnTo>
                  <a:pt x="3778657" y="5187534"/>
                </a:lnTo>
                <a:lnTo>
                  <a:pt x="3756632" y="4981322"/>
                </a:lnTo>
                <a:cubicBezTo>
                  <a:pt x="3672531" y="4330399"/>
                  <a:pt x="3504516" y="3697056"/>
                  <a:pt x="3259484" y="3096143"/>
                </a:cubicBezTo>
                <a:close/>
                <a:moveTo>
                  <a:pt x="3984727" y="2915675"/>
                </a:moveTo>
                <a:cubicBezTo>
                  <a:pt x="3932821" y="2915486"/>
                  <a:pt x="3880886" y="2916955"/>
                  <a:pt x="3829002" y="2920086"/>
                </a:cubicBezTo>
                <a:lnTo>
                  <a:pt x="3705444" y="2931524"/>
                </a:lnTo>
                <a:lnTo>
                  <a:pt x="3823106" y="3238782"/>
                </a:lnTo>
                <a:cubicBezTo>
                  <a:pt x="4017234" y="3780252"/>
                  <a:pt x="4153667" y="4343833"/>
                  <a:pt x="4228159" y="4920388"/>
                </a:cubicBezTo>
                <a:lnTo>
                  <a:pt x="4231818" y="4954646"/>
                </a:lnTo>
                <a:lnTo>
                  <a:pt x="4263537" y="4935377"/>
                </a:lnTo>
                <a:cubicBezTo>
                  <a:pt x="4801112" y="4572198"/>
                  <a:pt x="5189077" y="4004386"/>
                  <a:pt x="5315666" y="3343709"/>
                </a:cubicBezTo>
                <a:lnTo>
                  <a:pt x="5319602" y="3318978"/>
                </a:lnTo>
                <a:lnTo>
                  <a:pt x="5319311" y="3319418"/>
                </a:lnTo>
                <a:cubicBezTo>
                  <a:pt x="4916617" y="3053297"/>
                  <a:pt x="4451878" y="2917373"/>
                  <a:pt x="3984727" y="2915675"/>
                </a:cubicBezTo>
                <a:close/>
                <a:moveTo>
                  <a:pt x="2927673" y="2392120"/>
                </a:moveTo>
                <a:lnTo>
                  <a:pt x="2725305" y="2464023"/>
                </a:lnTo>
                <a:cubicBezTo>
                  <a:pt x="1999414" y="2706457"/>
                  <a:pt x="1241179" y="2852046"/>
                  <a:pt x="470211" y="2894238"/>
                </a:cubicBezTo>
                <a:lnTo>
                  <a:pt x="386767" y="2897195"/>
                </a:lnTo>
                <a:lnTo>
                  <a:pt x="398379" y="3127168"/>
                </a:lnTo>
                <a:cubicBezTo>
                  <a:pt x="462067" y="3754290"/>
                  <a:pt x="758723" y="4312541"/>
                  <a:pt x="1200439" y="4714011"/>
                </a:cubicBezTo>
                <a:lnTo>
                  <a:pt x="1212570" y="4724084"/>
                </a:lnTo>
                <a:lnTo>
                  <a:pt x="1255766" y="4556361"/>
                </a:lnTo>
                <a:cubicBezTo>
                  <a:pt x="1478671" y="3794197"/>
                  <a:pt x="2015054" y="3150918"/>
                  <a:pt x="2745694" y="2798836"/>
                </a:cubicBezTo>
                <a:cubicBezTo>
                  <a:pt x="2801898" y="2771753"/>
                  <a:pt x="2858732" y="2746643"/>
                  <a:pt x="2916103" y="2723498"/>
                </a:cubicBezTo>
                <a:lnTo>
                  <a:pt x="3067381" y="2668137"/>
                </a:lnTo>
                <a:lnTo>
                  <a:pt x="2989037" y="2506591"/>
                </a:lnTo>
                <a:close/>
                <a:moveTo>
                  <a:pt x="4869804" y="1394483"/>
                </a:moveTo>
                <a:lnTo>
                  <a:pt x="4786329" y="1452732"/>
                </a:lnTo>
                <a:cubicBezTo>
                  <a:pt x="4419707" y="1698204"/>
                  <a:pt x="4036120" y="1914192"/>
                  <a:pt x="3639226" y="2099473"/>
                </a:cubicBezTo>
                <a:lnTo>
                  <a:pt x="3373392" y="2217447"/>
                </a:lnTo>
                <a:lnTo>
                  <a:pt x="3412280" y="2289991"/>
                </a:lnTo>
                <a:lnTo>
                  <a:pt x="3539854" y="2553047"/>
                </a:lnTo>
                <a:lnTo>
                  <a:pt x="3624206" y="2539737"/>
                </a:lnTo>
                <a:cubicBezTo>
                  <a:pt x="4165455" y="2472083"/>
                  <a:pt x="4719313" y="2561614"/>
                  <a:pt x="5216410" y="2803642"/>
                </a:cubicBezTo>
                <a:lnTo>
                  <a:pt x="5359964" y="2879429"/>
                </a:lnTo>
                <a:lnTo>
                  <a:pt x="5360171" y="2872854"/>
                </a:lnTo>
                <a:cubicBezTo>
                  <a:pt x="5360171" y="2357714"/>
                  <a:pt x="5203570" y="1879150"/>
                  <a:pt x="4935377" y="1482172"/>
                </a:cubicBezTo>
                <a:close/>
                <a:moveTo>
                  <a:pt x="1683957" y="687745"/>
                </a:moveTo>
                <a:lnTo>
                  <a:pt x="1482172" y="810332"/>
                </a:lnTo>
                <a:cubicBezTo>
                  <a:pt x="985949" y="1145574"/>
                  <a:pt x="617203" y="1655178"/>
                  <a:pt x="463845" y="2251235"/>
                </a:cubicBezTo>
                <a:lnTo>
                  <a:pt x="433590" y="2386179"/>
                </a:lnTo>
                <a:lnTo>
                  <a:pt x="442384" y="2385867"/>
                </a:lnTo>
                <a:cubicBezTo>
                  <a:pt x="1167726" y="2346172"/>
                  <a:pt x="1881089" y="2209199"/>
                  <a:pt x="2564021" y="1981112"/>
                </a:cubicBezTo>
                <a:lnTo>
                  <a:pt x="2668782" y="1943890"/>
                </a:lnTo>
                <a:lnTo>
                  <a:pt x="2551222" y="1759859"/>
                </a:lnTo>
                <a:cubicBezTo>
                  <a:pt x="2337498" y="1438983"/>
                  <a:pt x="2098613" y="1133552"/>
                  <a:pt x="1836003" y="846658"/>
                </a:cubicBezTo>
                <a:close/>
                <a:moveTo>
                  <a:pt x="2872854" y="385537"/>
                </a:moveTo>
                <a:cubicBezTo>
                  <a:pt x="2701141" y="385537"/>
                  <a:pt x="2533492" y="402937"/>
                  <a:pt x="2371573" y="436071"/>
                </a:cubicBezTo>
                <a:lnTo>
                  <a:pt x="2154435" y="491903"/>
                </a:lnTo>
                <a:lnTo>
                  <a:pt x="2186717" y="525643"/>
                </a:lnTo>
                <a:cubicBezTo>
                  <a:pt x="2535628" y="906819"/>
                  <a:pt x="2845137" y="1318780"/>
                  <a:pt x="3112263" y="1755109"/>
                </a:cubicBezTo>
                <a:lnTo>
                  <a:pt x="3121764" y="1771314"/>
                </a:lnTo>
                <a:lnTo>
                  <a:pt x="3141509" y="1763439"/>
                </a:lnTo>
                <a:cubicBezTo>
                  <a:pt x="3615821" y="1563689"/>
                  <a:pt x="4071917" y="1318351"/>
                  <a:pt x="4503074" y="1029669"/>
                </a:cubicBezTo>
                <a:lnTo>
                  <a:pt x="4523286" y="1015565"/>
                </a:lnTo>
                <a:lnTo>
                  <a:pt x="4455019" y="953520"/>
                </a:lnTo>
                <a:cubicBezTo>
                  <a:pt x="4025064" y="598689"/>
                  <a:pt x="3473851" y="385537"/>
                  <a:pt x="2872854" y="385537"/>
                </a:cubicBezTo>
                <a:close/>
                <a:moveTo>
                  <a:pt x="2872854" y="0"/>
                </a:moveTo>
                <a:cubicBezTo>
                  <a:pt x="4459487" y="0"/>
                  <a:pt x="5745708" y="1286221"/>
                  <a:pt x="5745708" y="2872854"/>
                </a:cubicBezTo>
                <a:cubicBezTo>
                  <a:pt x="5745708" y="4459487"/>
                  <a:pt x="4459487" y="5745708"/>
                  <a:pt x="2872854" y="5745708"/>
                </a:cubicBezTo>
                <a:cubicBezTo>
                  <a:pt x="1286221" y="5745708"/>
                  <a:pt x="0" y="4459487"/>
                  <a:pt x="0" y="2872854"/>
                </a:cubicBezTo>
                <a:cubicBezTo>
                  <a:pt x="0" y="1286221"/>
                  <a:pt x="1286221" y="0"/>
                  <a:pt x="287285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8" name="任意多边形 97"/>
          <p:cNvSpPr>
            <a:spLocks noChangeAspect="1"/>
          </p:cNvSpPr>
          <p:nvPr/>
        </p:nvSpPr>
        <p:spPr>
          <a:xfrm>
            <a:off x="10373407" y="2072661"/>
            <a:ext cx="351197" cy="360000"/>
          </a:xfrm>
          <a:custGeom>
            <a:avLst/>
            <a:gdLst>
              <a:gd name="connsiteX0" fmla="*/ 3024726 w 4627988"/>
              <a:gd name="connsiteY0" fmla="*/ 3419802 h 4743994"/>
              <a:gd name="connsiteX1" fmla="*/ 3814904 w 4627988"/>
              <a:gd name="connsiteY1" fmla="*/ 3419802 h 4743994"/>
              <a:gd name="connsiteX2" fmla="*/ 3814904 w 4627988"/>
              <a:gd name="connsiteY2" fmla="*/ 4209980 h 4743994"/>
              <a:gd name="connsiteX3" fmla="*/ 3024726 w 4627988"/>
              <a:gd name="connsiteY3" fmla="*/ 4209980 h 4743994"/>
              <a:gd name="connsiteX4" fmla="*/ 1936142 w 4627988"/>
              <a:gd name="connsiteY4" fmla="*/ 3419802 h 4743994"/>
              <a:gd name="connsiteX5" fmla="*/ 2726320 w 4627988"/>
              <a:gd name="connsiteY5" fmla="*/ 3419802 h 4743994"/>
              <a:gd name="connsiteX6" fmla="*/ 2726320 w 4627988"/>
              <a:gd name="connsiteY6" fmla="*/ 4209980 h 4743994"/>
              <a:gd name="connsiteX7" fmla="*/ 1936142 w 4627988"/>
              <a:gd name="connsiteY7" fmla="*/ 4209980 h 4743994"/>
              <a:gd name="connsiteX8" fmla="*/ 847558 w 4627988"/>
              <a:gd name="connsiteY8" fmla="*/ 3419802 h 4743994"/>
              <a:gd name="connsiteX9" fmla="*/ 1637736 w 4627988"/>
              <a:gd name="connsiteY9" fmla="*/ 3419802 h 4743994"/>
              <a:gd name="connsiteX10" fmla="*/ 1637736 w 4627988"/>
              <a:gd name="connsiteY10" fmla="*/ 4209980 h 4743994"/>
              <a:gd name="connsiteX11" fmla="*/ 847558 w 4627988"/>
              <a:gd name="connsiteY11" fmla="*/ 4209980 h 4743994"/>
              <a:gd name="connsiteX12" fmla="*/ 3024726 w 4627988"/>
              <a:gd name="connsiteY12" fmla="*/ 2438213 h 4743994"/>
              <a:gd name="connsiteX13" fmla="*/ 3814904 w 4627988"/>
              <a:gd name="connsiteY13" fmla="*/ 2438213 h 4743994"/>
              <a:gd name="connsiteX14" fmla="*/ 3814904 w 4627988"/>
              <a:gd name="connsiteY14" fmla="*/ 3228391 h 4743994"/>
              <a:gd name="connsiteX15" fmla="*/ 3024726 w 4627988"/>
              <a:gd name="connsiteY15" fmla="*/ 3228391 h 4743994"/>
              <a:gd name="connsiteX16" fmla="*/ 1936142 w 4627988"/>
              <a:gd name="connsiteY16" fmla="*/ 2438213 h 4743994"/>
              <a:gd name="connsiteX17" fmla="*/ 2726320 w 4627988"/>
              <a:gd name="connsiteY17" fmla="*/ 2438213 h 4743994"/>
              <a:gd name="connsiteX18" fmla="*/ 2726320 w 4627988"/>
              <a:gd name="connsiteY18" fmla="*/ 3228391 h 4743994"/>
              <a:gd name="connsiteX19" fmla="*/ 1936142 w 4627988"/>
              <a:gd name="connsiteY19" fmla="*/ 3228391 h 4743994"/>
              <a:gd name="connsiteX20" fmla="*/ 847558 w 4627988"/>
              <a:gd name="connsiteY20" fmla="*/ 2438213 h 4743994"/>
              <a:gd name="connsiteX21" fmla="*/ 1637736 w 4627988"/>
              <a:gd name="connsiteY21" fmla="*/ 2438213 h 4743994"/>
              <a:gd name="connsiteX22" fmla="*/ 1637736 w 4627988"/>
              <a:gd name="connsiteY22" fmla="*/ 3228391 h 4743994"/>
              <a:gd name="connsiteX23" fmla="*/ 847558 w 4627988"/>
              <a:gd name="connsiteY23" fmla="*/ 3228391 h 4743994"/>
              <a:gd name="connsiteX24" fmla="*/ 3024726 w 4627988"/>
              <a:gd name="connsiteY24" fmla="*/ 1429323 h 4743994"/>
              <a:gd name="connsiteX25" fmla="*/ 3814904 w 4627988"/>
              <a:gd name="connsiteY25" fmla="*/ 1429323 h 4743994"/>
              <a:gd name="connsiteX26" fmla="*/ 3814904 w 4627988"/>
              <a:gd name="connsiteY26" fmla="*/ 2219501 h 4743994"/>
              <a:gd name="connsiteX27" fmla="*/ 3024726 w 4627988"/>
              <a:gd name="connsiteY27" fmla="*/ 2219501 h 4743994"/>
              <a:gd name="connsiteX28" fmla="*/ 1936142 w 4627988"/>
              <a:gd name="connsiteY28" fmla="*/ 1429323 h 4743994"/>
              <a:gd name="connsiteX29" fmla="*/ 2726320 w 4627988"/>
              <a:gd name="connsiteY29" fmla="*/ 1429323 h 4743994"/>
              <a:gd name="connsiteX30" fmla="*/ 2726320 w 4627988"/>
              <a:gd name="connsiteY30" fmla="*/ 2219501 h 4743994"/>
              <a:gd name="connsiteX31" fmla="*/ 1936142 w 4627988"/>
              <a:gd name="connsiteY31" fmla="*/ 2219501 h 4743994"/>
              <a:gd name="connsiteX32" fmla="*/ 847558 w 4627988"/>
              <a:gd name="connsiteY32" fmla="*/ 1429323 h 4743994"/>
              <a:gd name="connsiteX33" fmla="*/ 1637736 w 4627988"/>
              <a:gd name="connsiteY33" fmla="*/ 1429323 h 4743994"/>
              <a:gd name="connsiteX34" fmla="*/ 1637736 w 4627988"/>
              <a:gd name="connsiteY34" fmla="*/ 2219501 h 4743994"/>
              <a:gd name="connsiteX35" fmla="*/ 847558 w 4627988"/>
              <a:gd name="connsiteY35" fmla="*/ 2219501 h 4743994"/>
              <a:gd name="connsiteX36" fmla="*/ 1747613 w 4627988"/>
              <a:gd name="connsiteY36" fmla="*/ 676961 h 4743994"/>
              <a:gd name="connsiteX37" fmla="*/ 1747613 w 4627988"/>
              <a:gd name="connsiteY37" fmla="*/ 1168280 h 4743994"/>
              <a:gd name="connsiteX38" fmla="*/ 1461010 w 4627988"/>
              <a:gd name="connsiteY38" fmla="*/ 1168280 h 4743994"/>
              <a:gd name="connsiteX39" fmla="*/ 1461010 w 4627988"/>
              <a:gd name="connsiteY39" fmla="*/ 1168279 h 4743994"/>
              <a:gd name="connsiteX40" fmla="*/ 847558 w 4627988"/>
              <a:gd name="connsiteY40" fmla="*/ 1168279 h 4743994"/>
              <a:gd name="connsiteX41" fmla="*/ 847558 w 4627988"/>
              <a:gd name="connsiteY41" fmla="*/ 1168280 h 4743994"/>
              <a:gd name="connsiteX42" fmla="*/ 560955 w 4627988"/>
              <a:gd name="connsiteY42" fmla="*/ 1168280 h 4743994"/>
              <a:gd name="connsiteX43" fmla="*/ 560955 w 4627988"/>
              <a:gd name="connsiteY43" fmla="*/ 676961 h 4743994"/>
              <a:gd name="connsiteX44" fmla="*/ 288000 w 4627988"/>
              <a:gd name="connsiteY44" fmla="*/ 676961 h 4743994"/>
              <a:gd name="connsiteX45" fmla="*/ 288000 w 4627988"/>
              <a:gd name="connsiteY45" fmla="*/ 4455994 h 4743994"/>
              <a:gd name="connsiteX46" fmla="*/ 4339988 w 4627988"/>
              <a:gd name="connsiteY46" fmla="*/ 4455994 h 4743994"/>
              <a:gd name="connsiteX47" fmla="*/ 4339988 w 4627988"/>
              <a:gd name="connsiteY47" fmla="*/ 676962 h 4743994"/>
              <a:gd name="connsiteX48" fmla="*/ 4067033 w 4627988"/>
              <a:gd name="connsiteY48" fmla="*/ 676962 h 4743994"/>
              <a:gd name="connsiteX49" fmla="*/ 4067033 w 4627988"/>
              <a:gd name="connsiteY49" fmla="*/ 1168280 h 4743994"/>
              <a:gd name="connsiteX50" fmla="*/ 3780430 w 4627988"/>
              <a:gd name="connsiteY50" fmla="*/ 1168280 h 4743994"/>
              <a:gd name="connsiteX51" fmla="*/ 3780430 w 4627988"/>
              <a:gd name="connsiteY51" fmla="*/ 1168280 h 4743994"/>
              <a:gd name="connsiteX52" fmla="*/ 3071450 w 4627988"/>
              <a:gd name="connsiteY52" fmla="*/ 1168280 h 4743994"/>
              <a:gd name="connsiteX53" fmla="*/ 3071450 w 4627988"/>
              <a:gd name="connsiteY53" fmla="*/ 1168280 h 4743994"/>
              <a:gd name="connsiteX54" fmla="*/ 2784847 w 4627988"/>
              <a:gd name="connsiteY54" fmla="*/ 1168280 h 4743994"/>
              <a:gd name="connsiteX55" fmla="*/ 2784847 w 4627988"/>
              <a:gd name="connsiteY55" fmla="*/ 676961 h 4743994"/>
              <a:gd name="connsiteX56" fmla="*/ 1637738 w 4627988"/>
              <a:gd name="connsiteY56" fmla="*/ 388962 h 4743994"/>
              <a:gd name="connsiteX57" fmla="*/ 2990254 w 4627988"/>
              <a:gd name="connsiteY57" fmla="*/ 388962 h 4743994"/>
              <a:gd name="connsiteX58" fmla="*/ 2990254 w 4627988"/>
              <a:gd name="connsiteY58" fmla="*/ 390359 h 4743994"/>
              <a:gd name="connsiteX59" fmla="*/ 3071450 w 4627988"/>
              <a:gd name="connsiteY59" fmla="*/ 390359 h 4743994"/>
              <a:gd name="connsiteX60" fmla="*/ 3071450 w 4627988"/>
              <a:gd name="connsiteY60" fmla="*/ 880280 h 4743994"/>
              <a:gd name="connsiteX61" fmla="*/ 3780430 w 4627988"/>
              <a:gd name="connsiteY61" fmla="*/ 880280 h 4743994"/>
              <a:gd name="connsiteX62" fmla="*/ 3780430 w 4627988"/>
              <a:gd name="connsiteY62" fmla="*/ 390359 h 4743994"/>
              <a:gd name="connsiteX63" fmla="*/ 4067033 w 4627988"/>
              <a:gd name="connsiteY63" fmla="*/ 390359 h 4743994"/>
              <a:gd name="connsiteX64" fmla="*/ 4067033 w 4627988"/>
              <a:gd name="connsiteY64" fmla="*/ 390359 h 4743994"/>
              <a:gd name="connsiteX65" fmla="*/ 4339988 w 4627988"/>
              <a:gd name="connsiteY65" fmla="*/ 390359 h 4743994"/>
              <a:gd name="connsiteX66" fmla="*/ 4339988 w 4627988"/>
              <a:gd name="connsiteY66" fmla="*/ 390359 h 4743994"/>
              <a:gd name="connsiteX67" fmla="*/ 4627988 w 4627988"/>
              <a:gd name="connsiteY67" fmla="*/ 390359 h 4743994"/>
              <a:gd name="connsiteX68" fmla="*/ 4627988 w 4627988"/>
              <a:gd name="connsiteY68" fmla="*/ 4743994 h 4743994"/>
              <a:gd name="connsiteX69" fmla="*/ 4607519 w 4627988"/>
              <a:gd name="connsiteY69" fmla="*/ 4743994 h 4743994"/>
              <a:gd name="connsiteX70" fmla="*/ 4339988 w 4627988"/>
              <a:gd name="connsiteY70" fmla="*/ 4743994 h 4743994"/>
              <a:gd name="connsiteX71" fmla="*/ 288000 w 4627988"/>
              <a:gd name="connsiteY71" fmla="*/ 4743994 h 4743994"/>
              <a:gd name="connsiteX72" fmla="*/ 1 w 4627988"/>
              <a:gd name="connsiteY72" fmla="*/ 4743994 h 4743994"/>
              <a:gd name="connsiteX73" fmla="*/ 0 w 4627988"/>
              <a:gd name="connsiteY73" fmla="*/ 4743994 h 4743994"/>
              <a:gd name="connsiteX74" fmla="*/ 0 w 4627988"/>
              <a:gd name="connsiteY74" fmla="*/ 390359 h 4743994"/>
              <a:gd name="connsiteX75" fmla="*/ 699 w 4627988"/>
              <a:gd name="connsiteY75" fmla="*/ 390359 h 4743994"/>
              <a:gd name="connsiteX76" fmla="*/ 778621 w 4627988"/>
              <a:gd name="connsiteY76" fmla="*/ 390359 h 4743994"/>
              <a:gd name="connsiteX77" fmla="*/ 847558 w 4627988"/>
              <a:gd name="connsiteY77" fmla="*/ 390359 h 4743994"/>
              <a:gd name="connsiteX78" fmla="*/ 847558 w 4627988"/>
              <a:gd name="connsiteY78" fmla="*/ 880279 h 4743994"/>
              <a:gd name="connsiteX79" fmla="*/ 1461010 w 4627988"/>
              <a:gd name="connsiteY79" fmla="*/ 880279 h 4743994"/>
              <a:gd name="connsiteX80" fmla="*/ 1461010 w 4627988"/>
              <a:gd name="connsiteY80" fmla="*/ 390359 h 4743994"/>
              <a:gd name="connsiteX81" fmla="*/ 1637738 w 4627988"/>
              <a:gd name="connsiteY81" fmla="*/ 390359 h 4743994"/>
              <a:gd name="connsiteX82" fmla="*/ 983699 w 4627988"/>
              <a:gd name="connsiteY82" fmla="*/ 1 h 4743994"/>
              <a:gd name="connsiteX83" fmla="*/ 1270302 w 4627988"/>
              <a:gd name="connsiteY83" fmla="*/ 1 h 4743994"/>
              <a:gd name="connsiteX84" fmla="*/ 1270302 w 4627988"/>
              <a:gd name="connsiteY84" fmla="*/ 777922 h 4743994"/>
              <a:gd name="connsiteX85" fmla="*/ 983699 w 4627988"/>
              <a:gd name="connsiteY85" fmla="*/ 777922 h 4743994"/>
              <a:gd name="connsiteX86" fmla="*/ 3276514 w 4627988"/>
              <a:gd name="connsiteY86" fmla="*/ 0 h 4743994"/>
              <a:gd name="connsiteX87" fmla="*/ 3563117 w 4627988"/>
              <a:gd name="connsiteY87" fmla="*/ 0 h 4743994"/>
              <a:gd name="connsiteX88" fmla="*/ 3563117 w 4627988"/>
              <a:gd name="connsiteY88" fmla="*/ 777922 h 4743994"/>
              <a:gd name="connsiteX89" fmla="*/ 3276514 w 4627988"/>
              <a:gd name="connsiteY89" fmla="*/ 777922 h 4743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627988" h="4743994">
                <a:moveTo>
                  <a:pt x="3024726" y="3419802"/>
                </a:moveTo>
                <a:lnTo>
                  <a:pt x="3814904" y="3419802"/>
                </a:lnTo>
                <a:lnTo>
                  <a:pt x="3814904" y="4209980"/>
                </a:lnTo>
                <a:lnTo>
                  <a:pt x="3024726" y="4209980"/>
                </a:lnTo>
                <a:close/>
                <a:moveTo>
                  <a:pt x="1936142" y="3419802"/>
                </a:moveTo>
                <a:lnTo>
                  <a:pt x="2726320" y="3419802"/>
                </a:lnTo>
                <a:lnTo>
                  <a:pt x="2726320" y="4209980"/>
                </a:lnTo>
                <a:lnTo>
                  <a:pt x="1936142" y="4209980"/>
                </a:lnTo>
                <a:close/>
                <a:moveTo>
                  <a:pt x="847558" y="3419802"/>
                </a:moveTo>
                <a:lnTo>
                  <a:pt x="1637736" y="3419802"/>
                </a:lnTo>
                <a:lnTo>
                  <a:pt x="1637736" y="4209980"/>
                </a:lnTo>
                <a:lnTo>
                  <a:pt x="847558" y="4209980"/>
                </a:lnTo>
                <a:close/>
                <a:moveTo>
                  <a:pt x="3024726" y="2438213"/>
                </a:moveTo>
                <a:lnTo>
                  <a:pt x="3814904" y="2438213"/>
                </a:lnTo>
                <a:lnTo>
                  <a:pt x="3814904" y="3228391"/>
                </a:lnTo>
                <a:lnTo>
                  <a:pt x="3024726" y="3228391"/>
                </a:lnTo>
                <a:close/>
                <a:moveTo>
                  <a:pt x="1936142" y="2438213"/>
                </a:moveTo>
                <a:lnTo>
                  <a:pt x="2726320" y="2438213"/>
                </a:lnTo>
                <a:lnTo>
                  <a:pt x="2726320" y="3228391"/>
                </a:lnTo>
                <a:lnTo>
                  <a:pt x="1936142" y="3228391"/>
                </a:lnTo>
                <a:close/>
                <a:moveTo>
                  <a:pt x="847558" y="2438213"/>
                </a:moveTo>
                <a:lnTo>
                  <a:pt x="1637736" y="2438213"/>
                </a:lnTo>
                <a:lnTo>
                  <a:pt x="1637736" y="3228391"/>
                </a:lnTo>
                <a:lnTo>
                  <a:pt x="847558" y="3228391"/>
                </a:lnTo>
                <a:close/>
                <a:moveTo>
                  <a:pt x="3024726" y="1429323"/>
                </a:moveTo>
                <a:lnTo>
                  <a:pt x="3814904" y="1429323"/>
                </a:lnTo>
                <a:lnTo>
                  <a:pt x="3814904" y="2219501"/>
                </a:lnTo>
                <a:lnTo>
                  <a:pt x="3024726" y="2219501"/>
                </a:lnTo>
                <a:close/>
                <a:moveTo>
                  <a:pt x="1936142" y="1429323"/>
                </a:moveTo>
                <a:lnTo>
                  <a:pt x="2726320" y="1429323"/>
                </a:lnTo>
                <a:lnTo>
                  <a:pt x="2726320" y="2219501"/>
                </a:lnTo>
                <a:lnTo>
                  <a:pt x="1936142" y="2219501"/>
                </a:lnTo>
                <a:close/>
                <a:moveTo>
                  <a:pt x="847558" y="1429323"/>
                </a:moveTo>
                <a:lnTo>
                  <a:pt x="1637736" y="1429323"/>
                </a:lnTo>
                <a:lnTo>
                  <a:pt x="1637736" y="2219501"/>
                </a:lnTo>
                <a:lnTo>
                  <a:pt x="847558" y="2219501"/>
                </a:lnTo>
                <a:close/>
                <a:moveTo>
                  <a:pt x="1747613" y="676961"/>
                </a:moveTo>
                <a:lnTo>
                  <a:pt x="1747613" y="1168280"/>
                </a:lnTo>
                <a:lnTo>
                  <a:pt x="1461010" y="1168280"/>
                </a:lnTo>
                <a:lnTo>
                  <a:pt x="1461010" y="1168279"/>
                </a:lnTo>
                <a:lnTo>
                  <a:pt x="847558" y="1168279"/>
                </a:lnTo>
                <a:lnTo>
                  <a:pt x="847558" y="1168280"/>
                </a:lnTo>
                <a:lnTo>
                  <a:pt x="560955" y="1168280"/>
                </a:lnTo>
                <a:lnTo>
                  <a:pt x="560955" y="676961"/>
                </a:lnTo>
                <a:lnTo>
                  <a:pt x="288000" y="676961"/>
                </a:lnTo>
                <a:lnTo>
                  <a:pt x="288000" y="4455994"/>
                </a:lnTo>
                <a:lnTo>
                  <a:pt x="4339988" y="4455994"/>
                </a:lnTo>
                <a:lnTo>
                  <a:pt x="4339988" y="676962"/>
                </a:lnTo>
                <a:lnTo>
                  <a:pt x="4067033" y="676962"/>
                </a:lnTo>
                <a:lnTo>
                  <a:pt x="4067033" y="1168280"/>
                </a:lnTo>
                <a:lnTo>
                  <a:pt x="3780430" y="1168280"/>
                </a:lnTo>
                <a:lnTo>
                  <a:pt x="3780430" y="1168280"/>
                </a:lnTo>
                <a:lnTo>
                  <a:pt x="3071450" y="1168280"/>
                </a:lnTo>
                <a:lnTo>
                  <a:pt x="3071450" y="1168280"/>
                </a:lnTo>
                <a:lnTo>
                  <a:pt x="2784847" y="1168280"/>
                </a:lnTo>
                <a:lnTo>
                  <a:pt x="2784847" y="676961"/>
                </a:lnTo>
                <a:close/>
                <a:moveTo>
                  <a:pt x="1637738" y="388962"/>
                </a:moveTo>
                <a:lnTo>
                  <a:pt x="2990254" y="388962"/>
                </a:lnTo>
                <a:lnTo>
                  <a:pt x="2990254" y="390359"/>
                </a:lnTo>
                <a:lnTo>
                  <a:pt x="3071450" y="390359"/>
                </a:lnTo>
                <a:lnTo>
                  <a:pt x="3071450" y="880280"/>
                </a:lnTo>
                <a:lnTo>
                  <a:pt x="3780430" y="880280"/>
                </a:lnTo>
                <a:lnTo>
                  <a:pt x="3780430" y="390359"/>
                </a:lnTo>
                <a:lnTo>
                  <a:pt x="4067033" y="390359"/>
                </a:lnTo>
                <a:lnTo>
                  <a:pt x="4067033" y="390359"/>
                </a:lnTo>
                <a:lnTo>
                  <a:pt x="4339988" y="390359"/>
                </a:lnTo>
                <a:lnTo>
                  <a:pt x="4339988" y="390359"/>
                </a:lnTo>
                <a:lnTo>
                  <a:pt x="4627988" y="390359"/>
                </a:lnTo>
                <a:lnTo>
                  <a:pt x="4627988" y="4743994"/>
                </a:lnTo>
                <a:lnTo>
                  <a:pt x="4607519" y="4743994"/>
                </a:lnTo>
                <a:lnTo>
                  <a:pt x="4339988" y="4743994"/>
                </a:lnTo>
                <a:lnTo>
                  <a:pt x="288000" y="4743994"/>
                </a:lnTo>
                <a:lnTo>
                  <a:pt x="1" y="4743994"/>
                </a:lnTo>
                <a:lnTo>
                  <a:pt x="0" y="4743994"/>
                </a:lnTo>
                <a:lnTo>
                  <a:pt x="0" y="390359"/>
                </a:lnTo>
                <a:lnTo>
                  <a:pt x="699" y="390359"/>
                </a:lnTo>
                <a:lnTo>
                  <a:pt x="778621" y="390359"/>
                </a:lnTo>
                <a:lnTo>
                  <a:pt x="847558" y="390359"/>
                </a:lnTo>
                <a:lnTo>
                  <a:pt x="847558" y="880279"/>
                </a:lnTo>
                <a:lnTo>
                  <a:pt x="1461010" y="880279"/>
                </a:lnTo>
                <a:lnTo>
                  <a:pt x="1461010" y="390359"/>
                </a:lnTo>
                <a:lnTo>
                  <a:pt x="1637738" y="390359"/>
                </a:lnTo>
                <a:close/>
                <a:moveTo>
                  <a:pt x="983699" y="1"/>
                </a:moveTo>
                <a:lnTo>
                  <a:pt x="1270302" y="1"/>
                </a:lnTo>
                <a:lnTo>
                  <a:pt x="1270302" y="777922"/>
                </a:lnTo>
                <a:lnTo>
                  <a:pt x="983699" y="777922"/>
                </a:lnTo>
                <a:close/>
                <a:moveTo>
                  <a:pt x="3276514" y="0"/>
                </a:moveTo>
                <a:lnTo>
                  <a:pt x="3563117" y="0"/>
                </a:lnTo>
                <a:lnTo>
                  <a:pt x="3563117" y="777922"/>
                </a:lnTo>
                <a:lnTo>
                  <a:pt x="3276514" y="77792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任意多边形 98"/>
          <p:cNvSpPr>
            <a:spLocks noChangeAspect="1"/>
          </p:cNvSpPr>
          <p:nvPr/>
        </p:nvSpPr>
        <p:spPr>
          <a:xfrm>
            <a:off x="11176649" y="2072661"/>
            <a:ext cx="360000" cy="360000"/>
          </a:xfrm>
          <a:custGeom>
            <a:avLst/>
            <a:gdLst>
              <a:gd name="connsiteX0" fmla="*/ 2822419 w 5595582"/>
              <a:gd name="connsiteY0" fmla="*/ 2670465 h 5595582"/>
              <a:gd name="connsiteX1" fmla="*/ 2924632 w 5595582"/>
              <a:gd name="connsiteY1" fmla="*/ 2770939 h 5595582"/>
              <a:gd name="connsiteX2" fmla="*/ 2824643 w 5595582"/>
              <a:gd name="connsiteY2" fmla="*/ 2924635 h 5595582"/>
              <a:gd name="connsiteX3" fmla="*/ 2670947 w 5595582"/>
              <a:gd name="connsiteY3" fmla="*/ 2824646 h 5595582"/>
              <a:gd name="connsiteX4" fmla="*/ 2770935 w 5595582"/>
              <a:gd name="connsiteY4" fmla="*/ 2670950 h 5595582"/>
              <a:gd name="connsiteX5" fmla="*/ 2822419 w 5595582"/>
              <a:gd name="connsiteY5" fmla="*/ 2670465 h 5595582"/>
              <a:gd name="connsiteX6" fmla="*/ 2796143 w 5595582"/>
              <a:gd name="connsiteY6" fmla="*/ 2511137 h 5595582"/>
              <a:gd name="connsiteX7" fmla="*/ 2738429 w 5595582"/>
              <a:gd name="connsiteY7" fmla="*/ 2517404 h 5595582"/>
              <a:gd name="connsiteX8" fmla="*/ 2517400 w 5595582"/>
              <a:gd name="connsiteY8" fmla="*/ 2857153 h 5595582"/>
              <a:gd name="connsiteX9" fmla="*/ 2857150 w 5595582"/>
              <a:gd name="connsiteY9" fmla="*/ 3078182 h 5595582"/>
              <a:gd name="connsiteX10" fmla="*/ 3078179 w 5595582"/>
              <a:gd name="connsiteY10" fmla="*/ 2738431 h 5595582"/>
              <a:gd name="connsiteX11" fmla="*/ 2796143 w 5595582"/>
              <a:gd name="connsiteY11" fmla="*/ 2511137 h 5595582"/>
              <a:gd name="connsiteX12" fmla="*/ 4374868 w 5595582"/>
              <a:gd name="connsiteY12" fmla="*/ 1380099 h 5595582"/>
              <a:gd name="connsiteX13" fmla="*/ 3091830 w 5595582"/>
              <a:gd name="connsiteY13" fmla="*/ 3124889 h 5595582"/>
              <a:gd name="connsiteX14" fmla="*/ 1220710 w 5595582"/>
              <a:gd name="connsiteY14" fmla="*/ 4215483 h 5595582"/>
              <a:gd name="connsiteX15" fmla="*/ 2503749 w 5595582"/>
              <a:gd name="connsiteY15" fmla="*/ 2470693 h 5595582"/>
              <a:gd name="connsiteX16" fmla="*/ 2797791 w 5595582"/>
              <a:gd name="connsiteY16" fmla="*/ 424257 h 5595582"/>
              <a:gd name="connsiteX17" fmla="*/ 424257 w 5595582"/>
              <a:gd name="connsiteY17" fmla="*/ 2797791 h 5595582"/>
              <a:gd name="connsiteX18" fmla="*/ 2797791 w 5595582"/>
              <a:gd name="connsiteY18" fmla="*/ 5171325 h 5595582"/>
              <a:gd name="connsiteX19" fmla="*/ 5171325 w 5595582"/>
              <a:gd name="connsiteY19" fmla="*/ 2797791 h 5595582"/>
              <a:gd name="connsiteX20" fmla="*/ 2797791 w 5595582"/>
              <a:gd name="connsiteY20" fmla="*/ 424257 h 5595582"/>
              <a:gd name="connsiteX21" fmla="*/ 2797791 w 5595582"/>
              <a:gd name="connsiteY21" fmla="*/ 0 h 5595582"/>
              <a:gd name="connsiteX22" fmla="*/ 5595582 w 5595582"/>
              <a:gd name="connsiteY22" fmla="*/ 2797791 h 5595582"/>
              <a:gd name="connsiteX23" fmla="*/ 2797791 w 5595582"/>
              <a:gd name="connsiteY23" fmla="*/ 5595582 h 5595582"/>
              <a:gd name="connsiteX24" fmla="*/ 0 w 5595582"/>
              <a:gd name="connsiteY24" fmla="*/ 2797791 h 5595582"/>
              <a:gd name="connsiteX25" fmla="*/ 2797791 w 5595582"/>
              <a:gd name="connsiteY25" fmla="*/ 0 h 559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95582" h="5595582">
                <a:moveTo>
                  <a:pt x="2822419" y="2670465"/>
                </a:moveTo>
                <a:cubicBezTo>
                  <a:pt x="2872021" y="2680082"/>
                  <a:pt x="2913509" y="2718399"/>
                  <a:pt x="2924632" y="2770939"/>
                </a:cubicBezTo>
                <a:cubicBezTo>
                  <a:pt x="2939463" y="2840992"/>
                  <a:pt x="2894697" y="2909804"/>
                  <a:pt x="2824643" y="2924635"/>
                </a:cubicBezTo>
                <a:cubicBezTo>
                  <a:pt x="2754590" y="2939466"/>
                  <a:pt x="2685778" y="2894699"/>
                  <a:pt x="2670947" y="2824646"/>
                </a:cubicBezTo>
                <a:cubicBezTo>
                  <a:pt x="2656116" y="2754592"/>
                  <a:pt x="2700882" y="2685780"/>
                  <a:pt x="2770935" y="2670950"/>
                </a:cubicBezTo>
                <a:cubicBezTo>
                  <a:pt x="2788449" y="2667242"/>
                  <a:pt x="2805884" y="2667259"/>
                  <a:pt x="2822419" y="2670465"/>
                </a:cubicBezTo>
                <a:close/>
                <a:moveTo>
                  <a:pt x="2796143" y="2511137"/>
                </a:moveTo>
                <a:cubicBezTo>
                  <a:pt x="2777100" y="2511266"/>
                  <a:pt x="2757786" y="2513306"/>
                  <a:pt x="2738429" y="2517404"/>
                </a:cubicBezTo>
                <a:cubicBezTo>
                  <a:pt x="2583574" y="2550187"/>
                  <a:pt x="2484616" y="2702298"/>
                  <a:pt x="2517400" y="2857153"/>
                </a:cubicBezTo>
                <a:cubicBezTo>
                  <a:pt x="2550184" y="3012007"/>
                  <a:pt x="2702296" y="3110966"/>
                  <a:pt x="2857150" y="3078182"/>
                </a:cubicBezTo>
                <a:cubicBezTo>
                  <a:pt x="3012005" y="3045398"/>
                  <a:pt x="3110962" y="2893286"/>
                  <a:pt x="3078179" y="2738431"/>
                </a:cubicBezTo>
                <a:cubicBezTo>
                  <a:pt x="3049492" y="2602933"/>
                  <a:pt x="2929447" y="2510232"/>
                  <a:pt x="2796143" y="2511137"/>
                </a:cubicBezTo>
                <a:close/>
                <a:moveTo>
                  <a:pt x="4374868" y="1380099"/>
                </a:moveTo>
                <a:lnTo>
                  <a:pt x="3091830" y="3124889"/>
                </a:lnTo>
                <a:lnTo>
                  <a:pt x="1220710" y="4215483"/>
                </a:lnTo>
                <a:lnTo>
                  <a:pt x="2503749" y="2470693"/>
                </a:lnTo>
                <a:close/>
                <a:moveTo>
                  <a:pt x="2797791" y="424257"/>
                </a:moveTo>
                <a:cubicBezTo>
                  <a:pt x="1486924" y="424257"/>
                  <a:pt x="424257" y="1486924"/>
                  <a:pt x="424257" y="2797791"/>
                </a:cubicBezTo>
                <a:cubicBezTo>
                  <a:pt x="424257" y="4108658"/>
                  <a:pt x="1486924" y="5171325"/>
                  <a:pt x="2797791" y="5171325"/>
                </a:cubicBezTo>
                <a:cubicBezTo>
                  <a:pt x="4108658" y="5171325"/>
                  <a:pt x="5171325" y="4108658"/>
                  <a:pt x="5171325" y="2797791"/>
                </a:cubicBezTo>
                <a:cubicBezTo>
                  <a:pt x="5171325" y="1486924"/>
                  <a:pt x="4108658" y="424257"/>
                  <a:pt x="2797791" y="424257"/>
                </a:cubicBezTo>
                <a:close/>
                <a:moveTo>
                  <a:pt x="2797791" y="0"/>
                </a:moveTo>
                <a:cubicBezTo>
                  <a:pt x="4342968" y="0"/>
                  <a:pt x="5595582" y="1252614"/>
                  <a:pt x="5595582" y="2797791"/>
                </a:cubicBezTo>
                <a:cubicBezTo>
                  <a:pt x="5595582" y="4342968"/>
                  <a:pt x="4342968" y="5595582"/>
                  <a:pt x="2797791" y="5595582"/>
                </a:cubicBezTo>
                <a:cubicBezTo>
                  <a:pt x="1252614" y="5595582"/>
                  <a:pt x="0" y="4342968"/>
                  <a:pt x="0" y="2797791"/>
                </a:cubicBezTo>
                <a:cubicBezTo>
                  <a:pt x="0" y="1252614"/>
                  <a:pt x="1252614" y="0"/>
                  <a:pt x="279779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 name="任意多边形 101"/>
          <p:cNvSpPr>
            <a:spLocks noChangeAspect="1"/>
          </p:cNvSpPr>
          <p:nvPr/>
        </p:nvSpPr>
        <p:spPr>
          <a:xfrm>
            <a:off x="9530630" y="2860929"/>
            <a:ext cx="421460" cy="360000"/>
          </a:xfrm>
          <a:custGeom>
            <a:avLst/>
            <a:gdLst>
              <a:gd name="connsiteX0" fmla="*/ 1588813 w 5486402"/>
              <a:gd name="connsiteY0" fmla="*/ 2044136 h 4686345"/>
              <a:gd name="connsiteX1" fmla="*/ 360000 w 5486402"/>
              <a:gd name="connsiteY1" fmla="*/ 3272949 h 4686345"/>
              <a:gd name="connsiteX2" fmla="*/ 360000 w 5486402"/>
              <a:gd name="connsiteY2" fmla="*/ 4326341 h 4686345"/>
              <a:gd name="connsiteX3" fmla="*/ 5126402 w 5486402"/>
              <a:gd name="connsiteY3" fmla="*/ 4326341 h 4686345"/>
              <a:gd name="connsiteX4" fmla="*/ 5126402 w 5486402"/>
              <a:gd name="connsiteY4" fmla="*/ 4172860 h 4686345"/>
              <a:gd name="connsiteX5" fmla="*/ 3775445 w 5486402"/>
              <a:gd name="connsiteY5" fmla="*/ 2821902 h 4686345"/>
              <a:gd name="connsiteX6" fmla="*/ 3072185 w 5486402"/>
              <a:gd name="connsiteY6" fmla="*/ 3525162 h 4686345"/>
              <a:gd name="connsiteX7" fmla="*/ 3071011 w 5486402"/>
              <a:gd name="connsiteY7" fmla="*/ 3523989 h 4686345"/>
              <a:gd name="connsiteX8" fmla="*/ 3069839 w 5486402"/>
              <a:gd name="connsiteY8" fmla="*/ 3525161 h 4686345"/>
              <a:gd name="connsiteX9" fmla="*/ 3951027 w 5486402"/>
              <a:gd name="connsiteY9" fmla="*/ 1037231 h 4686345"/>
              <a:gd name="connsiteX10" fmla="*/ 4299045 w 5486402"/>
              <a:gd name="connsiteY10" fmla="*/ 1385249 h 4686345"/>
              <a:gd name="connsiteX11" fmla="*/ 3951027 w 5486402"/>
              <a:gd name="connsiteY11" fmla="*/ 1733267 h 4686345"/>
              <a:gd name="connsiteX12" fmla="*/ 3603009 w 5486402"/>
              <a:gd name="connsiteY12" fmla="*/ 1385249 h 4686345"/>
              <a:gd name="connsiteX13" fmla="*/ 3951027 w 5486402"/>
              <a:gd name="connsiteY13" fmla="*/ 1037231 h 4686345"/>
              <a:gd name="connsiteX14" fmla="*/ 360000 w 5486402"/>
              <a:gd name="connsiteY14" fmla="*/ 360001 h 4686345"/>
              <a:gd name="connsiteX15" fmla="*/ 360000 w 5486402"/>
              <a:gd name="connsiteY15" fmla="*/ 2763832 h 4686345"/>
              <a:gd name="connsiteX16" fmla="*/ 1334255 w 5486402"/>
              <a:gd name="connsiteY16" fmla="*/ 1789577 h 4686345"/>
              <a:gd name="connsiteX17" fmla="*/ 1333857 w 5486402"/>
              <a:gd name="connsiteY17" fmla="*/ 1789180 h 4686345"/>
              <a:gd name="connsiteX18" fmla="*/ 1588416 w 5486402"/>
              <a:gd name="connsiteY18" fmla="*/ 1534621 h 4686345"/>
              <a:gd name="connsiteX19" fmla="*/ 1588813 w 5486402"/>
              <a:gd name="connsiteY19" fmla="*/ 1535019 h 4686345"/>
              <a:gd name="connsiteX20" fmla="*/ 1589211 w 5486402"/>
              <a:gd name="connsiteY20" fmla="*/ 1534621 h 4686345"/>
              <a:gd name="connsiteX21" fmla="*/ 1843770 w 5486402"/>
              <a:gd name="connsiteY21" fmla="*/ 1789179 h 4686345"/>
              <a:gd name="connsiteX22" fmla="*/ 1843372 w 5486402"/>
              <a:gd name="connsiteY22" fmla="*/ 1789577 h 4686345"/>
              <a:gd name="connsiteX23" fmla="*/ 3071013 w 5486402"/>
              <a:gd name="connsiteY23" fmla="*/ 3017218 h 4686345"/>
              <a:gd name="connsiteX24" fmla="*/ 3774271 w 5486402"/>
              <a:gd name="connsiteY24" fmla="*/ 2313960 h 4686345"/>
              <a:gd name="connsiteX25" fmla="*/ 3775444 w 5486402"/>
              <a:gd name="connsiteY25" fmla="*/ 2315133 h 4686345"/>
              <a:gd name="connsiteX26" fmla="*/ 3776618 w 5486402"/>
              <a:gd name="connsiteY26" fmla="*/ 2313959 h 4686345"/>
              <a:gd name="connsiteX27" fmla="*/ 5126402 w 5486402"/>
              <a:gd name="connsiteY27" fmla="*/ 3663743 h 4686345"/>
              <a:gd name="connsiteX28" fmla="*/ 5126402 w 5486402"/>
              <a:gd name="connsiteY28" fmla="*/ 360001 h 4686345"/>
              <a:gd name="connsiteX29" fmla="*/ 180000 w 5486402"/>
              <a:gd name="connsiteY29" fmla="*/ 0 h 4686345"/>
              <a:gd name="connsiteX30" fmla="*/ 180005 w 5486402"/>
              <a:gd name="connsiteY30" fmla="*/ 1 h 4686345"/>
              <a:gd name="connsiteX31" fmla="*/ 5306400 w 5486402"/>
              <a:gd name="connsiteY31" fmla="*/ 1 h 4686345"/>
              <a:gd name="connsiteX32" fmla="*/ 5342676 w 5486402"/>
              <a:gd name="connsiteY32" fmla="*/ 3659 h 4686345"/>
              <a:gd name="connsiteX33" fmla="*/ 5342678 w 5486402"/>
              <a:gd name="connsiteY33" fmla="*/ 3659 h 4686345"/>
              <a:gd name="connsiteX34" fmla="*/ 5486402 w 5486402"/>
              <a:gd name="connsiteY34" fmla="*/ 180002 h 4686345"/>
              <a:gd name="connsiteX35" fmla="*/ 5486402 w 5486402"/>
              <a:gd name="connsiteY35" fmla="*/ 4506345 h 4686345"/>
              <a:gd name="connsiteX36" fmla="*/ 5306402 w 5486402"/>
              <a:gd name="connsiteY36" fmla="*/ 4686345 h 4686345"/>
              <a:gd name="connsiteX37" fmla="*/ 5306367 w 5486402"/>
              <a:gd name="connsiteY37" fmla="*/ 4686341 h 4686345"/>
              <a:gd name="connsiteX38" fmla="*/ 180025 w 5486402"/>
              <a:gd name="connsiteY38" fmla="*/ 4686341 h 4686345"/>
              <a:gd name="connsiteX39" fmla="*/ 180000 w 5486402"/>
              <a:gd name="connsiteY39" fmla="*/ 4686344 h 4686345"/>
              <a:gd name="connsiteX40" fmla="*/ 0 w 5486402"/>
              <a:gd name="connsiteY40" fmla="*/ 4506344 h 4686345"/>
              <a:gd name="connsiteX41" fmla="*/ 0 w 5486402"/>
              <a:gd name="connsiteY41" fmla="*/ 180001 h 4686345"/>
              <a:gd name="connsiteX42" fmla="*/ 180000 w 5486402"/>
              <a:gd name="connsiteY42" fmla="*/ 0 h 468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486402" h="4686345">
                <a:moveTo>
                  <a:pt x="1588813" y="2044136"/>
                </a:moveTo>
                <a:lnTo>
                  <a:pt x="360000" y="3272949"/>
                </a:lnTo>
                <a:lnTo>
                  <a:pt x="360000" y="4326341"/>
                </a:lnTo>
                <a:lnTo>
                  <a:pt x="5126402" y="4326341"/>
                </a:lnTo>
                <a:lnTo>
                  <a:pt x="5126402" y="4172860"/>
                </a:lnTo>
                <a:lnTo>
                  <a:pt x="3775445" y="2821902"/>
                </a:lnTo>
                <a:lnTo>
                  <a:pt x="3072185" y="3525162"/>
                </a:lnTo>
                <a:lnTo>
                  <a:pt x="3071011" y="3523989"/>
                </a:lnTo>
                <a:lnTo>
                  <a:pt x="3069839" y="3525161"/>
                </a:lnTo>
                <a:close/>
                <a:moveTo>
                  <a:pt x="3951027" y="1037231"/>
                </a:moveTo>
                <a:cubicBezTo>
                  <a:pt x="4143232" y="1037231"/>
                  <a:pt x="4299045" y="1193044"/>
                  <a:pt x="4299045" y="1385249"/>
                </a:cubicBezTo>
                <a:cubicBezTo>
                  <a:pt x="4299045" y="1577454"/>
                  <a:pt x="4143232" y="1733267"/>
                  <a:pt x="3951027" y="1733267"/>
                </a:cubicBezTo>
                <a:cubicBezTo>
                  <a:pt x="3758822" y="1733267"/>
                  <a:pt x="3603009" y="1577454"/>
                  <a:pt x="3603009" y="1385249"/>
                </a:cubicBezTo>
                <a:cubicBezTo>
                  <a:pt x="3603009" y="1193044"/>
                  <a:pt x="3758822" y="1037231"/>
                  <a:pt x="3951027" y="1037231"/>
                </a:cubicBezTo>
                <a:close/>
                <a:moveTo>
                  <a:pt x="360000" y="360001"/>
                </a:moveTo>
                <a:lnTo>
                  <a:pt x="360000" y="2763832"/>
                </a:lnTo>
                <a:lnTo>
                  <a:pt x="1334255" y="1789577"/>
                </a:lnTo>
                <a:lnTo>
                  <a:pt x="1333857" y="1789180"/>
                </a:lnTo>
                <a:lnTo>
                  <a:pt x="1588416" y="1534621"/>
                </a:lnTo>
                <a:lnTo>
                  <a:pt x="1588813" y="1535019"/>
                </a:lnTo>
                <a:lnTo>
                  <a:pt x="1589211" y="1534621"/>
                </a:lnTo>
                <a:lnTo>
                  <a:pt x="1843770" y="1789179"/>
                </a:lnTo>
                <a:lnTo>
                  <a:pt x="1843372" y="1789577"/>
                </a:lnTo>
                <a:lnTo>
                  <a:pt x="3071013" y="3017218"/>
                </a:lnTo>
                <a:lnTo>
                  <a:pt x="3774271" y="2313960"/>
                </a:lnTo>
                <a:lnTo>
                  <a:pt x="3775444" y="2315133"/>
                </a:lnTo>
                <a:lnTo>
                  <a:pt x="3776618" y="2313959"/>
                </a:lnTo>
                <a:lnTo>
                  <a:pt x="5126402" y="3663743"/>
                </a:lnTo>
                <a:lnTo>
                  <a:pt x="5126402" y="360001"/>
                </a:lnTo>
                <a:close/>
                <a:moveTo>
                  <a:pt x="180000" y="0"/>
                </a:moveTo>
                <a:lnTo>
                  <a:pt x="180005" y="1"/>
                </a:lnTo>
                <a:lnTo>
                  <a:pt x="5306400" y="1"/>
                </a:lnTo>
                <a:cubicBezTo>
                  <a:pt x="5318827" y="1"/>
                  <a:pt x="5330959" y="1261"/>
                  <a:pt x="5342676" y="3659"/>
                </a:cubicBezTo>
                <a:lnTo>
                  <a:pt x="5342678" y="3659"/>
                </a:lnTo>
                <a:cubicBezTo>
                  <a:pt x="5424701" y="20443"/>
                  <a:pt x="5486402" y="93017"/>
                  <a:pt x="5486402" y="180002"/>
                </a:cubicBezTo>
                <a:lnTo>
                  <a:pt x="5486402" y="4506345"/>
                </a:lnTo>
                <a:cubicBezTo>
                  <a:pt x="5486402" y="4605756"/>
                  <a:pt x="5405813" y="4686345"/>
                  <a:pt x="5306402" y="4686345"/>
                </a:cubicBezTo>
                <a:lnTo>
                  <a:pt x="5306367" y="4686341"/>
                </a:lnTo>
                <a:lnTo>
                  <a:pt x="180025" y="4686341"/>
                </a:lnTo>
                <a:lnTo>
                  <a:pt x="180000" y="4686344"/>
                </a:lnTo>
                <a:cubicBezTo>
                  <a:pt x="80589" y="4686344"/>
                  <a:pt x="0" y="4605755"/>
                  <a:pt x="0" y="4506344"/>
                </a:cubicBezTo>
                <a:lnTo>
                  <a:pt x="0" y="180001"/>
                </a:lnTo>
                <a:cubicBezTo>
                  <a:pt x="0" y="80590"/>
                  <a:pt x="80589" y="0"/>
                  <a:pt x="1800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任意多边形 102"/>
          <p:cNvSpPr>
            <a:spLocks noChangeAspect="1"/>
          </p:cNvSpPr>
          <p:nvPr/>
        </p:nvSpPr>
        <p:spPr>
          <a:xfrm>
            <a:off x="10408990" y="2860929"/>
            <a:ext cx="280031" cy="360000"/>
          </a:xfrm>
          <a:custGeom>
            <a:avLst/>
            <a:gdLst>
              <a:gd name="connsiteX0" fmla="*/ 2053988 w 4790420"/>
              <a:gd name="connsiteY0" fmla="*/ 847831 h 6158425"/>
              <a:gd name="connsiteX1" fmla="*/ 330076 w 4790420"/>
              <a:gd name="connsiteY1" fmla="*/ 2571743 h 6158425"/>
              <a:gd name="connsiteX2" fmla="*/ 2053988 w 4790420"/>
              <a:gd name="connsiteY2" fmla="*/ 4295655 h 6158425"/>
              <a:gd name="connsiteX3" fmla="*/ 3777900 w 4790420"/>
              <a:gd name="connsiteY3" fmla="*/ 2571743 h 6158425"/>
              <a:gd name="connsiteX4" fmla="*/ 2053988 w 4790420"/>
              <a:gd name="connsiteY4" fmla="*/ 847831 h 6158425"/>
              <a:gd name="connsiteX5" fmla="*/ 2053988 w 4790420"/>
              <a:gd name="connsiteY5" fmla="*/ 517755 h 6158425"/>
              <a:gd name="connsiteX6" fmla="*/ 4107976 w 4790420"/>
              <a:gd name="connsiteY6" fmla="*/ 2571743 h 6158425"/>
              <a:gd name="connsiteX7" fmla="*/ 2053988 w 4790420"/>
              <a:gd name="connsiteY7" fmla="*/ 4625731 h 6158425"/>
              <a:gd name="connsiteX8" fmla="*/ 0 w 4790420"/>
              <a:gd name="connsiteY8" fmla="*/ 2571743 h 6158425"/>
              <a:gd name="connsiteX9" fmla="*/ 2053988 w 4790420"/>
              <a:gd name="connsiteY9" fmla="*/ 517755 h 6158425"/>
              <a:gd name="connsiteX10" fmla="*/ 2988811 w 4790420"/>
              <a:gd name="connsiteY10" fmla="*/ 0 h 6158425"/>
              <a:gd name="connsiteX11" fmla="*/ 4768061 w 4790420"/>
              <a:gd name="connsiteY11" fmla="*/ 2223084 h 6158425"/>
              <a:gd name="connsiteX12" fmla="*/ 3608480 w 4790420"/>
              <a:gd name="connsiteY12" fmla="*/ 4823700 h 6158425"/>
              <a:gd name="connsiteX13" fmla="*/ 2394040 w 4790420"/>
              <a:gd name="connsiteY13" fmla="*/ 5286916 h 6158425"/>
              <a:gd name="connsiteX14" fmla="*/ 2333767 w 4790420"/>
              <a:gd name="connsiteY14" fmla="*/ 5292401 h 6158425"/>
              <a:gd name="connsiteX15" fmla="*/ 2333767 w 4790420"/>
              <a:gd name="connsiteY15" fmla="*/ 5858175 h 6158425"/>
              <a:gd name="connsiteX16" fmla="*/ 3057098 w 4790420"/>
              <a:gd name="connsiteY16" fmla="*/ 5858175 h 6158425"/>
              <a:gd name="connsiteX17" fmla="*/ 3057098 w 4790420"/>
              <a:gd name="connsiteY17" fmla="*/ 6158425 h 6158425"/>
              <a:gd name="connsiteX18" fmla="*/ 1310186 w 4790420"/>
              <a:gd name="connsiteY18" fmla="*/ 6158425 h 6158425"/>
              <a:gd name="connsiteX19" fmla="*/ 1310186 w 4790420"/>
              <a:gd name="connsiteY19" fmla="*/ 5858175 h 6158425"/>
              <a:gd name="connsiteX20" fmla="*/ 2033517 w 4790420"/>
              <a:gd name="connsiteY20" fmla="*/ 5858175 h 6158425"/>
              <a:gd name="connsiteX21" fmla="*/ 2033517 w 4790420"/>
              <a:gd name="connsiteY21" fmla="*/ 5307773 h 6158425"/>
              <a:gd name="connsiteX22" fmla="*/ 2024915 w 4790420"/>
              <a:gd name="connsiteY22" fmla="*/ 5307973 h 6158425"/>
              <a:gd name="connsiteX23" fmla="*/ 765677 w 4790420"/>
              <a:gd name="connsiteY23" fmla="*/ 4985869 h 6158425"/>
              <a:gd name="connsiteX24" fmla="*/ 928493 w 4790420"/>
              <a:gd name="connsiteY24" fmla="*/ 4680772 h 6158425"/>
              <a:gd name="connsiteX25" fmla="*/ 3412023 w 4790420"/>
              <a:gd name="connsiteY25" fmla="*/ 4539098 h 6158425"/>
              <a:gd name="connsiteX26" fmla="*/ 4425057 w 4790420"/>
              <a:gd name="connsiteY26" fmla="*/ 2267148 h 6158425"/>
              <a:gd name="connsiteX27" fmla="*/ 2870669 w 4790420"/>
              <a:gd name="connsiteY27" fmla="*/ 325018 h 615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90420" h="6158425">
                <a:moveTo>
                  <a:pt x="2053988" y="847831"/>
                </a:moveTo>
                <a:cubicBezTo>
                  <a:pt x="1101898" y="847831"/>
                  <a:pt x="330076" y="1619653"/>
                  <a:pt x="330076" y="2571743"/>
                </a:cubicBezTo>
                <a:cubicBezTo>
                  <a:pt x="330076" y="3523833"/>
                  <a:pt x="1101898" y="4295655"/>
                  <a:pt x="2053988" y="4295655"/>
                </a:cubicBezTo>
                <a:cubicBezTo>
                  <a:pt x="3006078" y="4295655"/>
                  <a:pt x="3777900" y="3523833"/>
                  <a:pt x="3777900" y="2571743"/>
                </a:cubicBezTo>
                <a:cubicBezTo>
                  <a:pt x="3777900" y="1619653"/>
                  <a:pt x="3006078" y="847831"/>
                  <a:pt x="2053988" y="847831"/>
                </a:cubicBezTo>
                <a:close/>
                <a:moveTo>
                  <a:pt x="2053988" y="517755"/>
                </a:moveTo>
                <a:cubicBezTo>
                  <a:pt x="3188374" y="517755"/>
                  <a:pt x="4107976" y="1437357"/>
                  <a:pt x="4107976" y="2571743"/>
                </a:cubicBezTo>
                <a:cubicBezTo>
                  <a:pt x="4107976" y="3706129"/>
                  <a:pt x="3188374" y="4625731"/>
                  <a:pt x="2053988" y="4625731"/>
                </a:cubicBezTo>
                <a:cubicBezTo>
                  <a:pt x="919602" y="4625731"/>
                  <a:pt x="0" y="3706129"/>
                  <a:pt x="0" y="2571743"/>
                </a:cubicBezTo>
                <a:cubicBezTo>
                  <a:pt x="0" y="1437357"/>
                  <a:pt x="919602" y="517755"/>
                  <a:pt x="2053988" y="517755"/>
                </a:cubicBezTo>
                <a:close/>
                <a:moveTo>
                  <a:pt x="2988811" y="0"/>
                </a:moveTo>
                <a:cubicBezTo>
                  <a:pt x="3951100" y="349790"/>
                  <a:pt x="4637600" y="1207537"/>
                  <a:pt x="4768061" y="2223084"/>
                </a:cubicBezTo>
                <a:cubicBezTo>
                  <a:pt x="4898521" y="3238630"/>
                  <a:pt x="4451113" y="4242043"/>
                  <a:pt x="3608480" y="4823700"/>
                </a:cubicBezTo>
                <a:cubicBezTo>
                  <a:pt x="3239828" y="5078175"/>
                  <a:pt x="2822516" y="5233293"/>
                  <a:pt x="2394040" y="5286916"/>
                </a:cubicBezTo>
                <a:lnTo>
                  <a:pt x="2333767" y="5292401"/>
                </a:lnTo>
                <a:lnTo>
                  <a:pt x="2333767" y="5858175"/>
                </a:lnTo>
                <a:lnTo>
                  <a:pt x="3057098" y="5858175"/>
                </a:lnTo>
                <a:lnTo>
                  <a:pt x="3057098" y="6158425"/>
                </a:lnTo>
                <a:lnTo>
                  <a:pt x="1310186" y="6158425"/>
                </a:lnTo>
                <a:lnTo>
                  <a:pt x="1310186" y="5858175"/>
                </a:lnTo>
                <a:lnTo>
                  <a:pt x="2033517" y="5858175"/>
                </a:lnTo>
                <a:lnTo>
                  <a:pt x="2033517" y="5307773"/>
                </a:lnTo>
                <a:lnTo>
                  <a:pt x="2024915" y="5307973"/>
                </a:lnTo>
                <a:cubicBezTo>
                  <a:pt x="1593121" y="5303425"/>
                  <a:pt x="1160876" y="5196770"/>
                  <a:pt x="765677" y="4985869"/>
                </a:cubicBezTo>
                <a:lnTo>
                  <a:pt x="928493" y="4680772"/>
                </a:lnTo>
                <a:cubicBezTo>
                  <a:pt x="1717645" y="5101908"/>
                  <a:pt x="2675882" y="5047244"/>
                  <a:pt x="3412023" y="4539098"/>
                </a:cubicBezTo>
                <a:cubicBezTo>
                  <a:pt x="4148164" y="4030951"/>
                  <a:pt x="4539029" y="3154350"/>
                  <a:pt x="4425057" y="2267148"/>
                </a:cubicBezTo>
                <a:cubicBezTo>
                  <a:pt x="4311084" y="1379947"/>
                  <a:pt x="3711344" y="630601"/>
                  <a:pt x="2870669" y="32501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 name="任意多边形 103"/>
          <p:cNvSpPr>
            <a:spLocks noChangeAspect="1"/>
          </p:cNvSpPr>
          <p:nvPr/>
        </p:nvSpPr>
        <p:spPr>
          <a:xfrm>
            <a:off x="11169416" y="2860929"/>
            <a:ext cx="374469" cy="360000"/>
          </a:xfrm>
          <a:custGeom>
            <a:avLst/>
            <a:gdLst>
              <a:gd name="connsiteX0" fmla="*/ 3888464 w 4833886"/>
              <a:gd name="connsiteY0" fmla="*/ 4060255 h 4647109"/>
              <a:gd name="connsiteX1" fmla="*/ 4181891 w 4833886"/>
              <a:gd name="connsiteY1" fmla="*/ 4353682 h 4647109"/>
              <a:gd name="connsiteX2" fmla="*/ 3888464 w 4833886"/>
              <a:gd name="connsiteY2" fmla="*/ 4647109 h 4647109"/>
              <a:gd name="connsiteX3" fmla="*/ 3595037 w 4833886"/>
              <a:gd name="connsiteY3" fmla="*/ 4353682 h 4647109"/>
              <a:gd name="connsiteX4" fmla="*/ 3888464 w 4833886"/>
              <a:gd name="connsiteY4" fmla="*/ 4060255 h 4647109"/>
              <a:gd name="connsiteX5" fmla="*/ 2277829 w 4833886"/>
              <a:gd name="connsiteY5" fmla="*/ 4060255 h 4647109"/>
              <a:gd name="connsiteX6" fmla="*/ 2571256 w 4833886"/>
              <a:gd name="connsiteY6" fmla="*/ 4353682 h 4647109"/>
              <a:gd name="connsiteX7" fmla="*/ 2277829 w 4833886"/>
              <a:gd name="connsiteY7" fmla="*/ 4647109 h 4647109"/>
              <a:gd name="connsiteX8" fmla="*/ 1984402 w 4833886"/>
              <a:gd name="connsiteY8" fmla="*/ 4353682 h 4647109"/>
              <a:gd name="connsiteX9" fmla="*/ 2277829 w 4833886"/>
              <a:gd name="connsiteY9" fmla="*/ 4060255 h 4647109"/>
              <a:gd name="connsiteX10" fmla="*/ 1751260 w 4833886"/>
              <a:gd name="connsiteY10" fmla="*/ 1586463 h 4647109"/>
              <a:gd name="connsiteX11" fmla="*/ 2213140 w 4833886"/>
              <a:gd name="connsiteY11" fmla="*/ 3343592 h 4647109"/>
              <a:gd name="connsiteX12" fmla="*/ 3951985 w 4833886"/>
              <a:gd name="connsiteY12" fmla="*/ 3343592 h 4647109"/>
              <a:gd name="connsiteX13" fmla="*/ 4413865 w 4833886"/>
              <a:gd name="connsiteY13" fmla="*/ 1586463 h 4647109"/>
              <a:gd name="connsiteX14" fmla="*/ 4169462 w 4833886"/>
              <a:gd name="connsiteY14" fmla="*/ 1586463 h 4647109"/>
              <a:gd name="connsiteX15" fmla="*/ 4150822 w 4833886"/>
              <a:gd name="connsiteY15" fmla="*/ 1605103 h 4647109"/>
              <a:gd name="connsiteX16" fmla="*/ 4132182 w 4833886"/>
              <a:gd name="connsiteY16" fmla="*/ 1586463 h 4647109"/>
              <a:gd name="connsiteX17" fmla="*/ 3005442 w 4833886"/>
              <a:gd name="connsiteY17" fmla="*/ 459722 h 4647109"/>
              <a:gd name="connsiteX18" fmla="*/ 2202701 w 4833886"/>
              <a:gd name="connsiteY18" fmla="*/ 1262463 h 4647109"/>
              <a:gd name="connsiteX19" fmla="*/ 3808183 w 4833886"/>
              <a:gd name="connsiteY19" fmla="*/ 1262463 h 4647109"/>
              <a:gd name="connsiteX20" fmla="*/ 3006959 w 4833886"/>
              <a:gd name="connsiteY20" fmla="*/ 0 h 4647109"/>
              <a:gd name="connsiteX21" fmla="*/ 3236061 w 4833886"/>
              <a:gd name="connsiteY21" fmla="*/ 229102 h 4647109"/>
              <a:gd name="connsiteX22" fmla="*/ 3234544 w 4833886"/>
              <a:gd name="connsiteY22" fmla="*/ 230619 h 4647109"/>
              <a:gd name="connsiteX23" fmla="*/ 4266388 w 4833886"/>
              <a:gd name="connsiteY23" fmla="*/ 1262463 h 4647109"/>
              <a:gd name="connsiteX24" fmla="*/ 4833886 w 4833886"/>
              <a:gd name="connsiteY24" fmla="*/ 1262463 h 4647109"/>
              <a:gd name="connsiteX25" fmla="*/ 4752886 w 4833886"/>
              <a:gd name="connsiteY25" fmla="*/ 1586463 h 4647109"/>
              <a:gd name="connsiteX26" fmla="*/ 4748871 w 4833886"/>
              <a:gd name="connsiteY26" fmla="*/ 1586463 h 4647109"/>
              <a:gd name="connsiteX27" fmla="*/ 4201820 w 4833886"/>
              <a:gd name="connsiteY27" fmla="*/ 3667607 h 4647109"/>
              <a:gd name="connsiteX28" fmla="*/ 4197377 w 4833886"/>
              <a:gd name="connsiteY28" fmla="*/ 3666439 h 4647109"/>
              <a:gd name="connsiteX29" fmla="*/ 4197089 w 4833886"/>
              <a:gd name="connsiteY29" fmla="*/ 3667592 h 4647109"/>
              <a:gd name="connsiteX30" fmla="*/ 1963303 w 4833886"/>
              <a:gd name="connsiteY30" fmla="*/ 3667592 h 4647109"/>
              <a:gd name="connsiteX31" fmla="*/ 1963300 w 4833886"/>
              <a:gd name="connsiteY31" fmla="*/ 3667592 h 4647109"/>
              <a:gd name="connsiteX32" fmla="*/ 1963300 w 4833886"/>
              <a:gd name="connsiteY32" fmla="*/ 3667592 h 4647109"/>
              <a:gd name="connsiteX33" fmla="*/ 1947089 w 4833886"/>
              <a:gd name="connsiteY33" fmla="*/ 3667592 h 4647109"/>
              <a:gd name="connsiteX34" fmla="*/ 1866089 w 4833886"/>
              <a:gd name="connsiteY34" fmla="*/ 3343592 h 4647109"/>
              <a:gd name="connsiteX35" fmla="*/ 1878133 w 4833886"/>
              <a:gd name="connsiteY35" fmla="*/ 3343592 h 4647109"/>
              <a:gd name="connsiteX36" fmla="*/ 1098868 w 4833886"/>
              <a:gd name="connsiteY36" fmla="*/ 379035 h 4647109"/>
              <a:gd name="connsiteX37" fmla="*/ 0 w 4833886"/>
              <a:gd name="connsiteY37" fmla="*/ 379035 h 4647109"/>
              <a:gd name="connsiteX38" fmla="*/ 0 w 4833886"/>
              <a:gd name="connsiteY38" fmla="*/ 55035 h 4647109"/>
              <a:gd name="connsiteX39" fmla="*/ 1332000 w 4833886"/>
              <a:gd name="connsiteY39" fmla="*/ 55035 h 4647109"/>
              <a:gd name="connsiteX40" fmla="*/ 1332000 w 4833886"/>
              <a:gd name="connsiteY40" fmla="*/ 74018 h 4647109"/>
              <a:gd name="connsiteX41" fmla="*/ 1352295 w 4833886"/>
              <a:gd name="connsiteY41" fmla="*/ 68684 h 4647109"/>
              <a:gd name="connsiteX42" fmla="*/ 1666093 w 4833886"/>
              <a:gd name="connsiteY42" fmla="*/ 1262463 h 4647109"/>
              <a:gd name="connsiteX43" fmla="*/ 1744495 w 4833886"/>
              <a:gd name="connsiteY43" fmla="*/ 1262463 h 464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833886" h="4647109">
                <a:moveTo>
                  <a:pt x="3888464" y="4060255"/>
                </a:moveTo>
                <a:cubicBezTo>
                  <a:pt x="4050519" y="4060255"/>
                  <a:pt x="4181891" y="4191627"/>
                  <a:pt x="4181891" y="4353682"/>
                </a:cubicBezTo>
                <a:cubicBezTo>
                  <a:pt x="4181891" y="4515737"/>
                  <a:pt x="4050519" y="4647109"/>
                  <a:pt x="3888464" y="4647109"/>
                </a:cubicBezTo>
                <a:cubicBezTo>
                  <a:pt x="3726409" y="4647109"/>
                  <a:pt x="3595037" y="4515737"/>
                  <a:pt x="3595037" y="4353682"/>
                </a:cubicBezTo>
                <a:cubicBezTo>
                  <a:pt x="3595037" y="4191627"/>
                  <a:pt x="3726409" y="4060255"/>
                  <a:pt x="3888464" y="4060255"/>
                </a:cubicBezTo>
                <a:close/>
                <a:moveTo>
                  <a:pt x="2277829" y="4060255"/>
                </a:moveTo>
                <a:cubicBezTo>
                  <a:pt x="2439884" y="4060255"/>
                  <a:pt x="2571256" y="4191627"/>
                  <a:pt x="2571256" y="4353682"/>
                </a:cubicBezTo>
                <a:cubicBezTo>
                  <a:pt x="2571256" y="4515737"/>
                  <a:pt x="2439884" y="4647109"/>
                  <a:pt x="2277829" y="4647109"/>
                </a:cubicBezTo>
                <a:cubicBezTo>
                  <a:pt x="2115774" y="4647109"/>
                  <a:pt x="1984402" y="4515737"/>
                  <a:pt x="1984402" y="4353682"/>
                </a:cubicBezTo>
                <a:cubicBezTo>
                  <a:pt x="1984402" y="4191627"/>
                  <a:pt x="2115774" y="4060255"/>
                  <a:pt x="2277829" y="4060255"/>
                </a:cubicBezTo>
                <a:close/>
                <a:moveTo>
                  <a:pt x="1751260" y="1586463"/>
                </a:moveTo>
                <a:lnTo>
                  <a:pt x="2213140" y="3343592"/>
                </a:lnTo>
                <a:lnTo>
                  <a:pt x="3951985" y="3343592"/>
                </a:lnTo>
                <a:lnTo>
                  <a:pt x="4413865" y="1586463"/>
                </a:lnTo>
                <a:lnTo>
                  <a:pt x="4169462" y="1586463"/>
                </a:lnTo>
                <a:lnTo>
                  <a:pt x="4150822" y="1605103"/>
                </a:lnTo>
                <a:lnTo>
                  <a:pt x="4132182" y="1586463"/>
                </a:lnTo>
                <a:close/>
                <a:moveTo>
                  <a:pt x="3005442" y="459722"/>
                </a:moveTo>
                <a:lnTo>
                  <a:pt x="2202701" y="1262463"/>
                </a:lnTo>
                <a:lnTo>
                  <a:pt x="3808183" y="1262463"/>
                </a:lnTo>
                <a:close/>
                <a:moveTo>
                  <a:pt x="3006959" y="0"/>
                </a:moveTo>
                <a:lnTo>
                  <a:pt x="3236061" y="229102"/>
                </a:lnTo>
                <a:lnTo>
                  <a:pt x="3234544" y="230619"/>
                </a:lnTo>
                <a:lnTo>
                  <a:pt x="4266388" y="1262463"/>
                </a:lnTo>
                <a:lnTo>
                  <a:pt x="4833886" y="1262463"/>
                </a:lnTo>
                <a:lnTo>
                  <a:pt x="4752886" y="1586463"/>
                </a:lnTo>
                <a:lnTo>
                  <a:pt x="4748871" y="1586463"/>
                </a:lnTo>
                <a:lnTo>
                  <a:pt x="4201820" y="3667607"/>
                </a:lnTo>
                <a:lnTo>
                  <a:pt x="4197377" y="3666439"/>
                </a:lnTo>
                <a:lnTo>
                  <a:pt x="4197089" y="3667592"/>
                </a:lnTo>
                <a:lnTo>
                  <a:pt x="1963303" y="3667592"/>
                </a:lnTo>
                <a:lnTo>
                  <a:pt x="1963300" y="3667592"/>
                </a:lnTo>
                <a:lnTo>
                  <a:pt x="1963300" y="3667592"/>
                </a:lnTo>
                <a:lnTo>
                  <a:pt x="1947089" y="3667592"/>
                </a:lnTo>
                <a:lnTo>
                  <a:pt x="1866089" y="3343592"/>
                </a:lnTo>
                <a:lnTo>
                  <a:pt x="1878133" y="3343592"/>
                </a:lnTo>
                <a:lnTo>
                  <a:pt x="1098868" y="379035"/>
                </a:lnTo>
                <a:lnTo>
                  <a:pt x="0" y="379035"/>
                </a:lnTo>
                <a:lnTo>
                  <a:pt x="0" y="55035"/>
                </a:lnTo>
                <a:lnTo>
                  <a:pt x="1332000" y="55035"/>
                </a:lnTo>
                <a:lnTo>
                  <a:pt x="1332000" y="74018"/>
                </a:lnTo>
                <a:lnTo>
                  <a:pt x="1352295" y="68684"/>
                </a:lnTo>
                <a:lnTo>
                  <a:pt x="1666093" y="1262463"/>
                </a:lnTo>
                <a:lnTo>
                  <a:pt x="1744495" y="126246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106"/>
          <p:cNvSpPr>
            <a:spLocks noChangeAspect="1"/>
          </p:cNvSpPr>
          <p:nvPr/>
        </p:nvSpPr>
        <p:spPr>
          <a:xfrm>
            <a:off x="9586204" y="3637068"/>
            <a:ext cx="310315" cy="360000"/>
          </a:xfrm>
          <a:custGeom>
            <a:avLst/>
            <a:gdLst>
              <a:gd name="connsiteX0" fmla="*/ 423082 w 4858604"/>
              <a:gd name="connsiteY0" fmla="*/ 1173709 h 5636526"/>
              <a:gd name="connsiteX1" fmla="*/ 423082 w 4858604"/>
              <a:gd name="connsiteY1" fmla="*/ 5240740 h 5636526"/>
              <a:gd name="connsiteX2" fmla="*/ 4435524 w 4858604"/>
              <a:gd name="connsiteY2" fmla="*/ 5240740 h 5636526"/>
              <a:gd name="connsiteX3" fmla="*/ 4435524 w 4858604"/>
              <a:gd name="connsiteY3" fmla="*/ 1173710 h 5636526"/>
              <a:gd name="connsiteX4" fmla="*/ 3391470 w 4858604"/>
              <a:gd name="connsiteY4" fmla="*/ 1173710 h 5636526"/>
              <a:gd name="connsiteX5" fmla="*/ 3391470 w 4858604"/>
              <a:gd name="connsiteY5" fmla="*/ 1869743 h 5636526"/>
              <a:gd name="connsiteX6" fmla="*/ 3071916 w 4858604"/>
              <a:gd name="connsiteY6" fmla="*/ 1869743 h 5636526"/>
              <a:gd name="connsiteX7" fmla="*/ 3071916 w 4858604"/>
              <a:gd name="connsiteY7" fmla="*/ 1559255 h 5636526"/>
              <a:gd name="connsiteX8" fmla="*/ 3071916 w 4858604"/>
              <a:gd name="connsiteY8" fmla="*/ 1173710 h 5636526"/>
              <a:gd name="connsiteX9" fmla="*/ 1786687 w 4858604"/>
              <a:gd name="connsiteY9" fmla="*/ 1173710 h 5636526"/>
              <a:gd name="connsiteX10" fmla="*/ 1786687 w 4858604"/>
              <a:gd name="connsiteY10" fmla="*/ 1559255 h 5636526"/>
              <a:gd name="connsiteX11" fmla="*/ 1786687 w 4858604"/>
              <a:gd name="connsiteY11" fmla="*/ 1869743 h 5636526"/>
              <a:gd name="connsiteX12" fmla="*/ 1467135 w 4858604"/>
              <a:gd name="connsiteY12" fmla="*/ 1869743 h 5636526"/>
              <a:gd name="connsiteX13" fmla="*/ 1467135 w 4858604"/>
              <a:gd name="connsiteY13" fmla="*/ 1173710 h 5636526"/>
              <a:gd name="connsiteX14" fmla="*/ 2031283 w 4858604"/>
              <a:gd name="connsiteY14" fmla="*/ 310487 h 5636526"/>
              <a:gd name="connsiteX15" fmla="*/ 1786687 w 4858604"/>
              <a:gd name="connsiteY15" fmla="*/ 555083 h 5636526"/>
              <a:gd name="connsiteX16" fmla="*/ 1786687 w 4858604"/>
              <a:gd name="connsiteY16" fmla="*/ 777924 h 5636526"/>
              <a:gd name="connsiteX17" fmla="*/ 3071916 w 4858604"/>
              <a:gd name="connsiteY17" fmla="*/ 777924 h 5636526"/>
              <a:gd name="connsiteX18" fmla="*/ 3071916 w 4858604"/>
              <a:gd name="connsiteY18" fmla="*/ 555083 h 5636526"/>
              <a:gd name="connsiteX19" fmla="*/ 2827320 w 4858604"/>
              <a:gd name="connsiteY19" fmla="*/ 310487 h 5636526"/>
              <a:gd name="connsiteX20" fmla="*/ 1833362 w 4858604"/>
              <a:gd name="connsiteY20" fmla="*/ 0 h 5636526"/>
              <a:gd name="connsiteX21" fmla="*/ 3025243 w 4858604"/>
              <a:gd name="connsiteY21" fmla="*/ 0 h 5636526"/>
              <a:gd name="connsiteX22" fmla="*/ 3391470 w 4858604"/>
              <a:gd name="connsiteY22" fmla="*/ 366227 h 5636526"/>
              <a:gd name="connsiteX23" fmla="*/ 3391470 w 4858604"/>
              <a:gd name="connsiteY23" fmla="*/ 777924 h 5636526"/>
              <a:gd name="connsiteX24" fmla="*/ 4647046 w 4858604"/>
              <a:gd name="connsiteY24" fmla="*/ 777924 h 5636526"/>
              <a:gd name="connsiteX25" fmla="*/ 4647064 w 4858604"/>
              <a:gd name="connsiteY25" fmla="*/ 777922 h 5636526"/>
              <a:gd name="connsiteX26" fmla="*/ 4647083 w 4858604"/>
              <a:gd name="connsiteY26" fmla="*/ 777924 h 5636526"/>
              <a:gd name="connsiteX27" fmla="*/ 4660711 w 4858604"/>
              <a:gd name="connsiteY27" fmla="*/ 777924 h 5636526"/>
              <a:gd name="connsiteX28" fmla="*/ 4674303 w 4858604"/>
              <a:gd name="connsiteY28" fmla="*/ 780668 h 5636526"/>
              <a:gd name="connsiteX29" fmla="*/ 4689697 w 4858604"/>
              <a:gd name="connsiteY29" fmla="*/ 782220 h 5636526"/>
              <a:gd name="connsiteX30" fmla="*/ 4704035 w 4858604"/>
              <a:gd name="connsiteY30" fmla="*/ 786671 h 5636526"/>
              <a:gd name="connsiteX31" fmla="*/ 4737740 w 4858604"/>
              <a:gd name="connsiteY31" fmla="*/ 793476 h 5636526"/>
              <a:gd name="connsiteX32" fmla="*/ 4858604 w 4858604"/>
              <a:gd name="connsiteY32" fmla="*/ 975817 h 5636526"/>
              <a:gd name="connsiteX33" fmla="*/ 4857916 w 4858604"/>
              <a:gd name="connsiteY33" fmla="*/ 982640 h 5636526"/>
              <a:gd name="connsiteX34" fmla="*/ 4858604 w 4858604"/>
              <a:gd name="connsiteY34" fmla="*/ 989462 h 5636526"/>
              <a:gd name="connsiteX35" fmla="*/ 4858604 w 4858604"/>
              <a:gd name="connsiteY35" fmla="*/ 5424985 h 5636526"/>
              <a:gd name="connsiteX36" fmla="*/ 4857916 w 4858604"/>
              <a:gd name="connsiteY36" fmla="*/ 5431809 h 5636526"/>
              <a:gd name="connsiteX37" fmla="*/ 4858604 w 4858604"/>
              <a:gd name="connsiteY37" fmla="*/ 5438633 h 5636526"/>
              <a:gd name="connsiteX38" fmla="*/ 4737740 w 4858604"/>
              <a:gd name="connsiteY38" fmla="*/ 5620975 h 5636526"/>
              <a:gd name="connsiteX39" fmla="*/ 4704009 w 4858604"/>
              <a:gd name="connsiteY39" fmla="*/ 5627785 h 5636526"/>
              <a:gd name="connsiteX40" fmla="*/ 4689697 w 4858604"/>
              <a:gd name="connsiteY40" fmla="*/ 5632228 h 5636526"/>
              <a:gd name="connsiteX41" fmla="*/ 4674331 w 4858604"/>
              <a:gd name="connsiteY41" fmla="*/ 5633777 h 5636526"/>
              <a:gd name="connsiteX42" fmla="*/ 4660711 w 4858604"/>
              <a:gd name="connsiteY42" fmla="*/ 5636526 h 5636526"/>
              <a:gd name="connsiteX43" fmla="*/ 197893 w 4858604"/>
              <a:gd name="connsiteY43" fmla="*/ 5636525 h 5636526"/>
              <a:gd name="connsiteX44" fmla="*/ 184281 w 4858604"/>
              <a:gd name="connsiteY44" fmla="*/ 5633777 h 5636526"/>
              <a:gd name="connsiteX45" fmla="*/ 168909 w 4858604"/>
              <a:gd name="connsiteY45" fmla="*/ 5632228 h 5636526"/>
              <a:gd name="connsiteX46" fmla="*/ 154592 w 4858604"/>
              <a:gd name="connsiteY46" fmla="*/ 5627783 h 5636526"/>
              <a:gd name="connsiteX47" fmla="*/ 120864 w 4858604"/>
              <a:gd name="connsiteY47" fmla="*/ 5620974 h 5636526"/>
              <a:gd name="connsiteX48" fmla="*/ 0 w 4858604"/>
              <a:gd name="connsiteY48" fmla="*/ 5438632 h 5636526"/>
              <a:gd name="connsiteX49" fmla="*/ 1 w 4858604"/>
              <a:gd name="connsiteY49" fmla="*/ 5438633 h 5636526"/>
              <a:gd name="connsiteX50" fmla="*/ 689 w 4858604"/>
              <a:gd name="connsiteY50" fmla="*/ 5431804 h 5636526"/>
              <a:gd name="connsiteX51" fmla="*/ 2 w 4858604"/>
              <a:gd name="connsiteY51" fmla="*/ 5424985 h 5636526"/>
              <a:gd name="connsiteX52" fmla="*/ 2 w 4858604"/>
              <a:gd name="connsiteY52" fmla="*/ 989462 h 5636526"/>
              <a:gd name="connsiteX53" fmla="*/ 689 w 4858604"/>
              <a:gd name="connsiteY53" fmla="*/ 982650 h 5636526"/>
              <a:gd name="connsiteX54" fmla="*/ 0 w 4858604"/>
              <a:gd name="connsiteY54" fmla="*/ 975816 h 5636526"/>
              <a:gd name="connsiteX55" fmla="*/ 1 w 4858604"/>
              <a:gd name="connsiteY55" fmla="*/ 975817 h 5636526"/>
              <a:gd name="connsiteX56" fmla="*/ 120865 w 4858604"/>
              <a:gd name="connsiteY56" fmla="*/ 793476 h 5636526"/>
              <a:gd name="connsiteX57" fmla="*/ 154574 w 4858604"/>
              <a:gd name="connsiteY57" fmla="*/ 786670 h 5636526"/>
              <a:gd name="connsiteX58" fmla="*/ 168909 w 4858604"/>
              <a:gd name="connsiteY58" fmla="*/ 782220 h 5636526"/>
              <a:gd name="connsiteX59" fmla="*/ 184300 w 4858604"/>
              <a:gd name="connsiteY59" fmla="*/ 780669 h 5636526"/>
              <a:gd name="connsiteX60" fmla="*/ 197894 w 4858604"/>
              <a:gd name="connsiteY60" fmla="*/ 777924 h 5636526"/>
              <a:gd name="connsiteX61" fmla="*/ 211524 w 4858604"/>
              <a:gd name="connsiteY61" fmla="*/ 777924 h 5636526"/>
              <a:gd name="connsiteX62" fmla="*/ 211542 w 4858604"/>
              <a:gd name="connsiteY62" fmla="*/ 777922 h 5636526"/>
              <a:gd name="connsiteX63" fmla="*/ 211559 w 4858604"/>
              <a:gd name="connsiteY63" fmla="*/ 777924 h 5636526"/>
              <a:gd name="connsiteX64" fmla="*/ 1467135 w 4858604"/>
              <a:gd name="connsiteY64" fmla="*/ 777924 h 5636526"/>
              <a:gd name="connsiteX65" fmla="*/ 1467135 w 4858604"/>
              <a:gd name="connsiteY65" fmla="*/ 366227 h 5636526"/>
              <a:gd name="connsiteX66" fmla="*/ 1833362 w 4858604"/>
              <a:gd name="connsiteY66" fmla="*/ 0 h 563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858604" h="5636526">
                <a:moveTo>
                  <a:pt x="423082" y="1173709"/>
                </a:moveTo>
                <a:lnTo>
                  <a:pt x="423082" y="5240740"/>
                </a:lnTo>
                <a:lnTo>
                  <a:pt x="4435524" y="5240740"/>
                </a:lnTo>
                <a:lnTo>
                  <a:pt x="4435524" y="1173710"/>
                </a:lnTo>
                <a:lnTo>
                  <a:pt x="3391470" y="1173710"/>
                </a:lnTo>
                <a:lnTo>
                  <a:pt x="3391470" y="1869743"/>
                </a:lnTo>
                <a:lnTo>
                  <a:pt x="3071916" y="1869743"/>
                </a:lnTo>
                <a:lnTo>
                  <a:pt x="3071916" y="1559255"/>
                </a:lnTo>
                <a:lnTo>
                  <a:pt x="3071916" y="1173710"/>
                </a:lnTo>
                <a:lnTo>
                  <a:pt x="1786687" y="1173710"/>
                </a:lnTo>
                <a:lnTo>
                  <a:pt x="1786687" y="1559255"/>
                </a:lnTo>
                <a:lnTo>
                  <a:pt x="1786687" y="1869743"/>
                </a:lnTo>
                <a:lnTo>
                  <a:pt x="1467135" y="1869743"/>
                </a:lnTo>
                <a:lnTo>
                  <a:pt x="1467135" y="1173710"/>
                </a:lnTo>
                <a:close/>
                <a:moveTo>
                  <a:pt x="2031283" y="310487"/>
                </a:moveTo>
                <a:cubicBezTo>
                  <a:pt x="1896196" y="310487"/>
                  <a:pt x="1786687" y="419996"/>
                  <a:pt x="1786687" y="555083"/>
                </a:cubicBezTo>
                <a:lnTo>
                  <a:pt x="1786687" y="777924"/>
                </a:lnTo>
                <a:lnTo>
                  <a:pt x="3071916" y="777924"/>
                </a:lnTo>
                <a:lnTo>
                  <a:pt x="3071916" y="555083"/>
                </a:lnTo>
                <a:cubicBezTo>
                  <a:pt x="3071916" y="419996"/>
                  <a:pt x="2962407" y="310487"/>
                  <a:pt x="2827320" y="310487"/>
                </a:cubicBezTo>
                <a:close/>
                <a:moveTo>
                  <a:pt x="1833362" y="0"/>
                </a:moveTo>
                <a:lnTo>
                  <a:pt x="3025243" y="0"/>
                </a:lnTo>
                <a:cubicBezTo>
                  <a:pt x="3227505" y="0"/>
                  <a:pt x="3391470" y="163965"/>
                  <a:pt x="3391470" y="366227"/>
                </a:cubicBezTo>
                <a:lnTo>
                  <a:pt x="3391470" y="777924"/>
                </a:lnTo>
                <a:lnTo>
                  <a:pt x="4647046" y="777924"/>
                </a:lnTo>
                <a:lnTo>
                  <a:pt x="4647064" y="777922"/>
                </a:lnTo>
                <a:lnTo>
                  <a:pt x="4647083" y="777924"/>
                </a:lnTo>
                <a:lnTo>
                  <a:pt x="4660711" y="777924"/>
                </a:lnTo>
                <a:lnTo>
                  <a:pt x="4674303" y="780668"/>
                </a:lnTo>
                <a:lnTo>
                  <a:pt x="4689697" y="782220"/>
                </a:lnTo>
                <a:lnTo>
                  <a:pt x="4704035" y="786671"/>
                </a:lnTo>
                <a:lnTo>
                  <a:pt x="4737740" y="793476"/>
                </a:lnTo>
                <a:cubicBezTo>
                  <a:pt x="4808767" y="823517"/>
                  <a:pt x="4858604" y="893847"/>
                  <a:pt x="4858604" y="975817"/>
                </a:cubicBezTo>
                <a:lnTo>
                  <a:pt x="4857916" y="982640"/>
                </a:lnTo>
                <a:lnTo>
                  <a:pt x="4858604" y="989462"/>
                </a:lnTo>
                <a:lnTo>
                  <a:pt x="4858604" y="5424985"/>
                </a:lnTo>
                <a:lnTo>
                  <a:pt x="4857916" y="5431809"/>
                </a:lnTo>
                <a:lnTo>
                  <a:pt x="4858604" y="5438633"/>
                </a:lnTo>
                <a:cubicBezTo>
                  <a:pt x="4858604" y="5520603"/>
                  <a:pt x="4808767" y="5590933"/>
                  <a:pt x="4737740" y="5620975"/>
                </a:cubicBezTo>
                <a:lnTo>
                  <a:pt x="4704009" y="5627785"/>
                </a:lnTo>
                <a:lnTo>
                  <a:pt x="4689697" y="5632228"/>
                </a:lnTo>
                <a:lnTo>
                  <a:pt x="4674331" y="5633777"/>
                </a:lnTo>
                <a:lnTo>
                  <a:pt x="4660711" y="5636526"/>
                </a:lnTo>
                <a:cubicBezTo>
                  <a:pt x="3173105" y="5636526"/>
                  <a:pt x="1685499" y="5636525"/>
                  <a:pt x="197893" y="5636525"/>
                </a:cubicBezTo>
                <a:lnTo>
                  <a:pt x="184281" y="5633777"/>
                </a:lnTo>
                <a:lnTo>
                  <a:pt x="168909" y="5632228"/>
                </a:lnTo>
                <a:lnTo>
                  <a:pt x="154592" y="5627783"/>
                </a:lnTo>
                <a:lnTo>
                  <a:pt x="120864" y="5620974"/>
                </a:lnTo>
                <a:cubicBezTo>
                  <a:pt x="49837" y="5590932"/>
                  <a:pt x="0" y="5520602"/>
                  <a:pt x="0" y="5438632"/>
                </a:cubicBezTo>
                <a:lnTo>
                  <a:pt x="1" y="5438633"/>
                </a:lnTo>
                <a:lnTo>
                  <a:pt x="689" y="5431804"/>
                </a:lnTo>
                <a:lnTo>
                  <a:pt x="2" y="5424985"/>
                </a:lnTo>
                <a:lnTo>
                  <a:pt x="2" y="989462"/>
                </a:lnTo>
                <a:lnTo>
                  <a:pt x="689" y="982650"/>
                </a:lnTo>
                <a:lnTo>
                  <a:pt x="0" y="975816"/>
                </a:lnTo>
                <a:lnTo>
                  <a:pt x="1" y="975817"/>
                </a:lnTo>
                <a:cubicBezTo>
                  <a:pt x="1" y="893847"/>
                  <a:pt x="49839" y="823517"/>
                  <a:pt x="120865" y="793476"/>
                </a:cubicBezTo>
                <a:lnTo>
                  <a:pt x="154574" y="786670"/>
                </a:lnTo>
                <a:lnTo>
                  <a:pt x="168909" y="782220"/>
                </a:lnTo>
                <a:lnTo>
                  <a:pt x="184300" y="780669"/>
                </a:lnTo>
                <a:lnTo>
                  <a:pt x="197894" y="777924"/>
                </a:lnTo>
                <a:lnTo>
                  <a:pt x="211524" y="777924"/>
                </a:lnTo>
                <a:lnTo>
                  <a:pt x="211542" y="777922"/>
                </a:lnTo>
                <a:lnTo>
                  <a:pt x="211559" y="777924"/>
                </a:lnTo>
                <a:lnTo>
                  <a:pt x="1467135" y="777924"/>
                </a:lnTo>
                <a:lnTo>
                  <a:pt x="1467135" y="366227"/>
                </a:lnTo>
                <a:cubicBezTo>
                  <a:pt x="1467135" y="163965"/>
                  <a:pt x="1631100" y="0"/>
                  <a:pt x="1833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任意多边形 107"/>
          <p:cNvSpPr>
            <a:spLocks noChangeAspect="1"/>
          </p:cNvSpPr>
          <p:nvPr/>
        </p:nvSpPr>
        <p:spPr>
          <a:xfrm>
            <a:off x="10372370" y="3637068"/>
            <a:ext cx="353271" cy="360000"/>
          </a:xfrm>
          <a:custGeom>
            <a:avLst/>
            <a:gdLst>
              <a:gd name="connsiteX0" fmla="*/ 1189042 w 5732060"/>
              <a:gd name="connsiteY0" fmla="*/ 2279176 h 5841241"/>
              <a:gd name="connsiteX1" fmla="*/ 438883 w 5732060"/>
              <a:gd name="connsiteY1" fmla="*/ 5459103 h 5841241"/>
              <a:gd name="connsiteX2" fmla="*/ 5306824 w 5732060"/>
              <a:gd name="connsiteY2" fmla="*/ 5459103 h 5841241"/>
              <a:gd name="connsiteX3" fmla="*/ 4556666 w 5732060"/>
              <a:gd name="connsiteY3" fmla="*/ 2279176 h 5841241"/>
              <a:gd name="connsiteX4" fmla="*/ 4155742 w 5732060"/>
              <a:gd name="connsiteY4" fmla="*/ 2279176 h 5841241"/>
              <a:gd name="connsiteX5" fmla="*/ 4155742 w 5732060"/>
              <a:gd name="connsiteY5" fmla="*/ 2711463 h 5841241"/>
              <a:gd name="connsiteX6" fmla="*/ 4179153 w 5732060"/>
              <a:gd name="connsiteY6" fmla="*/ 2724170 h 5841241"/>
              <a:gd name="connsiteX7" fmla="*/ 4348282 w 5732060"/>
              <a:gd name="connsiteY7" fmla="*/ 3042264 h 5841241"/>
              <a:gd name="connsiteX8" fmla="*/ 3964673 w 5732060"/>
              <a:gd name="connsiteY8" fmla="*/ 3425873 h 5841241"/>
              <a:gd name="connsiteX9" fmla="*/ 3581064 w 5732060"/>
              <a:gd name="connsiteY9" fmla="*/ 3042264 h 5841241"/>
              <a:gd name="connsiteX10" fmla="*/ 3750194 w 5732060"/>
              <a:gd name="connsiteY10" fmla="*/ 2724170 h 5841241"/>
              <a:gd name="connsiteX11" fmla="*/ 3773604 w 5732060"/>
              <a:gd name="connsiteY11" fmla="*/ 2711463 h 5841241"/>
              <a:gd name="connsiteX12" fmla="*/ 3773604 w 5732060"/>
              <a:gd name="connsiteY12" fmla="*/ 2279176 h 5841241"/>
              <a:gd name="connsiteX13" fmla="*/ 1958256 w 5732060"/>
              <a:gd name="connsiteY13" fmla="*/ 2279176 h 5841241"/>
              <a:gd name="connsiteX14" fmla="*/ 1958256 w 5732060"/>
              <a:gd name="connsiteY14" fmla="*/ 2711464 h 5841241"/>
              <a:gd name="connsiteX15" fmla="*/ 1981665 w 5732060"/>
              <a:gd name="connsiteY15" fmla="*/ 2724170 h 5841241"/>
              <a:gd name="connsiteX16" fmla="*/ 2150795 w 5732060"/>
              <a:gd name="connsiteY16" fmla="*/ 3042264 h 5841241"/>
              <a:gd name="connsiteX17" fmla="*/ 1767186 w 5732060"/>
              <a:gd name="connsiteY17" fmla="*/ 3425873 h 5841241"/>
              <a:gd name="connsiteX18" fmla="*/ 1383577 w 5732060"/>
              <a:gd name="connsiteY18" fmla="*/ 3042264 h 5841241"/>
              <a:gd name="connsiteX19" fmla="*/ 1552707 w 5732060"/>
              <a:gd name="connsiteY19" fmla="*/ 2724170 h 5841241"/>
              <a:gd name="connsiteX20" fmla="*/ 1576118 w 5732060"/>
              <a:gd name="connsiteY20" fmla="*/ 2711462 h 5841241"/>
              <a:gd name="connsiteX21" fmla="*/ 1576118 w 5732060"/>
              <a:gd name="connsiteY21" fmla="*/ 2279176 h 5841241"/>
              <a:gd name="connsiteX22" fmla="*/ 2872853 w 5732060"/>
              <a:gd name="connsiteY22" fmla="*/ 358178 h 5841241"/>
              <a:gd name="connsiteX23" fmla="*/ 2404195 w 5732060"/>
              <a:gd name="connsiteY23" fmla="*/ 480693 h 5841241"/>
              <a:gd name="connsiteX24" fmla="*/ 1942740 w 5732060"/>
              <a:gd name="connsiteY24" fmla="*/ 1165730 h 5841241"/>
              <a:gd name="connsiteX25" fmla="*/ 1942333 w 5732060"/>
              <a:gd name="connsiteY25" fmla="*/ 1171832 h 5841241"/>
              <a:gd name="connsiteX26" fmla="*/ 1943241 w 5732060"/>
              <a:gd name="connsiteY26" fmla="*/ 1173179 h 5841241"/>
              <a:gd name="connsiteX27" fmla="*/ 1958256 w 5732060"/>
              <a:gd name="connsiteY27" fmla="*/ 1247551 h 5841241"/>
              <a:gd name="connsiteX28" fmla="*/ 1958256 w 5732060"/>
              <a:gd name="connsiteY28" fmla="*/ 1897038 h 5841241"/>
              <a:gd name="connsiteX29" fmla="*/ 3773604 w 5732060"/>
              <a:gd name="connsiteY29" fmla="*/ 1897038 h 5841241"/>
              <a:gd name="connsiteX30" fmla="*/ 3773604 w 5732060"/>
              <a:gd name="connsiteY30" fmla="*/ 1247551 h 5841241"/>
              <a:gd name="connsiteX31" fmla="*/ 3788619 w 5732060"/>
              <a:gd name="connsiteY31" fmla="*/ 1173179 h 5841241"/>
              <a:gd name="connsiteX32" fmla="*/ 3789621 w 5732060"/>
              <a:gd name="connsiteY32" fmla="*/ 1171694 h 5841241"/>
              <a:gd name="connsiteX33" fmla="*/ 3768520 w 5732060"/>
              <a:gd name="connsiteY33" fmla="*/ 1058726 h 5841241"/>
              <a:gd name="connsiteX34" fmla="*/ 3339667 w 5732060"/>
              <a:gd name="connsiteY34" fmla="*/ 487546 h 5841241"/>
              <a:gd name="connsiteX35" fmla="*/ 2872853 w 5732060"/>
              <a:gd name="connsiteY35" fmla="*/ 358178 h 5841241"/>
              <a:gd name="connsiteX36" fmla="*/ 2875478 w 5732060"/>
              <a:gd name="connsiteY36" fmla="*/ 34 h 5841241"/>
              <a:gd name="connsiteX37" fmla="*/ 3521765 w 5732060"/>
              <a:gd name="connsiteY37" fmla="*/ 179140 h 5841241"/>
              <a:gd name="connsiteX38" fmla="*/ 4146671 w 5732060"/>
              <a:gd name="connsiteY38" fmla="*/ 1136810 h 5841241"/>
              <a:gd name="connsiteX39" fmla="*/ 4150139 w 5732060"/>
              <a:gd name="connsiteY39" fmla="*/ 1203499 h 5841241"/>
              <a:gd name="connsiteX40" fmla="*/ 4151860 w 5732060"/>
              <a:gd name="connsiteY40" fmla="*/ 1209044 h 5841241"/>
              <a:gd name="connsiteX41" fmla="*/ 4155742 w 5732060"/>
              <a:gd name="connsiteY41" fmla="*/ 1247551 h 5841241"/>
              <a:gd name="connsiteX42" fmla="*/ 4155742 w 5732060"/>
              <a:gd name="connsiteY42" fmla="*/ 1897038 h 5841241"/>
              <a:gd name="connsiteX43" fmla="*/ 4708477 w 5732060"/>
              <a:gd name="connsiteY43" fmla="*/ 1897038 h 5841241"/>
              <a:gd name="connsiteX44" fmla="*/ 4884531 w 5732060"/>
              <a:gd name="connsiteY44" fmla="*/ 2013734 h 5841241"/>
              <a:gd name="connsiteX45" fmla="*/ 4897109 w 5732060"/>
              <a:gd name="connsiteY45" fmla="*/ 2076036 h 5841241"/>
              <a:gd name="connsiteX46" fmla="*/ 4905864 w 5732060"/>
              <a:gd name="connsiteY46" fmla="*/ 2095080 h 5841241"/>
              <a:gd name="connsiteX47" fmla="*/ 5728690 w 5732060"/>
              <a:gd name="connsiteY47" fmla="*/ 5583044 h 5841241"/>
              <a:gd name="connsiteX48" fmla="*/ 5730641 w 5732060"/>
              <a:gd name="connsiteY48" fmla="*/ 5643142 h 5841241"/>
              <a:gd name="connsiteX49" fmla="*/ 5732060 w 5732060"/>
              <a:gd name="connsiteY49" fmla="*/ 5650172 h 5841241"/>
              <a:gd name="connsiteX50" fmla="*/ 5731034 w 5732060"/>
              <a:gd name="connsiteY50" fmla="*/ 5655254 h 5841241"/>
              <a:gd name="connsiteX51" fmla="*/ 5731152 w 5732060"/>
              <a:gd name="connsiteY51" fmla="*/ 5658877 h 5841241"/>
              <a:gd name="connsiteX52" fmla="*/ 5729330 w 5732060"/>
              <a:gd name="connsiteY52" fmla="*/ 5663694 h 5841241"/>
              <a:gd name="connsiteX53" fmla="*/ 5717045 w 5732060"/>
              <a:gd name="connsiteY53" fmla="*/ 5724545 h 5841241"/>
              <a:gd name="connsiteX54" fmla="*/ 5540991 w 5732060"/>
              <a:gd name="connsiteY54" fmla="*/ 5841241 h 5841241"/>
              <a:gd name="connsiteX55" fmla="*/ 191069 w 5732060"/>
              <a:gd name="connsiteY55" fmla="*/ 5841241 h 5841241"/>
              <a:gd name="connsiteX56" fmla="*/ 0 w 5732060"/>
              <a:gd name="connsiteY56" fmla="*/ 5650172 h 5841241"/>
              <a:gd name="connsiteX57" fmla="*/ 15015 w 5732060"/>
              <a:gd name="connsiteY57" fmla="*/ 5575800 h 5841241"/>
              <a:gd name="connsiteX58" fmla="*/ 20724 w 5732060"/>
              <a:gd name="connsiteY58" fmla="*/ 5567333 h 5841241"/>
              <a:gd name="connsiteX59" fmla="*/ 836653 w 5732060"/>
              <a:gd name="connsiteY59" fmla="*/ 2108609 h 5841241"/>
              <a:gd name="connsiteX60" fmla="*/ 832513 w 5732060"/>
              <a:gd name="connsiteY60" fmla="*/ 2088107 h 5841241"/>
              <a:gd name="connsiteX61" fmla="*/ 1023582 w 5732060"/>
              <a:gd name="connsiteY61" fmla="*/ 1897038 h 5841241"/>
              <a:gd name="connsiteX62" fmla="*/ 1576118 w 5732060"/>
              <a:gd name="connsiteY62" fmla="*/ 1897038 h 5841241"/>
              <a:gd name="connsiteX63" fmla="*/ 1576118 w 5732060"/>
              <a:gd name="connsiteY63" fmla="*/ 1247551 h 5841241"/>
              <a:gd name="connsiteX64" fmla="*/ 1580000 w 5732060"/>
              <a:gd name="connsiteY64" fmla="*/ 1209044 h 5841241"/>
              <a:gd name="connsiteX65" fmla="*/ 1582161 w 5732060"/>
              <a:gd name="connsiteY65" fmla="*/ 1202083 h 5841241"/>
              <a:gd name="connsiteX66" fmla="*/ 1587766 w 5732060"/>
              <a:gd name="connsiteY66" fmla="*/ 1118063 h 5841241"/>
              <a:gd name="connsiteX67" fmla="*/ 2226635 w 5732060"/>
              <a:gd name="connsiteY67" fmla="*/ 169652 h 5841241"/>
              <a:gd name="connsiteX68" fmla="*/ 2875478 w 5732060"/>
              <a:gd name="connsiteY68" fmla="*/ 34 h 5841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732060" h="5841241">
                <a:moveTo>
                  <a:pt x="1189042" y="2279176"/>
                </a:moveTo>
                <a:lnTo>
                  <a:pt x="438883" y="5459103"/>
                </a:lnTo>
                <a:lnTo>
                  <a:pt x="5306824" y="5459103"/>
                </a:lnTo>
                <a:lnTo>
                  <a:pt x="4556666" y="2279176"/>
                </a:lnTo>
                <a:lnTo>
                  <a:pt x="4155742" y="2279176"/>
                </a:lnTo>
                <a:lnTo>
                  <a:pt x="4155742" y="2711463"/>
                </a:lnTo>
                <a:lnTo>
                  <a:pt x="4179153" y="2724170"/>
                </a:lnTo>
                <a:cubicBezTo>
                  <a:pt x="4281193" y="2793107"/>
                  <a:pt x="4348282" y="2909851"/>
                  <a:pt x="4348282" y="3042264"/>
                </a:cubicBezTo>
                <a:cubicBezTo>
                  <a:pt x="4348282" y="3254125"/>
                  <a:pt x="4176534" y="3425873"/>
                  <a:pt x="3964673" y="3425873"/>
                </a:cubicBezTo>
                <a:cubicBezTo>
                  <a:pt x="3752812" y="3425873"/>
                  <a:pt x="3581064" y="3254125"/>
                  <a:pt x="3581064" y="3042264"/>
                </a:cubicBezTo>
                <a:cubicBezTo>
                  <a:pt x="3581064" y="2909851"/>
                  <a:pt x="3648153" y="2793107"/>
                  <a:pt x="3750194" y="2724170"/>
                </a:cubicBezTo>
                <a:lnTo>
                  <a:pt x="3773604" y="2711463"/>
                </a:lnTo>
                <a:lnTo>
                  <a:pt x="3773604" y="2279176"/>
                </a:lnTo>
                <a:lnTo>
                  <a:pt x="1958256" y="2279176"/>
                </a:lnTo>
                <a:lnTo>
                  <a:pt x="1958256" y="2711464"/>
                </a:lnTo>
                <a:lnTo>
                  <a:pt x="1981665" y="2724170"/>
                </a:lnTo>
                <a:cubicBezTo>
                  <a:pt x="2083706" y="2793107"/>
                  <a:pt x="2150795" y="2909851"/>
                  <a:pt x="2150795" y="3042264"/>
                </a:cubicBezTo>
                <a:cubicBezTo>
                  <a:pt x="2150795" y="3254125"/>
                  <a:pt x="1979047" y="3425873"/>
                  <a:pt x="1767186" y="3425873"/>
                </a:cubicBezTo>
                <a:cubicBezTo>
                  <a:pt x="1555325" y="3425873"/>
                  <a:pt x="1383577" y="3254125"/>
                  <a:pt x="1383577" y="3042264"/>
                </a:cubicBezTo>
                <a:cubicBezTo>
                  <a:pt x="1383577" y="2909851"/>
                  <a:pt x="1450666" y="2793107"/>
                  <a:pt x="1552707" y="2724170"/>
                </a:cubicBezTo>
                <a:lnTo>
                  <a:pt x="1576118" y="2711462"/>
                </a:lnTo>
                <a:lnTo>
                  <a:pt x="1576118" y="2279176"/>
                </a:lnTo>
                <a:close/>
                <a:moveTo>
                  <a:pt x="2872853" y="358178"/>
                </a:moveTo>
                <a:cubicBezTo>
                  <a:pt x="2711290" y="356994"/>
                  <a:pt x="2549418" y="397791"/>
                  <a:pt x="2404195" y="480693"/>
                </a:cubicBezTo>
                <a:cubicBezTo>
                  <a:pt x="2150054" y="625772"/>
                  <a:pt x="1981026" y="880313"/>
                  <a:pt x="1942740" y="1165730"/>
                </a:cubicBezTo>
                <a:lnTo>
                  <a:pt x="1942333" y="1171832"/>
                </a:lnTo>
                <a:lnTo>
                  <a:pt x="1943241" y="1173179"/>
                </a:lnTo>
                <a:cubicBezTo>
                  <a:pt x="1952909" y="1196038"/>
                  <a:pt x="1958256" y="1221170"/>
                  <a:pt x="1958256" y="1247551"/>
                </a:cubicBezTo>
                <a:lnTo>
                  <a:pt x="1958256" y="1897038"/>
                </a:lnTo>
                <a:lnTo>
                  <a:pt x="3773604" y="1897038"/>
                </a:lnTo>
                <a:lnTo>
                  <a:pt x="3773604" y="1247551"/>
                </a:lnTo>
                <a:cubicBezTo>
                  <a:pt x="3773604" y="1221170"/>
                  <a:pt x="3778951" y="1196038"/>
                  <a:pt x="3788619" y="1173179"/>
                </a:cubicBezTo>
                <a:lnTo>
                  <a:pt x="3789621" y="1171694"/>
                </a:lnTo>
                <a:lnTo>
                  <a:pt x="3768520" y="1058726"/>
                </a:lnTo>
                <a:cubicBezTo>
                  <a:pt x="3707943" y="822105"/>
                  <a:pt x="3555656" y="615077"/>
                  <a:pt x="3339667" y="487546"/>
                </a:cubicBezTo>
                <a:cubicBezTo>
                  <a:pt x="3195673" y="402526"/>
                  <a:pt x="3034417" y="359361"/>
                  <a:pt x="2872853" y="358178"/>
                </a:cubicBezTo>
                <a:close/>
                <a:moveTo>
                  <a:pt x="2875478" y="34"/>
                </a:moveTo>
                <a:cubicBezTo>
                  <a:pt x="3099157" y="1673"/>
                  <a:pt x="3322411" y="61432"/>
                  <a:pt x="3521765" y="179140"/>
                </a:cubicBezTo>
                <a:cubicBezTo>
                  <a:pt x="3870635" y="385129"/>
                  <a:pt x="4099460" y="740924"/>
                  <a:pt x="4146671" y="1136810"/>
                </a:cubicBezTo>
                <a:lnTo>
                  <a:pt x="4150139" y="1203499"/>
                </a:lnTo>
                <a:lnTo>
                  <a:pt x="4151860" y="1209044"/>
                </a:lnTo>
                <a:cubicBezTo>
                  <a:pt x="4154406" y="1221482"/>
                  <a:pt x="4155742" y="1234361"/>
                  <a:pt x="4155742" y="1247551"/>
                </a:cubicBezTo>
                <a:lnTo>
                  <a:pt x="4155742" y="1897038"/>
                </a:lnTo>
                <a:lnTo>
                  <a:pt x="4708477" y="1897038"/>
                </a:lnTo>
                <a:cubicBezTo>
                  <a:pt x="4787620" y="1897038"/>
                  <a:pt x="4855525" y="1945157"/>
                  <a:pt x="4884531" y="2013734"/>
                </a:cubicBezTo>
                <a:lnTo>
                  <a:pt x="4897109" y="2076036"/>
                </a:lnTo>
                <a:lnTo>
                  <a:pt x="4905864" y="2095080"/>
                </a:lnTo>
                <a:lnTo>
                  <a:pt x="5728690" y="5583044"/>
                </a:lnTo>
                <a:lnTo>
                  <a:pt x="5730641" y="5643142"/>
                </a:lnTo>
                <a:lnTo>
                  <a:pt x="5732060" y="5650172"/>
                </a:lnTo>
                <a:lnTo>
                  <a:pt x="5731034" y="5655254"/>
                </a:lnTo>
                <a:lnTo>
                  <a:pt x="5731152" y="5658877"/>
                </a:lnTo>
                <a:lnTo>
                  <a:pt x="5729330" y="5663694"/>
                </a:lnTo>
                <a:lnTo>
                  <a:pt x="5717045" y="5724545"/>
                </a:lnTo>
                <a:cubicBezTo>
                  <a:pt x="5688039" y="5793122"/>
                  <a:pt x="5620134" y="5841241"/>
                  <a:pt x="5540991" y="5841241"/>
                </a:cubicBezTo>
                <a:lnTo>
                  <a:pt x="191069" y="5841241"/>
                </a:lnTo>
                <a:cubicBezTo>
                  <a:pt x="85545" y="5841241"/>
                  <a:pt x="0" y="5755696"/>
                  <a:pt x="0" y="5650172"/>
                </a:cubicBezTo>
                <a:cubicBezTo>
                  <a:pt x="0" y="5623791"/>
                  <a:pt x="5347" y="5598659"/>
                  <a:pt x="15015" y="5575800"/>
                </a:cubicBezTo>
                <a:lnTo>
                  <a:pt x="20724" y="5567333"/>
                </a:lnTo>
                <a:lnTo>
                  <a:pt x="836653" y="2108609"/>
                </a:lnTo>
                <a:lnTo>
                  <a:pt x="832513" y="2088107"/>
                </a:lnTo>
                <a:cubicBezTo>
                  <a:pt x="832513" y="1982583"/>
                  <a:pt x="918058" y="1897038"/>
                  <a:pt x="1023582" y="1897038"/>
                </a:cubicBezTo>
                <a:lnTo>
                  <a:pt x="1576118" y="1897038"/>
                </a:lnTo>
                <a:lnTo>
                  <a:pt x="1576118" y="1247551"/>
                </a:lnTo>
                <a:cubicBezTo>
                  <a:pt x="1576118" y="1234361"/>
                  <a:pt x="1577455" y="1221482"/>
                  <a:pt x="1580000" y="1209044"/>
                </a:cubicBezTo>
                <a:lnTo>
                  <a:pt x="1582161" y="1202083"/>
                </a:lnTo>
                <a:lnTo>
                  <a:pt x="1587766" y="1118063"/>
                </a:lnTo>
                <a:cubicBezTo>
                  <a:pt x="1640771" y="722912"/>
                  <a:pt x="1874784" y="370508"/>
                  <a:pt x="2226635" y="169652"/>
                </a:cubicBezTo>
                <a:cubicBezTo>
                  <a:pt x="2427692" y="54877"/>
                  <a:pt x="2651798" y="-1605"/>
                  <a:pt x="2875478" y="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任意多边形 108"/>
          <p:cNvSpPr>
            <a:spLocks noChangeAspect="1"/>
          </p:cNvSpPr>
          <p:nvPr/>
        </p:nvSpPr>
        <p:spPr>
          <a:xfrm flipH="1">
            <a:off x="11165947" y="3637068"/>
            <a:ext cx="381407" cy="360000"/>
          </a:xfrm>
          <a:custGeom>
            <a:avLst/>
            <a:gdLst>
              <a:gd name="connsiteX0" fmla="*/ 384084 w 5650174"/>
              <a:gd name="connsiteY0" fmla="*/ 1966281 h 5333052"/>
              <a:gd name="connsiteX1" fmla="*/ 364305 w 5650174"/>
              <a:gd name="connsiteY1" fmla="*/ 1987329 h 5333052"/>
              <a:gd name="connsiteX2" fmla="*/ 0 w 5650174"/>
              <a:gd name="connsiteY2" fmla="*/ 2936359 h 5333052"/>
              <a:gd name="connsiteX3" fmla="*/ 940475 w 5650174"/>
              <a:gd name="connsiteY3" fmla="*/ 4343867 h 5333052"/>
              <a:gd name="connsiteX4" fmla="*/ 1003356 w 5650174"/>
              <a:gd name="connsiteY4" fmla="*/ 4374264 h 5333052"/>
              <a:gd name="connsiteX5" fmla="*/ 711502 w 5650174"/>
              <a:gd name="connsiteY5" fmla="*/ 5333052 h 5333052"/>
              <a:gd name="connsiteX6" fmla="*/ 1858218 w 5650174"/>
              <a:gd name="connsiteY6" fmla="*/ 4618092 h 5333052"/>
              <a:gd name="connsiteX7" fmla="*/ 1915026 w 5650174"/>
              <a:gd name="connsiteY7" fmla="*/ 4624992 h 5333052"/>
              <a:gd name="connsiteX8" fmla="*/ 2133127 w 5650174"/>
              <a:gd name="connsiteY8" fmla="*/ 4633755 h 5333052"/>
              <a:gd name="connsiteX9" fmla="*/ 3489992 w 5650174"/>
              <a:gd name="connsiteY9" fmla="*/ 4246152 h 5333052"/>
              <a:gd name="connsiteX10" fmla="*/ 3629209 w 5650174"/>
              <a:gd name="connsiteY10" fmla="*/ 4145469 h 5333052"/>
              <a:gd name="connsiteX11" fmla="*/ 3328520 w 5650174"/>
              <a:gd name="connsiteY11" fmla="*/ 3915154 h 5333052"/>
              <a:gd name="connsiteX12" fmla="*/ 3255966 w 5650174"/>
              <a:gd name="connsiteY12" fmla="*/ 3964734 h 5333052"/>
              <a:gd name="connsiteX13" fmla="*/ 2126623 w 5650174"/>
              <a:gd name="connsiteY13" fmla="*/ 4269563 h 5333052"/>
              <a:gd name="connsiteX14" fmla="*/ 1945095 w 5650174"/>
              <a:gd name="connsiteY14" fmla="*/ 4262672 h 5333052"/>
              <a:gd name="connsiteX15" fmla="*/ 1894791 w 5650174"/>
              <a:gd name="connsiteY15" fmla="*/ 4256899 h 5333052"/>
              <a:gd name="connsiteX16" fmla="*/ 1180566 w 5650174"/>
              <a:gd name="connsiteY16" fmla="*/ 4747347 h 5333052"/>
              <a:gd name="connsiteX17" fmla="*/ 1360122 w 5650174"/>
              <a:gd name="connsiteY17" fmla="*/ 4137342 h 5333052"/>
              <a:gd name="connsiteX18" fmla="*/ 1280345 w 5650174"/>
              <a:gd name="connsiteY18" fmla="*/ 4108446 h 5333052"/>
              <a:gd name="connsiteX19" fmla="*/ 351186 w 5650174"/>
              <a:gd name="connsiteY19" fmla="*/ 2934648 h 5333052"/>
              <a:gd name="connsiteX20" fmla="*/ 565472 w 5650174"/>
              <a:gd name="connsiteY20" fmla="*/ 2298348 h 5333052"/>
              <a:gd name="connsiteX21" fmla="*/ 617037 w 5650174"/>
              <a:gd name="connsiteY21" fmla="*/ 2234530 h 5333052"/>
              <a:gd name="connsiteX22" fmla="*/ 3418764 w 5650174"/>
              <a:gd name="connsiteY22" fmla="*/ 378545 h 5333052"/>
              <a:gd name="connsiteX23" fmla="*/ 5281684 w 5650174"/>
              <a:gd name="connsiteY23" fmla="*/ 1779237 h 5333052"/>
              <a:gd name="connsiteX24" fmla="*/ 4306742 w 5650174"/>
              <a:gd name="connsiteY24" fmla="*/ 3010873 h 5333052"/>
              <a:gd name="connsiteX25" fmla="*/ 4223034 w 5650174"/>
              <a:gd name="connsiteY25" fmla="*/ 3041192 h 5333052"/>
              <a:gd name="connsiteX26" fmla="*/ 4411437 w 5650174"/>
              <a:gd name="connsiteY26" fmla="*/ 3681255 h 5333052"/>
              <a:gd name="connsiteX27" fmla="*/ 3662019 w 5650174"/>
              <a:gd name="connsiteY27" fmla="*/ 3166641 h 5333052"/>
              <a:gd name="connsiteX28" fmla="*/ 3609237 w 5650174"/>
              <a:gd name="connsiteY28" fmla="*/ 3172698 h 5333052"/>
              <a:gd name="connsiteX29" fmla="*/ 3418764 w 5650174"/>
              <a:gd name="connsiteY29" fmla="*/ 3179929 h 5333052"/>
              <a:gd name="connsiteX30" fmla="*/ 1555844 w 5650174"/>
              <a:gd name="connsiteY30" fmla="*/ 1779237 h 5333052"/>
              <a:gd name="connsiteX31" fmla="*/ 3418764 w 5650174"/>
              <a:gd name="connsiteY31" fmla="*/ 378545 h 5333052"/>
              <a:gd name="connsiteX32" fmla="*/ 3411940 w 5650174"/>
              <a:gd name="connsiteY32" fmla="*/ 0 h 5333052"/>
              <a:gd name="connsiteX33" fmla="*/ 1173707 w 5650174"/>
              <a:gd name="connsiteY33" fmla="*/ 1781033 h 5333052"/>
              <a:gd name="connsiteX34" fmla="*/ 3411940 w 5650174"/>
              <a:gd name="connsiteY34" fmla="*/ 3562066 h 5333052"/>
              <a:gd name="connsiteX35" fmla="*/ 3640787 w 5650174"/>
              <a:gd name="connsiteY35" fmla="*/ 3552871 h 5333052"/>
              <a:gd name="connsiteX36" fmla="*/ 3700395 w 5650174"/>
              <a:gd name="connsiteY36" fmla="*/ 3545631 h 5333052"/>
              <a:gd name="connsiteX37" fmla="*/ 4903614 w 5650174"/>
              <a:gd name="connsiteY37" fmla="*/ 4295820 h 5333052"/>
              <a:gd name="connsiteX38" fmla="*/ 4597379 w 5650174"/>
              <a:gd name="connsiteY38" fmla="*/ 3289789 h 5333052"/>
              <a:gd name="connsiteX39" fmla="*/ 4663358 w 5650174"/>
              <a:gd name="connsiteY39" fmla="*/ 3257894 h 5333052"/>
              <a:gd name="connsiteX40" fmla="*/ 5650174 w 5650174"/>
              <a:gd name="connsiteY40" fmla="*/ 1781032 h 5333052"/>
              <a:gd name="connsiteX41" fmla="*/ 3411940 w 5650174"/>
              <a:gd name="connsiteY41" fmla="*/ 0 h 533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650174" h="5333052">
                <a:moveTo>
                  <a:pt x="384084" y="1966281"/>
                </a:moveTo>
                <a:lnTo>
                  <a:pt x="364305" y="1987329"/>
                </a:lnTo>
                <a:cubicBezTo>
                  <a:pt x="134302" y="2258235"/>
                  <a:pt x="1" y="2584817"/>
                  <a:pt x="0" y="2936359"/>
                </a:cubicBezTo>
                <a:cubicBezTo>
                  <a:pt x="1" y="3522263"/>
                  <a:pt x="373061" y="4038832"/>
                  <a:pt x="940475" y="4343867"/>
                </a:cubicBezTo>
                <a:lnTo>
                  <a:pt x="1003356" y="4374264"/>
                </a:lnTo>
                <a:lnTo>
                  <a:pt x="711502" y="5333052"/>
                </a:lnTo>
                <a:lnTo>
                  <a:pt x="1858218" y="4618092"/>
                </a:lnTo>
                <a:lnTo>
                  <a:pt x="1915026" y="4624992"/>
                </a:lnTo>
                <a:cubicBezTo>
                  <a:pt x="1986736" y="4630787"/>
                  <a:pt x="2059496" y="4633755"/>
                  <a:pt x="2133127" y="4633755"/>
                </a:cubicBezTo>
                <a:cubicBezTo>
                  <a:pt x="2648542" y="4633755"/>
                  <a:pt x="3121263" y="4488296"/>
                  <a:pt x="3489992" y="4246152"/>
                </a:cubicBezTo>
                <a:lnTo>
                  <a:pt x="3629209" y="4145469"/>
                </a:lnTo>
                <a:lnTo>
                  <a:pt x="3328520" y="3915154"/>
                </a:lnTo>
                <a:lnTo>
                  <a:pt x="3255966" y="3964734"/>
                </a:lnTo>
                <a:cubicBezTo>
                  <a:pt x="2949066" y="4155167"/>
                  <a:pt x="2555612" y="4269563"/>
                  <a:pt x="2126623" y="4269563"/>
                </a:cubicBezTo>
                <a:cubicBezTo>
                  <a:pt x="2065339" y="4269563"/>
                  <a:pt x="2004780" y="4267229"/>
                  <a:pt x="1945095" y="4262672"/>
                </a:cubicBezTo>
                <a:lnTo>
                  <a:pt x="1894791" y="4256899"/>
                </a:lnTo>
                <a:lnTo>
                  <a:pt x="1180566" y="4747347"/>
                </a:lnTo>
                <a:lnTo>
                  <a:pt x="1360122" y="4137342"/>
                </a:lnTo>
                <a:lnTo>
                  <a:pt x="1280345" y="4108446"/>
                </a:lnTo>
                <a:cubicBezTo>
                  <a:pt x="726896" y="3882393"/>
                  <a:pt x="351186" y="3441510"/>
                  <a:pt x="351186" y="2934648"/>
                </a:cubicBezTo>
                <a:cubicBezTo>
                  <a:pt x="351186" y="2704256"/>
                  <a:pt x="428812" y="2487497"/>
                  <a:pt x="565472" y="2298348"/>
                </a:cubicBezTo>
                <a:lnTo>
                  <a:pt x="617037" y="2234530"/>
                </a:lnTo>
                <a:close/>
                <a:moveTo>
                  <a:pt x="3418764" y="378545"/>
                </a:moveTo>
                <a:cubicBezTo>
                  <a:pt x="4447626" y="378545"/>
                  <a:pt x="5281684" y="1005656"/>
                  <a:pt x="5281684" y="1779237"/>
                </a:cubicBezTo>
                <a:cubicBezTo>
                  <a:pt x="5281684" y="2311074"/>
                  <a:pt x="4887461" y="2773681"/>
                  <a:pt x="4306742" y="3010873"/>
                </a:cubicBezTo>
                <a:lnTo>
                  <a:pt x="4223034" y="3041192"/>
                </a:lnTo>
                <a:lnTo>
                  <a:pt x="4411437" y="3681255"/>
                </a:lnTo>
                <a:lnTo>
                  <a:pt x="3662019" y="3166641"/>
                </a:lnTo>
                <a:lnTo>
                  <a:pt x="3609237" y="3172698"/>
                </a:lnTo>
                <a:cubicBezTo>
                  <a:pt x="3546611" y="3177480"/>
                  <a:pt x="3483068" y="3179929"/>
                  <a:pt x="3418764" y="3179929"/>
                </a:cubicBezTo>
                <a:cubicBezTo>
                  <a:pt x="2389902" y="3179929"/>
                  <a:pt x="1555844" y="2552818"/>
                  <a:pt x="1555844" y="1779237"/>
                </a:cubicBezTo>
                <a:cubicBezTo>
                  <a:pt x="1555844" y="1005656"/>
                  <a:pt x="2389902" y="378545"/>
                  <a:pt x="3418764" y="378545"/>
                </a:cubicBezTo>
                <a:close/>
                <a:moveTo>
                  <a:pt x="3411940" y="0"/>
                </a:moveTo>
                <a:cubicBezTo>
                  <a:pt x="2175798" y="-1"/>
                  <a:pt x="1173707" y="797396"/>
                  <a:pt x="1173707" y="1781033"/>
                </a:cubicBezTo>
                <a:cubicBezTo>
                  <a:pt x="1173707" y="2764669"/>
                  <a:pt x="2175798" y="3562066"/>
                  <a:pt x="3411940" y="3562066"/>
                </a:cubicBezTo>
                <a:cubicBezTo>
                  <a:pt x="3489199" y="3562066"/>
                  <a:pt x="3565544" y="3558951"/>
                  <a:pt x="3640787" y="3552871"/>
                </a:cubicBezTo>
                <a:lnTo>
                  <a:pt x="3700395" y="3545631"/>
                </a:lnTo>
                <a:lnTo>
                  <a:pt x="4903614" y="4295820"/>
                </a:lnTo>
                <a:lnTo>
                  <a:pt x="4597379" y="3289789"/>
                </a:lnTo>
                <a:lnTo>
                  <a:pt x="4663358" y="3257894"/>
                </a:lnTo>
                <a:cubicBezTo>
                  <a:pt x="5258731" y="2937828"/>
                  <a:pt x="5650173" y="2395806"/>
                  <a:pt x="5650174" y="1781032"/>
                </a:cubicBezTo>
                <a:cubicBezTo>
                  <a:pt x="5650173" y="797395"/>
                  <a:pt x="4648083" y="-1"/>
                  <a:pt x="34119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任意多边形 111"/>
          <p:cNvSpPr>
            <a:spLocks noChangeAspect="1"/>
          </p:cNvSpPr>
          <p:nvPr/>
        </p:nvSpPr>
        <p:spPr>
          <a:xfrm>
            <a:off x="8741970" y="4425337"/>
            <a:ext cx="383492" cy="360000"/>
          </a:xfrm>
          <a:custGeom>
            <a:avLst/>
            <a:gdLst>
              <a:gd name="connsiteX0" fmla="*/ 2623971 w 5022376"/>
              <a:gd name="connsiteY0" fmla="*/ 2297919 h 4714720"/>
              <a:gd name="connsiteX1" fmla="*/ 2623971 w 5022376"/>
              <a:gd name="connsiteY1" fmla="*/ 4456560 h 4714720"/>
              <a:gd name="connsiteX2" fmla="*/ 4450317 w 5022376"/>
              <a:gd name="connsiteY2" fmla="*/ 4456560 h 4714720"/>
              <a:gd name="connsiteX3" fmla="*/ 4450317 w 5022376"/>
              <a:gd name="connsiteY3" fmla="*/ 2297919 h 4714720"/>
              <a:gd name="connsiteX4" fmla="*/ 572059 w 5022376"/>
              <a:gd name="connsiteY4" fmla="*/ 2297919 h 4714720"/>
              <a:gd name="connsiteX5" fmla="*/ 572059 w 5022376"/>
              <a:gd name="connsiteY5" fmla="*/ 4456560 h 4714720"/>
              <a:gd name="connsiteX6" fmla="*/ 2368266 w 5022376"/>
              <a:gd name="connsiteY6" fmla="*/ 4456560 h 4714720"/>
              <a:gd name="connsiteX7" fmla="*/ 2368266 w 5022376"/>
              <a:gd name="connsiteY7" fmla="*/ 2297919 h 4714720"/>
              <a:gd name="connsiteX8" fmla="*/ 2623971 w 5022376"/>
              <a:gd name="connsiteY8" fmla="*/ 1318131 h 4714720"/>
              <a:gd name="connsiteX9" fmla="*/ 2623971 w 5022376"/>
              <a:gd name="connsiteY9" fmla="*/ 2038054 h 4714720"/>
              <a:gd name="connsiteX10" fmla="*/ 4775012 w 5022376"/>
              <a:gd name="connsiteY10" fmla="*/ 2038054 h 4714720"/>
              <a:gd name="connsiteX11" fmla="*/ 4775012 w 5022376"/>
              <a:gd name="connsiteY11" fmla="*/ 1318131 h 4714720"/>
              <a:gd name="connsiteX12" fmla="*/ 247364 w 5022376"/>
              <a:gd name="connsiteY12" fmla="*/ 1318131 h 4714720"/>
              <a:gd name="connsiteX13" fmla="*/ 247364 w 5022376"/>
              <a:gd name="connsiteY13" fmla="*/ 2038054 h 4714720"/>
              <a:gd name="connsiteX14" fmla="*/ 2368266 w 5022376"/>
              <a:gd name="connsiteY14" fmla="*/ 2038054 h 4714720"/>
              <a:gd name="connsiteX15" fmla="*/ 2368266 w 5022376"/>
              <a:gd name="connsiteY15" fmla="*/ 1318131 h 4714720"/>
              <a:gd name="connsiteX16" fmla="*/ 3779429 w 5022376"/>
              <a:gd name="connsiteY16" fmla="*/ 289585 h 4714720"/>
              <a:gd name="connsiteX17" fmla="*/ 2904486 w 5022376"/>
              <a:gd name="connsiteY17" fmla="*/ 973869 h 4714720"/>
              <a:gd name="connsiteX18" fmla="*/ 2839456 w 5022376"/>
              <a:gd name="connsiteY18" fmla="*/ 1070767 h 4714720"/>
              <a:gd name="connsiteX19" fmla="*/ 4016241 w 5022376"/>
              <a:gd name="connsiteY19" fmla="*/ 1070767 h 4714720"/>
              <a:gd name="connsiteX20" fmla="*/ 4018385 w 5022376"/>
              <a:gd name="connsiteY20" fmla="*/ 1064613 h 4714720"/>
              <a:gd name="connsiteX21" fmla="*/ 3941634 w 5022376"/>
              <a:gd name="connsiteY21" fmla="*/ 325184 h 4714720"/>
              <a:gd name="connsiteX22" fmla="*/ 3833412 w 5022376"/>
              <a:gd name="connsiteY22" fmla="*/ 289994 h 4714720"/>
              <a:gd name="connsiteX23" fmla="*/ 3779429 w 5022376"/>
              <a:gd name="connsiteY23" fmla="*/ 289585 h 4714720"/>
              <a:gd name="connsiteX24" fmla="*/ 1251441 w 5022376"/>
              <a:gd name="connsiteY24" fmla="*/ 289583 h 4714720"/>
              <a:gd name="connsiteX25" fmla="*/ 1197457 w 5022376"/>
              <a:gd name="connsiteY25" fmla="*/ 289992 h 4714720"/>
              <a:gd name="connsiteX26" fmla="*/ 1089235 w 5022376"/>
              <a:gd name="connsiteY26" fmla="*/ 325182 h 4714720"/>
              <a:gd name="connsiteX27" fmla="*/ 1012485 w 5022376"/>
              <a:gd name="connsiteY27" fmla="*/ 1064611 h 4714720"/>
              <a:gd name="connsiteX28" fmla="*/ 1014630 w 5022376"/>
              <a:gd name="connsiteY28" fmla="*/ 1070767 h 4714720"/>
              <a:gd name="connsiteX29" fmla="*/ 2191415 w 5022376"/>
              <a:gd name="connsiteY29" fmla="*/ 1070767 h 4714720"/>
              <a:gd name="connsiteX30" fmla="*/ 2126384 w 5022376"/>
              <a:gd name="connsiteY30" fmla="*/ 973867 h 4714720"/>
              <a:gd name="connsiteX31" fmla="*/ 1251441 w 5022376"/>
              <a:gd name="connsiteY31" fmla="*/ 289583 h 4714720"/>
              <a:gd name="connsiteX32" fmla="*/ 1167584 w 5022376"/>
              <a:gd name="connsiteY32" fmla="*/ 249 h 4714720"/>
              <a:gd name="connsiteX33" fmla="*/ 2477277 w 5022376"/>
              <a:gd name="connsiteY33" fmla="*/ 1066806 h 4714720"/>
              <a:gd name="connsiteX34" fmla="*/ 2479603 w 5022376"/>
              <a:gd name="connsiteY34" fmla="*/ 1070767 h 4714720"/>
              <a:gd name="connsiteX35" fmla="*/ 2551267 w 5022376"/>
              <a:gd name="connsiteY35" fmla="*/ 1070767 h 4714720"/>
              <a:gd name="connsiteX36" fmla="*/ 2553593 w 5022376"/>
              <a:gd name="connsiteY36" fmla="*/ 1066808 h 4714720"/>
              <a:gd name="connsiteX37" fmla="*/ 3863285 w 5022376"/>
              <a:gd name="connsiteY37" fmla="*/ 250 h 4714720"/>
              <a:gd name="connsiteX38" fmla="*/ 4101231 w 5022376"/>
              <a:gd name="connsiteY38" fmla="*/ 59300 h 4714720"/>
              <a:gd name="connsiteX39" fmla="*/ 4278272 w 5022376"/>
              <a:gd name="connsiteY39" fmla="*/ 978014 h 4714720"/>
              <a:gd name="connsiteX40" fmla="*/ 4252981 w 5022376"/>
              <a:gd name="connsiteY40" fmla="*/ 1070767 h 4714720"/>
              <a:gd name="connsiteX41" fmla="*/ 5022376 w 5022376"/>
              <a:gd name="connsiteY41" fmla="*/ 1070767 h 4714720"/>
              <a:gd name="connsiteX42" fmla="*/ 5022376 w 5022376"/>
              <a:gd name="connsiteY42" fmla="*/ 2285418 h 4714720"/>
              <a:gd name="connsiteX43" fmla="*/ 4708477 w 5022376"/>
              <a:gd name="connsiteY43" fmla="*/ 2285418 h 4714720"/>
              <a:gd name="connsiteX44" fmla="*/ 4708477 w 5022376"/>
              <a:gd name="connsiteY44" fmla="*/ 4714720 h 4714720"/>
              <a:gd name="connsiteX45" fmla="*/ 2623971 w 5022376"/>
              <a:gd name="connsiteY45" fmla="*/ 4714720 h 4714720"/>
              <a:gd name="connsiteX46" fmla="*/ 2368266 w 5022376"/>
              <a:gd name="connsiteY46" fmla="*/ 4714720 h 4714720"/>
              <a:gd name="connsiteX47" fmla="*/ 313899 w 5022376"/>
              <a:gd name="connsiteY47" fmla="*/ 4714720 h 4714720"/>
              <a:gd name="connsiteX48" fmla="*/ 313899 w 5022376"/>
              <a:gd name="connsiteY48" fmla="*/ 2285418 h 4714720"/>
              <a:gd name="connsiteX49" fmla="*/ 0 w 5022376"/>
              <a:gd name="connsiteY49" fmla="*/ 2285418 h 4714720"/>
              <a:gd name="connsiteX50" fmla="*/ 0 w 5022376"/>
              <a:gd name="connsiteY50" fmla="*/ 1070767 h 4714720"/>
              <a:gd name="connsiteX51" fmla="*/ 777889 w 5022376"/>
              <a:gd name="connsiteY51" fmla="*/ 1070767 h 4714720"/>
              <a:gd name="connsiteX52" fmla="*/ 752598 w 5022376"/>
              <a:gd name="connsiteY52" fmla="*/ 978012 h 4714720"/>
              <a:gd name="connsiteX53" fmla="*/ 929638 w 5022376"/>
              <a:gd name="connsiteY53" fmla="*/ 59298 h 4714720"/>
              <a:gd name="connsiteX54" fmla="*/ 1167584 w 5022376"/>
              <a:gd name="connsiteY54" fmla="*/ 249 h 471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022376" h="4714720">
                <a:moveTo>
                  <a:pt x="2623971" y="2297919"/>
                </a:moveTo>
                <a:lnTo>
                  <a:pt x="2623971" y="4456560"/>
                </a:lnTo>
                <a:lnTo>
                  <a:pt x="4450317" y="4456560"/>
                </a:lnTo>
                <a:lnTo>
                  <a:pt x="4450317" y="2297919"/>
                </a:lnTo>
                <a:close/>
                <a:moveTo>
                  <a:pt x="572059" y="2297919"/>
                </a:moveTo>
                <a:lnTo>
                  <a:pt x="572059" y="4456560"/>
                </a:lnTo>
                <a:lnTo>
                  <a:pt x="2368266" y="4456560"/>
                </a:lnTo>
                <a:lnTo>
                  <a:pt x="2368266" y="2297919"/>
                </a:lnTo>
                <a:close/>
                <a:moveTo>
                  <a:pt x="2623971" y="1318131"/>
                </a:moveTo>
                <a:lnTo>
                  <a:pt x="2623971" y="2038054"/>
                </a:lnTo>
                <a:lnTo>
                  <a:pt x="4775012" y="2038054"/>
                </a:lnTo>
                <a:lnTo>
                  <a:pt x="4775012" y="1318131"/>
                </a:lnTo>
                <a:close/>
                <a:moveTo>
                  <a:pt x="247364" y="1318131"/>
                </a:moveTo>
                <a:lnTo>
                  <a:pt x="247364" y="2038054"/>
                </a:lnTo>
                <a:lnTo>
                  <a:pt x="2368266" y="2038054"/>
                </a:lnTo>
                <a:lnTo>
                  <a:pt x="2368266" y="1318131"/>
                </a:lnTo>
                <a:close/>
                <a:moveTo>
                  <a:pt x="3779429" y="289585"/>
                </a:moveTo>
                <a:cubicBezTo>
                  <a:pt x="3537682" y="306905"/>
                  <a:pt x="3197995" y="569724"/>
                  <a:pt x="2904486" y="973869"/>
                </a:cubicBezTo>
                <a:lnTo>
                  <a:pt x="2839456" y="1070767"/>
                </a:lnTo>
                <a:lnTo>
                  <a:pt x="4016241" y="1070767"/>
                </a:lnTo>
                <a:lnTo>
                  <a:pt x="4018385" y="1064613"/>
                </a:lnTo>
                <a:cubicBezTo>
                  <a:pt x="4121520" y="711111"/>
                  <a:pt x="4102542" y="424906"/>
                  <a:pt x="3941634" y="325184"/>
                </a:cubicBezTo>
                <a:cubicBezTo>
                  <a:pt x="3909453" y="305239"/>
                  <a:pt x="3873118" y="293698"/>
                  <a:pt x="3833412" y="289994"/>
                </a:cubicBezTo>
                <a:cubicBezTo>
                  <a:pt x="3816041" y="288373"/>
                  <a:pt x="3798025" y="288253"/>
                  <a:pt x="3779429" y="289585"/>
                </a:cubicBezTo>
                <a:close/>
                <a:moveTo>
                  <a:pt x="1251441" y="289583"/>
                </a:moveTo>
                <a:cubicBezTo>
                  <a:pt x="1232845" y="288251"/>
                  <a:pt x="1214829" y="288372"/>
                  <a:pt x="1197457" y="289992"/>
                </a:cubicBezTo>
                <a:cubicBezTo>
                  <a:pt x="1157751" y="293696"/>
                  <a:pt x="1121417" y="305237"/>
                  <a:pt x="1089235" y="325182"/>
                </a:cubicBezTo>
                <a:cubicBezTo>
                  <a:pt x="928328" y="424904"/>
                  <a:pt x="909349" y="711109"/>
                  <a:pt x="1012485" y="1064611"/>
                </a:cubicBezTo>
                <a:lnTo>
                  <a:pt x="1014630" y="1070767"/>
                </a:lnTo>
                <a:lnTo>
                  <a:pt x="2191415" y="1070767"/>
                </a:lnTo>
                <a:lnTo>
                  <a:pt x="2126384" y="973867"/>
                </a:lnTo>
                <a:cubicBezTo>
                  <a:pt x="1832874" y="569722"/>
                  <a:pt x="1493188" y="306903"/>
                  <a:pt x="1251441" y="289583"/>
                </a:cubicBezTo>
                <a:close/>
                <a:moveTo>
                  <a:pt x="1167584" y="249"/>
                </a:moveTo>
                <a:cubicBezTo>
                  <a:pt x="1550607" y="11871"/>
                  <a:pt x="2082121" y="429203"/>
                  <a:pt x="2477277" y="1066806"/>
                </a:cubicBezTo>
                <a:lnTo>
                  <a:pt x="2479603" y="1070767"/>
                </a:lnTo>
                <a:lnTo>
                  <a:pt x="2551267" y="1070767"/>
                </a:lnTo>
                <a:lnTo>
                  <a:pt x="2553593" y="1066808"/>
                </a:lnTo>
                <a:cubicBezTo>
                  <a:pt x="2948748" y="429205"/>
                  <a:pt x="3480263" y="11873"/>
                  <a:pt x="3863285" y="250"/>
                </a:cubicBezTo>
                <a:cubicBezTo>
                  <a:pt x="3951676" y="-2432"/>
                  <a:pt x="4032158" y="16492"/>
                  <a:pt x="4101231" y="59300"/>
                </a:cubicBezTo>
                <a:cubicBezTo>
                  <a:pt x="4322842" y="196643"/>
                  <a:pt x="4376538" y="548556"/>
                  <a:pt x="4278272" y="978014"/>
                </a:cubicBezTo>
                <a:lnTo>
                  <a:pt x="4252981" y="1070767"/>
                </a:lnTo>
                <a:lnTo>
                  <a:pt x="5022376" y="1070767"/>
                </a:lnTo>
                <a:lnTo>
                  <a:pt x="5022376" y="2285418"/>
                </a:lnTo>
                <a:lnTo>
                  <a:pt x="4708477" y="2285418"/>
                </a:lnTo>
                <a:lnTo>
                  <a:pt x="4708477" y="4714720"/>
                </a:lnTo>
                <a:lnTo>
                  <a:pt x="2623971" y="4714720"/>
                </a:lnTo>
                <a:lnTo>
                  <a:pt x="2368266" y="4714720"/>
                </a:lnTo>
                <a:lnTo>
                  <a:pt x="313899" y="4714720"/>
                </a:lnTo>
                <a:lnTo>
                  <a:pt x="313899" y="2285418"/>
                </a:lnTo>
                <a:lnTo>
                  <a:pt x="0" y="2285418"/>
                </a:lnTo>
                <a:lnTo>
                  <a:pt x="0" y="1070767"/>
                </a:lnTo>
                <a:lnTo>
                  <a:pt x="777889" y="1070767"/>
                </a:lnTo>
                <a:lnTo>
                  <a:pt x="752598" y="978012"/>
                </a:lnTo>
                <a:cubicBezTo>
                  <a:pt x="654331" y="548554"/>
                  <a:pt x="708027" y="196641"/>
                  <a:pt x="929638" y="59298"/>
                </a:cubicBezTo>
                <a:cubicBezTo>
                  <a:pt x="998711" y="16490"/>
                  <a:pt x="1079193" y="-2434"/>
                  <a:pt x="1167584" y="24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3" name="任意多边形 112"/>
          <p:cNvSpPr>
            <a:spLocks noChangeAspect="1"/>
          </p:cNvSpPr>
          <p:nvPr/>
        </p:nvSpPr>
        <p:spPr>
          <a:xfrm>
            <a:off x="9561360" y="4425337"/>
            <a:ext cx="360000" cy="360000"/>
          </a:xfrm>
          <a:custGeom>
            <a:avLst/>
            <a:gdLst>
              <a:gd name="connsiteX0" fmla="*/ 2412606 w 4825213"/>
              <a:gd name="connsiteY0" fmla="*/ 466647 h 4825212"/>
              <a:gd name="connsiteX1" fmla="*/ 2086744 w 4825213"/>
              <a:gd name="connsiteY1" fmla="*/ 792508 h 4825212"/>
              <a:gd name="connsiteX2" fmla="*/ 2100550 w 4825213"/>
              <a:gd name="connsiteY2" fmla="*/ 801320 h 4825212"/>
              <a:gd name="connsiteX3" fmla="*/ 2411094 w 4825213"/>
              <a:gd name="connsiteY3" fmla="*/ 1564925 h 4825212"/>
              <a:gd name="connsiteX4" fmla="*/ 1613384 w 4825213"/>
              <a:gd name="connsiteY4" fmla="*/ 2268060 h 4825212"/>
              <a:gd name="connsiteX5" fmla="*/ 977641 w 4825213"/>
              <a:gd name="connsiteY5" fmla="*/ 1980470 h 4825212"/>
              <a:gd name="connsiteX6" fmla="*/ 944845 w 4825213"/>
              <a:gd name="connsiteY6" fmla="*/ 1934407 h 4825212"/>
              <a:gd name="connsiteX7" fmla="*/ 466647 w 4825213"/>
              <a:gd name="connsiteY7" fmla="*/ 2412606 h 4825212"/>
              <a:gd name="connsiteX8" fmla="*/ 2412606 w 4825213"/>
              <a:gd name="connsiteY8" fmla="*/ 4358565 h 4825212"/>
              <a:gd name="connsiteX9" fmla="*/ 4358566 w 4825213"/>
              <a:gd name="connsiteY9" fmla="*/ 2412605 h 4825212"/>
              <a:gd name="connsiteX10" fmla="*/ 3899276 w 4825213"/>
              <a:gd name="connsiteY10" fmla="*/ 1953317 h 4825212"/>
              <a:gd name="connsiteX11" fmla="*/ 3859716 w 4825213"/>
              <a:gd name="connsiteY11" fmla="*/ 1963948 h 4825212"/>
              <a:gd name="connsiteX12" fmla="*/ 3849149 w 4825213"/>
              <a:gd name="connsiteY12" fmla="*/ 1903189 h 4825212"/>
              <a:gd name="connsiteX13" fmla="*/ 3636185 w 4825213"/>
              <a:gd name="connsiteY13" fmla="*/ 1690225 h 4825212"/>
              <a:gd name="connsiteX14" fmla="*/ 3684778 w 4825213"/>
              <a:gd name="connsiteY14" fmla="*/ 1695124 h 4825212"/>
              <a:gd name="connsiteX15" fmla="*/ 3987874 w 4825213"/>
              <a:gd name="connsiteY15" fmla="*/ 1602541 h 4825212"/>
              <a:gd name="connsiteX16" fmla="*/ 4002818 w 4825213"/>
              <a:gd name="connsiteY16" fmla="*/ 1590212 h 4825212"/>
              <a:gd name="connsiteX17" fmla="*/ 4005183 w 4825213"/>
              <a:gd name="connsiteY17" fmla="*/ 1592576 h 4825212"/>
              <a:gd name="connsiteX18" fmla="*/ 4058414 w 4825213"/>
              <a:gd name="connsiteY18" fmla="*/ 1554609 h 4825212"/>
              <a:gd name="connsiteX19" fmla="*/ 4241413 w 4825213"/>
              <a:gd name="connsiteY19" fmla="*/ 1148117 h 4825212"/>
              <a:gd name="connsiteX20" fmla="*/ 4109726 w 4825213"/>
              <a:gd name="connsiteY20" fmla="*/ 810825 h 4825212"/>
              <a:gd name="connsiteX21" fmla="*/ 4074688 w 4825213"/>
              <a:gd name="connsiteY21" fmla="*/ 777673 h 4825212"/>
              <a:gd name="connsiteX22" fmla="*/ 4068104 w 4825213"/>
              <a:gd name="connsiteY22" fmla="*/ 769693 h 4825212"/>
              <a:gd name="connsiteX23" fmla="*/ 4053653 w 4825213"/>
              <a:gd name="connsiteY23" fmla="*/ 757770 h 4825212"/>
              <a:gd name="connsiteX24" fmla="*/ 4043854 w 4825213"/>
              <a:gd name="connsiteY24" fmla="*/ 748498 h 4825212"/>
              <a:gd name="connsiteX25" fmla="*/ 4036661 w 4825213"/>
              <a:gd name="connsiteY25" fmla="*/ 743751 h 4825212"/>
              <a:gd name="connsiteX26" fmla="*/ 3987874 w 4825213"/>
              <a:gd name="connsiteY26" fmla="*/ 703497 h 4825212"/>
              <a:gd name="connsiteX27" fmla="*/ 3684778 w 4825213"/>
              <a:gd name="connsiteY27" fmla="*/ 610914 h 4825212"/>
              <a:gd name="connsiteX28" fmla="*/ 3142674 w 4825213"/>
              <a:gd name="connsiteY28" fmla="*/ 1153019 h 4825212"/>
              <a:gd name="connsiteX29" fmla="*/ 3147572 w 4825213"/>
              <a:gd name="connsiteY29" fmla="*/ 1201612 h 4825212"/>
              <a:gd name="connsiteX30" fmla="*/ 2412606 w 4825213"/>
              <a:gd name="connsiteY30" fmla="*/ 0 h 4825212"/>
              <a:gd name="connsiteX31" fmla="*/ 3071110 w 4825213"/>
              <a:gd name="connsiteY31" fmla="*/ 658504 h 4825212"/>
              <a:gd name="connsiteX32" fmla="*/ 3163799 w 4825213"/>
              <a:gd name="connsiteY32" fmla="*/ 556498 h 4825212"/>
              <a:gd name="connsiteX33" fmla="*/ 3830504 w 4825213"/>
              <a:gd name="connsiteY33" fmla="*/ 346603 h 4825212"/>
              <a:gd name="connsiteX34" fmla="*/ 4537845 w 4825213"/>
              <a:gd name="connsiteY34" fmla="*/ 1142764 h 4825212"/>
              <a:gd name="connsiteX35" fmla="*/ 4250913 w 4825213"/>
              <a:gd name="connsiteY35" fmla="*/ 1780119 h 4825212"/>
              <a:gd name="connsiteX36" fmla="*/ 4216949 w 4825213"/>
              <a:gd name="connsiteY36" fmla="*/ 1804343 h 4825212"/>
              <a:gd name="connsiteX37" fmla="*/ 4825213 w 4825213"/>
              <a:gd name="connsiteY37" fmla="*/ 2412605 h 4825212"/>
              <a:gd name="connsiteX38" fmla="*/ 2412606 w 4825213"/>
              <a:gd name="connsiteY38" fmla="*/ 4825212 h 4825212"/>
              <a:gd name="connsiteX39" fmla="*/ 0 w 4825213"/>
              <a:gd name="connsiteY39" fmla="*/ 2412606 h 4825212"/>
              <a:gd name="connsiteX40" fmla="*/ 800347 w 4825213"/>
              <a:gd name="connsiteY40" fmla="*/ 1612260 h 4825212"/>
              <a:gd name="connsiteX41" fmla="*/ 794340 w 4825213"/>
              <a:gd name="connsiteY41" fmla="*/ 1589894 h 4825212"/>
              <a:gd name="connsiteX42" fmla="*/ 828685 w 4825213"/>
              <a:gd name="connsiteY42" fmla="*/ 1583921 h 4825212"/>
              <a:gd name="connsiteX43" fmla="*/ 1025379 w 4825213"/>
              <a:gd name="connsiteY43" fmla="*/ 1387227 h 4825212"/>
              <a:gd name="connsiteX44" fmla="*/ 1022138 w 4825213"/>
              <a:gd name="connsiteY44" fmla="*/ 1419367 h 4825212"/>
              <a:gd name="connsiteX45" fmla="*/ 1454991 w 4825213"/>
              <a:gd name="connsiteY45" fmla="*/ 1950458 h 4825212"/>
              <a:gd name="connsiteX46" fmla="*/ 1465403 w 4825213"/>
              <a:gd name="connsiteY46" fmla="*/ 1951508 h 4825212"/>
              <a:gd name="connsiteX47" fmla="*/ 1491549 w 4825213"/>
              <a:gd name="connsiteY47" fmla="*/ 1960198 h 4825212"/>
              <a:gd name="connsiteX48" fmla="*/ 1608806 w 4825213"/>
              <a:gd name="connsiteY48" fmla="*/ 1971615 h 4825212"/>
              <a:gd name="connsiteX49" fmla="*/ 2117569 w 4825213"/>
              <a:gd name="connsiteY49" fmla="*/ 1523170 h 4825212"/>
              <a:gd name="connsiteX50" fmla="*/ 2083181 w 4825213"/>
              <a:gd name="connsiteY50" fmla="*/ 1250157 h 4825212"/>
              <a:gd name="connsiteX51" fmla="*/ 2065713 w 4825213"/>
              <a:gd name="connsiteY51" fmla="*/ 1214686 h 4825212"/>
              <a:gd name="connsiteX52" fmla="*/ 2063748 w 4825213"/>
              <a:gd name="connsiteY52" fmla="*/ 1208355 h 4825212"/>
              <a:gd name="connsiteX53" fmla="*/ 1564243 w 4825213"/>
              <a:gd name="connsiteY53" fmla="*/ 877262 h 4825212"/>
              <a:gd name="connsiteX54" fmla="*/ 1532104 w 4825213"/>
              <a:gd name="connsiteY54" fmla="*/ 880502 h 482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825213" h="4825212">
                <a:moveTo>
                  <a:pt x="2412606" y="466647"/>
                </a:moveTo>
                <a:lnTo>
                  <a:pt x="2086744" y="792508"/>
                </a:lnTo>
                <a:lnTo>
                  <a:pt x="2100550" y="801320"/>
                </a:lnTo>
                <a:cubicBezTo>
                  <a:pt x="2328289" y="976981"/>
                  <a:pt x="2453632" y="1265895"/>
                  <a:pt x="2411094" y="1564925"/>
                </a:cubicBezTo>
                <a:cubicBezTo>
                  <a:pt x="2354377" y="1963632"/>
                  <a:pt x="2016056" y="2261841"/>
                  <a:pt x="1613384" y="2268060"/>
                </a:cubicBezTo>
                <a:cubicBezTo>
                  <a:pt x="1361714" y="2271947"/>
                  <a:pt x="1131647" y="2161053"/>
                  <a:pt x="977641" y="1980470"/>
                </a:cubicBezTo>
                <a:lnTo>
                  <a:pt x="944845" y="1934407"/>
                </a:lnTo>
                <a:lnTo>
                  <a:pt x="466647" y="2412606"/>
                </a:lnTo>
                <a:lnTo>
                  <a:pt x="2412606" y="4358565"/>
                </a:lnTo>
                <a:lnTo>
                  <a:pt x="4358566" y="2412605"/>
                </a:lnTo>
                <a:lnTo>
                  <a:pt x="3899276" y="1953317"/>
                </a:lnTo>
                <a:lnTo>
                  <a:pt x="3859716" y="1963948"/>
                </a:lnTo>
                <a:lnTo>
                  <a:pt x="3849149" y="1903189"/>
                </a:lnTo>
                <a:lnTo>
                  <a:pt x="3636185" y="1690225"/>
                </a:lnTo>
                <a:lnTo>
                  <a:pt x="3684778" y="1695124"/>
                </a:lnTo>
                <a:cubicBezTo>
                  <a:pt x="3797051" y="1695124"/>
                  <a:pt x="3901354" y="1660993"/>
                  <a:pt x="3987874" y="1602541"/>
                </a:cubicBezTo>
                <a:lnTo>
                  <a:pt x="4002818" y="1590212"/>
                </a:lnTo>
                <a:lnTo>
                  <a:pt x="4005183" y="1592576"/>
                </a:lnTo>
                <a:lnTo>
                  <a:pt x="4058414" y="1554609"/>
                </a:lnTo>
                <a:cubicBezTo>
                  <a:pt x="4173694" y="1456096"/>
                  <a:pt x="4244318" y="1308944"/>
                  <a:pt x="4241413" y="1148117"/>
                </a:cubicBezTo>
                <a:cubicBezTo>
                  <a:pt x="4239089" y="1019455"/>
                  <a:pt x="4190054" y="901240"/>
                  <a:pt x="4109726" y="810825"/>
                </a:cubicBezTo>
                <a:lnTo>
                  <a:pt x="4074688" y="777673"/>
                </a:lnTo>
                <a:lnTo>
                  <a:pt x="4068104" y="769693"/>
                </a:lnTo>
                <a:lnTo>
                  <a:pt x="4053653" y="757770"/>
                </a:lnTo>
                <a:lnTo>
                  <a:pt x="4043854" y="748498"/>
                </a:lnTo>
                <a:lnTo>
                  <a:pt x="4036661" y="743751"/>
                </a:lnTo>
                <a:lnTo>
                  <a:pt x="3987874" y="703497"/>
                </a:lnTo>
                <a:cubicBezTo>
                  <a:pt x="3901354" y="645045"/>
                  <a:pt x="3797051" y="610914"/>
                  <a:pt x="3684778" y="610914"/>
                </a:cubicBezTo>
                <a:cubicBezTo>
                  <a:pt x="3385382" y="610914"/>
                  <a:pt x="3142674" y="853623"/>
                  <a:pt x="3142674" y="1153019"/>
                </a:cubicBezTo>
                <a:lnTo>
                  <a:pt x="3147572" y="1201612"/>
                </a:lnTo>
                <a:close/>
                <a:moveTo>
                  <a:pt x="2412606" y="0"/>
                </a:moveTo>
                <a:lnTo>
                  <a:pt x="3071110" y="658504"/>
                </a:lnTo>
                <a:lnTo>
                  <a:pt x="3163799" y="556498"/>
                </a:lnTo>
                <a:cubicBezTo>
                  <a:pt x="3338470" y="395189"/>
                  <a:pt x="3580628" y="312390"/>
                  <a:pt x="3830504" y="346603"/>
                </a:cubicBezTo>
                <a:cubicBezTo>
                  <a:pt x="4230306" y="401343"/>
                  <a:pt x="4530558" y="739297"/>
                  <a:pt x="4537845" y="1142764"/>
                </a:cubicBezTo>
                <a:cubicBezTo>
                  <a:pt x="4542400" y="1394930"/>
                  <a:pt x="4431666" y="1625655"/>
                  <a:pt x="4250913" y="1780119"/>
                </a:cubicBezTo>
                <a:lnTo>
                  <a:pt x="4216949" y="1804343"/>
                </a:lnTo>
                <a:lnTo>
                  <a:pt x="4825213" y="2412605"/>
                </a:lnTo>
                <a:lnTo>
                  <a:pt x="2412606" y="4825212"/>
                </a:lnTo>
                <a:lnTo>
                  <a:pt x="0" y="2412606"/>
                </a:lnTo>
                <a:lnTo>
                  <a:pt x="800347" y="1612260"/>
                </a:lnTo>
                <a:lnTo>
                  <a:pt x="794340" y="1589894"/>
                </a:lnTo>
                <a:lnTo>
                  <a:pt x="828685" y="1583921"/>
                </a:lnTo>
                <a:lnTo>
                  <a:pt x="1025379" y="1387227"/>
                </a:lnTo>
                <a:lnTo>
                  <a:pt x="1022138" y="1419367"/>
                </a:lnTo>
                <a:cubicBezTo>
                  <a:pt x="1022138" y="1681339"/>
                  <a:pt x="1207963" y="1899909"/>
                  <a:pt x="1454991" y="1950458"/>
                </a:cubicBezTo>
                <a:lnTo>
                  <a:pt x="1465403" y="1951508"/>
                </a:lnTo>
                <a:lnTo>
                  <a:pt x="1491549" y="1960198"/>
                </a:lnTo>
                <a:cubicBezTo>
                  <a:pt x="1529411" y="1968280"/>
                  <a:pt x="1568678" y="1972236"/>
                  <a:pt x="1608806" y="1971615"/>
                </a:cubicBezTo>
                <a:cubicBezTo>
                  <a:pt x="1865622" y="1967649"/>
                  <a:pt x="2081396" y="1777457"/>
                  <a:pt x="2117569" y="1523170"/>
                </a:cubicBezTo>
                <a:cubicBezTo>
                  <a:pt x="2131134" y="1427812"/>
                  <a:pt x="2117931" y="1334067"/>
                  <a:pt x="2083181" y="1250157"/>
                </a:cubicBezTo>
                <a:lnTo>
                  <a:pt x="2065713" y="1214686"/>
                </a:lnTo>
                <a:lnTo>
                  <a:pt x="2063748" y="1208355"/>
                </a:lnTo>
                <a:cubicBezTo>
                  <a:pt x="1981452" y="1013786"/>
                  <a:pt x="1788791" y="877262"/>
                  <a:pt x="1564243" y="877262"/>
                </a:cubicBezTo>
                <a:lnTo>
                  <a:pt x="1532104" y="8805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任意多边形 113"/>
          <p:cNvSpPr>
            <a:spLocks noChangeAspect="1"/>
          </p:cNvSpPr>
          <p:nvPr/>
        </p:nvSpPr>
        <p:spPr>
          <a:xfrm>
            <a:off x="10354474" y="4425337"/>
            <a:ext cx="389060" cy="360000"/>
          </a:xfrm>
          <a:custGeom>
            <a:avLst/>
            <a:gdLst>
              <a:gd name="connsiteX0" fmla="*/ 2261704 w 5714567"/>
              <a:gd name="connsiteY0" fmla="*/ 723493 h 5287728"/>
              <a:gd name="connsiteX1" fmla="*/ 528648 w 5714567"/>
              <a:gd name="connsiteY1" fmla="*/ 2142698 h 5287728"/>
              <a:gd name="connsiteX2" fmla="*/ 2261704 w 5714567"/>
              <a:gd name="connsiteY2" fmla="*/ 3561902 h 5287728"/>
              <a:gd name="connsiteX3" fmla="*/ 2261704 w 5714567"/>
              <a:gd name="connsiteY3" fmla="*/ 2838736 h 5287728"/>
              <a:gd name="connsiteX4" fmla="*/ 2282037 w 5714567"/>
              <a:gd name="connsiteY4" fmla="*/ 2838736 h 5287728"/>
              <a:gd name="connsiteX5" fmla="*/ 2280365 w 5714567"/>
              <a:gd name="connsiteY5" fmla="*/ 2826377 h 5287728"/>
              <a:gd name="connsiteX6" fmla="*/ 5228707 w 5714567"/>
              <a:gd name="connsiteY6" fmla="*/ 3947068 h 5287728"/>
              <a:gd name="connsiteX7" fmla="*/ 5325709 w 5714567"/>
              <a:gd name="connsiteY7" fmla="*/ 4069290 h 5287728"/>
              <a:gd name="connsiteX8" fmla="*/ 5266957 w 5714567"/>
              <a:gd name="connsiteY8" fmla="*/ 3797591 h 5287728"/>
              <a:gd name="connsiteX9" fmla="*/ 4503083 w 5714567"/>
              <a:gd name="connsiteY9" fmla="*/ 2479615 h 5287728"/>
              <a:gd name="connsiteX10" fmla="*/ 2266158 w 5714567"/>
              <a:gd name="connsiteY10" fmla="*/ 1617310 h 5287728"/>
              <a:gd name="connsiteX11" fmla="*/ 2264474 w 5714567"/>
              <a:gd name="connsiteY11" fmla="*/ 1583141 h 5287728"/>
              <a:gd name="connsiteX12" fmla="*/ 2261704 w 5714567"/>
              <a:gd name="connsiteY12" fmla="*/ 1583141 h 5287728"/>
              <a:gd name="connsiteX13" fmla="*/ 2261704 w 5714567"/>
              <a:gd name="connsiteY13" fmla="*/ 1526964 h 5287728"/>
              <a:gd name="connsiteX14" fmla="*/ 2249196 w 5714567"/>
              <a:gd name="connsiteY14" fmla="*/ 1273250 h 5287728"/>
              <a:gd name="connsiteX15" fmla="*/ 2261704 w 5714567"/>
              <a:gd name="connsiteY15" fmla="*/ 1272964 h 5287728"/>
              <a:gd name="connsiteX16" fmla="*/ 2616547 w 5714567"/>
              <a:gd name="connsiteY16" fmla="*/ 0 h 5287728"/>
              <a:gd name="connsiteX17" fmla="*/ 2616547 w 5714567"/>
              <a:gd name="connsiteY17" fmla="*/ 432911 h 5287728"/>
              <a:gd name="connsiteX18" fmla="*/ 2595220 w 5714567"/>
              <a:gd name="connsiteY18" fmla="*/ 450375 h 5287728"/>
              <a:gd name="connsiteX19" fmla="*/ 2616547 w 5714567"/>
              <a:gd name="connsiteY19" fmla="*/ 450375 h 5287728"/>
              <a:gd name="connsiteX20" fmla="*/ 2616547 w 5714567"/>
              <a:gd name="connsiteY20" fmla="*/ 1276039 h 5287728"/>
              <a:gd name="connsiteX21" fmla="*/ 2768896 w 5714567"/>
              <a:gd name="connsiteY21" fmla="*/ 1288582 h 5287728"/>
              <a:gd name="connsiteX22" fmla="*/ 4746600 w 5714567"/>
              <a:gd name="connsiteY22" fmla="*/ 2235967 h 5287728"/>
              <a:gd name="connsiteX23" fmla="*/ 5714567 w 5714567"/>
              <a:gd name="connsiteY23" fmla="*/ 4558616 h 5287728"/>
              <a:gd name="connsiteX24" fmla="*/ 5711079 w 5714567"/>
              <a:gd name="connsiteY24" fmla="*/ 4714522 h 5287728"/>
              <a:gd name="connsiteX25" fmla="*/ 5711608 w 5714567"/>
              <a:gd name="connsiteY25" fmla="*/ 4714522 h 5287728"/>
              <a:gd name="connsiteX26" fmla="*/ 5711608 w 5714567"/>
              <a:gd name="connsiteY26" fmla="*/ 5287728 h 5287728"/>
              <a:gd name="connsiteX27" fmla="*/ 5359293 w 5714567"/>
              <a:gd name="connsiteY27" fmla="*/ 4714522 h 5287728"/>
              <a:gd name="connsiteX28" fmla="*/ 5361374 w 5714567"/>
              <a:gd name="connsiteY28" fmla="*/ 4714522 h 5287728"/>
              <a:gd name="connsiteX29" fmla="*/ 5272325 w 5714567"/>
              <a:gd name="connsiteY29" fmla="*/ 4555277 h 5287728"/>
              <a:gd name="connsiteX30" fmla="*/ 2789898 w 5714567"/>
              <a:gd name="connsiteY30" fmla="*/ 3119708 h 5287728"/>
              <a:gd name="connsiteX31" fmla="*/ 2616547 w 5714567"/>
              <a:gd name="connsiteY31" fmla="*/ 3122652 h 5287728"/>
              <a:gd name="connsiteX32" fmla="*/ 2616547 w 5714567"/>
              <a:gd name="connsiteY32" fmla="*/ 3971501 h 5287728"/>
              <a:gd name="connsiteX33" fmla="*/ 2616547 w 5714567"/>
              <a:gd name="connsiteY33" fmla="*/ 3971501 h 5287728"/>
              <a:gd name="connsiteX34" fmla="*/ 2616547 w 5714567"/>
              <a:gd name="connsiteY34" fmla="*/ 4285396 h 5287728"/>
              <a:gd name="connsiteX35" fmla="*/ 0 w 5714567"/>
              <a:gd name="connsiteY35" fmla="*/ 2142698 h 528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4567" h="5287728">
                <a:moveTo>
                  <a:pt x="2261704" y="723493"/>
                </a:moveTo>
                <a:lnTo>
                  <a:pt x="528648" y="2142698"/>
                </a:lnTo>
                <a:lnTo>
                  <a:pt x="2261704" y="3561902"/>
                </a:lnTo>
                <a:lnTo>
                  <a:pt x="2261704" y="2838736"/>
                </a:lnTo>
                <a:lnTo>
                  <a:pt x="2282037" y="2838736"/>
                </a:lnTo>
                <a:lnTo>
                  <a:pt x="2280365" y="2826377"/>
                </a:lnTo>
                <a:cubicBezTo>
                  <a:pt x="3406126" y="2674048"/>
                  <a:pt x="4510716" y="3111086"/>
                  <a:pt x="5228707" y="3947068"/>
                </a:cubicBezTo>
                <a:lnTo>
                  <a:pt x="5325709" y="4069290"/>
                </a:lnTo>
                <a:lnTo>
                  <a:pt x="5266957" y="3797591"/>
                </a:lnTo>
                <a:cubicBezTo>
                  <a:pt x="5133096" y="3304141"/>
                  <a:pt x="4872174" y="2848506"/>
                  <a:pt x="4503083" y="2479615"/>
                </a:cubicBezTo>
                <a:cubicBezTo>
                  <a:pt x="3912538" y="1889390"/>
                  <a:pt x="3100076" y="1576196"/>
                  <a:pt x="2266158" y="1617310"/>
                </a:cubicBezTo>
                <a:lnTo>
                  <a:pt x="2264474" y="1583141"/>
                </a:lnTo>
                <a:lnTo>
                  <a:pt x="2261704" y="1583141"/>
                </a:lnTo>
                <a:lnTo>
                  <a:pt x="2261704" y="1526964"/>
                </a:lnTo>
                <a:lnTo>
                  <a:pt x="2249196" y="1273250"/>
                </a:lnTo>
                <a:lnTo>
                  <a:pt x="2261704" y="1272964"/>
                </a:lnTo>
                <a:close/>
                <a:moveTo>
                  <a:pt x="2616547" y="0"/>
                </a:moveTo>
                <a:lnTo>
                  <a:pt x="2616547" y="432911"/>
                </a:lnTo>
                <a:lnTo>
                  <a:pt x="2595220" y="450375"/>
                </a:lnTo>
                <a:lnTo>
                  <a:pt x="2616547" y="450375"/>
                </a:lnTo>
                <a:lnTo>
                  <a:pt x="2616547" y="1276039"/>
                </a:lnTo>
                <a:lnTo>
                  <a:pt x="2768896" y="1288582"/>
                </a:lnTo>
                <a:cubicBezTo>
                  <a:pt x="3511661" y="1369347"/>
                  <a:pt x="4210910" y="1700566"/>
                  <a:pt x="4746600" y="2235967"/>
                </a:cubicBezTo>
                <a:cubicBezTo>
                  <a:pt x="5364704" y="2853737"/>
                  <a:pt x="5711089" y="3689410"/>
                  <a:pt x="5714567" y="4558616"/>
                </a:cubicBezTo>
                <a:lnTo>
                  <a:pt x="5711079" y="4714522"/>
                </a:lnTo>
                <a:lnTo>
                  <a:pt x="5711608" y="4714522"/>
                </a:lnTo>
                <a:lnTo>
                  <a:pt x="5711608" y="5287728"/>
                </a:lnTo>
                <a:lnTo>
                  <a:pt x="5359293" y="4714522"/>
                </a:lnTo>
                <a:lnTo>
                  <a:pt x="5361374" y="4714522"/>
                </a:lnTo>
                <a:lnTo>
                  <a:pt x="5272325" y="4555277"/>
                </a:lnTo>
                <a:cubicBezTo>
                  <a:pt x="4742260" y="3679501"/>
                  <a:pt x="3801670" y="3142035"/>
                  <a:pt x="2789898" y="3119708"/>
                </a:cubicBezTo>
                <a:lnTo>
                  <a:pt x="2616547" y="3122652"/>
                </a:lnTo>
                <a:lnTo>
                  <a:pt x="2616547" y="3971501"/>
                </a:lnTo>
                <a:lnTo>
                  <a:pt x="2616547" y="3971501"/>
                </a:lnTo>
                <a:lnTo>
                  <a:pt x="2616547" y="4285396"/>
                </a:lnTo>
                <a:lnTo>
                  <a:pt x="0" y="214269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任意多边形 114"/>
          <p:cNvSpPr>
            <a:spLocks noChangeAspect="1"/>
          </p:cNvSpPr>
          <p:nvPr/>
        </p:nvSpPr>
        <p:spPr>
          <a:xfrm flipH="1">
            <a:off x="11162119" y="4425337"/>
            <a:ext cx="389060" cy="360000"/>
          </a:xfrm>
          <a:custGeom>
            <a:avLst/>
            <a:gdLst>
              <a:gd name="connsiteX0" fmla="*/ 2261704 w 5714567"/>
              <a:gd name="connsiteY0" fmla="*/ 723493 h 5287728"/>
              <a:gd name="connsiteX1" fmla="*/ 528648 w 5714567"/>
              <a:gd name="connsiteY1" fmla="*/ 2142698 h 5287728"/>
              <a:gd name="connsiteX2" fmla="*/ 2261704 w 5714567"/>
              <a:gd name="connsiteY2" fmla="*/ 3561902 h 5287728"/>
              <a:gd name="connsiteX3" fmla="*/ 2261704 w 5714567"/>
              <a:gd name="connsiteY3" fmla="*/ 2838736 h 5287728"/>
              <a:gd name="connsiteX4" fmla="*/ 2282037 w 5714567"/>
              <a:gd name="connsiteY4" fmla="*/ 2838736 h 5287728"/>
              <a:gd name="connsiteX5" fmla="*/ 2280365 w 5714567"/>
              <a:gd name="connsiteY5" fmla="*/ 2826377 h 5287728"/>
              <a:gd name="connsiteX6" fmla="*/ 5228707 w 5714567"/>
              <a:gd name="connsiteY6" fmla="*/ 3947068 h 5287728"/>
              <a:gd name="connsiteX7" fmla="*/ 5325709 w 5714567"/>
              <a:gd name="connsiteY7" fmla="*/ 4069290 h 5287728"/>
              <a:gd name="connsiteX8" fmla="*/ 5266957 w 5714567"/>
              <a:gd name="connsiteY8" fmla="*/ 3797591 h 5287728"/>
              <a:gd name="connsiteX9" fmla="*/ 4503083 w 5714567"/>
              <a:gd name="connsiteY9" fmla="*/ 2479615 h 5287728"/>
              <a:gd name="connsiteX10" fmla="*/ 2266158 w 5714567"/>
              <a:gd name="connsiteY10" fmla="*/ 1617310 h 5287728"/>
              <a:gd name="connsiteX11" fmla="*/ 2264474 w 5714567"/>
              <a:gd name="connsiteY11" fmla="*/ 1583141 h 5287728"/>
              <a:gd name="connsiteX12" fmla="*/ 2261704 w 5714567"/>
              <a:gd name="connsiteY12" fmla="*/ 1583141 h 5287728"/>
              <a:gd name="connsiteX13" fmla="*/ 2261704 w 5714567"/>
              <a:gd name="connsiteY13" fmla="*/ 1526964 h 5287728"/>
              <a:gd name="connsiteX14" fmla="*/ 2249196 w 5714567"/>
              <a:gd name="connsiteY14" fmla="*/ 1273250 h 5287728"/>
              <a:gd name="connsiteX15" fmla="*/ 2261704 w 5714567"/>
              <a:gd name="connsiteY15" fmla="*/ 1272964 h 5287728"/>
              <a:gd name="connsiteX16" fmla="*/ 2616547 w 5714567"/>
              <a:gd name="connsiteY16" fmla="*/ 0 h 5287728"/>
              <a:gd name="connsiteX17" fmla="*/ 2616547 w 5714567"/>
              <a:gd name="connsiteY17" fmla="*/ 432911 h 5287728"/>
              <a:gd name="connsiteX18" fmla="*/ 2595220 w 5714567"/>
              <a:gd name="connsiteY18" fmla="*/ 450375 h 5287728"/>
              <a:gd name="connsiteX19" fmla="*/ 2616547 w 5714567"/>
              <a:gd name="connsiteY19" fmla="*/ 450375 h 5287728"/>
              <a:gd name="connsiteX20" fmla="*/ 2616547 w 5714567"/>
              <a:gd name="connsiteY20" fmla="*/ 1276039 h 5287728"/>
              <a:gd name="connsiteX21" fmla="*/ 2768896 w 5714567"/>
              <a:gd name="connsiteY21" fmla="*/ 1288582 h 5287728"/>
              <a:gd name="connsiteX22" fmla="*/ 4746600 w 5714567"/>
              <a:gd name="connsiteY22" fmla="*/ 2235967 h 5287728"/>
              <a:gd name="connsiteX23" fmla="*/ 5714567 w 5714567"/>
              <a:gd name="connsiteY23" fmla="*/ 4558616 h 5287728"/>
              <a:gd name="connsiteX24" fmla="*/ 5711079 w 5714567"/>
              <a:gd name="connsiteY24" fmla="*/ 4714522 h 5287728"/>
              <a:gd name="connsiteX25" fmla="*/ 5711608 w 5714567"/>
              <a:gd name="connsiteY25" fmla="*/ 4714522 h 5287728"/>
              <a:gd name="connsiteX26" fmla="*/ 5711608 w 5714567"/>
              <a:gd name="connsiteY26" fmla="*/ 5287728 h 5287728"/>
              <a:gd name="connsiteX27" fmla="*/ 5359293 w 5714567"/>
              <a:gd name="connsiteY27" fmla="*/ 4714522 h 5287728"/>
              <a:gd name="connsiteX28" fmla="*/ 5361374 w 5714567"/>
              <a:gd name="connsiteY28" fmla="*/ 4714522 h 5287728"/>
              <a:gd name="connsiteX29" fmla="*/ 5272325 w 5714567"/>
              <a:gd name="connsiteY29" fmla="*/ 4555277 h 5287728"/>
              <a:gd name="connsiteX30" fmla="*/ 2789898 w 5714567"/>
              <a:gd name="connsiteY30" fmla="*/ 3119708 h 5287728"/>
              <a:gd name="connsiteX31" fmla="*/ 2616547 w 5714567"/>
              <a:gd name="connsiteY31" fmla="*/ 3122652 h 5287728"/>
              <a:gd name="connsiteX32" fmla="*/ 2616547 w 5714567"/>
              <a:gd name="connsiteY32" fmla="*/ 3971501 h 5287728"/>
              <a:gd name="connsiteX33" fmla="*/ 2616547 w 5714567"/>
              <a:gd name="connsiteY33" fmla="*/ 3971501 h 5287728"/>
              <a:gd name="connsiteX34" fmla="*/ 2616547 w 5714567"/>
              <a:gd name="connsiteY34" fmla="*/ 4285396 h 5287728"/>
              <a:gd name="connsiteX35" fmla="*/ 0 w 5714567"/>
              <a:gd name="connsiteY35" fmla="*/ 2142698 h 528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4567" h="5287728">
                <a:moveTo>
                  <a:pt x="2261704" y="723493"/>
                </a:moveTo>
                <a:lnTo>
                  <a:pt x="528648" y="2142698"/>
                </a:lnTo>
                <a:lnTo>
                  <a:pt x="2261704" y="3561902"/>
                </a:lnTo>
                <a:lnTo>
                  <a:pt x="2261704" y="2838736"/>
                </a:lnTo>
                <a:lnTo>
                  <a:pt x="2282037" y="2838736"/>
                </a:lnTo>
                <a:lnTo>
                  <a:pt x="2280365" y="2826377"/>
                </a:lnTo>
                <a:cubicBezTo>
                  <a:pt x="3406126" y="2674048"/>
                  <a:pt x="4510716" y="3111086"/>
                  <a:pt x="5228707" y="3947068"/>
                </a:cubicBezTo>
                <a:lnTo>
                  <a:pt x="5325709" y="4069290"/>
                </a:lnTo>
                <a:lnTo>
                  <a:pt x="5266957" y="3797591"/>
                </a:lnTo>
                <a:cubicBezTo>
                  <a:pt x="5133096" y="3304141"/>
                  <a:pt x="4872174" y="2848506"/>
                  <a:pt x="4503083" y="2479615"/>
                </a:cubicBezTo>
                <a:cubicBezTo>
                  <a:pt x="3912538" y="1889390"/>
                  <a:pt x="3100076" y="1576196"/>
                  <a:pt x="2266158" y="1617310"/>
                </a:cubicBezTo>
                <a:lnTo>
                  <a:pt x="2264474" y="1583141"/>
                </a:lnTo>
                <a:lnTo>
                  <a:pt x="2261704" y="1583141"/>
                </a:lnTo>
                <a:lnTo>
                  <a:pt x="2261704" y="1526964"/>
                </a:lnTo>
                <a:lnTo>
                  <a:pt x="2249196" y="1273250"/>
                </a:lnTo>
                <a:lnTo>
                  <a:pt x="2261704" y="1272964"/>
                </a:lnTo>
                <a:close/>
                <a:moveTo>
                  <a:pt x="2616547" y="0"/>
                </a:moveTo>
                <a:lnTo>
                  <a:pt x="2616547" y="432911"/>
                </a:lnTo>
                <a:lnTo>
                  <a:pt x="2595220" y="450375"/>
                </a:lnTo>
                <a:lnTo>
                  <a:pt x="2616547" y="450375"/>
                </a:lnTo>
                <a:lnTo>
                  <a:pt x="2616547" y="1276039"/>
                </a:lnTo>
                <a:lnTo>
                  <a:pt x="2768896" y="1288582"/>
                </a:lnTo>
                <a:cubicBezTo>
                  <a:pt x="3511661" y="1369347"/>
                  <a:pt x="4210910" y="1700566"/>
                  <a:pt x="4746600" y="2235967"/>
                </a:cubicBezTo>
                <a:cubicBezTo>
                  <a:pt x="5364704" y="2853737"/>
                  <a:pt x="5711089" y="3689410"/>
                  <a:pt x="5714567" y="4558616"/>
                </a:cubicBezTo>
                <a:lnTo>
                  <a:pt x="5711079" y="4714522"/>
                </a:lnTo>
                <a:lnTo>
                  <a:pt x="5711608" y="4714522"/>
                </a:lnTo>
                <a:lnTo>
                  <a:pt x="5711608" y="5287728"/>
                </a:lnTo>
                <a:lnTo>
                  <a:pt x="5359293" y="4714522"/>
                </a:lnTo>
                <a:lnTo>
                  <a:pt x="5361374" y="4714522"/>
                </a:lnTo>
                <a:lnTo>
                  <a:pt x="5272325" y="4555277"/>
                </a:lnTo>
                <a:cubicBezTo>
                  <a:pt x="4742260" y="3679501"/>
                  <a:pt x="3801670" y="3142035"/>
                  <a:pt x="2789898" y="3119708"/>
                </a:cubicBezTo>
                <a:lnTo>
                  <a:pt x="2616547" y="3122652"/>
                </a:lnTo>
                <a:lnTo>
                  <a:pt x="2616547" y="3971501"/>
                </a:lnTo>
                <a:lnTo>
                  <a:pt x="2616547" y="3971501"/>
                </a:lnTo>
                <a:lnTo>
                  <a:pt x="2616547" y="4285396"/>
                </a:lnTo>
                <a:lnTo>
                  <a:pt x="0" y="214269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任意多边形 117"/>
          <p:cNvSpPr>
            <a:spLocks noChangeAspect="1"/>
          </p:cNvSpPr>
          <p:nvPr/>
        </p:nvSpPr>
        <p:spPr>
          <a:xfrm>
            <a:off x="8735978" y="5213606"/>
            <a:ext cx="395476" cy="360000"/>
          </a:xfrm>
          <a:custGeom>
            <a:avLst/>
            <a:gdLst>
              <a:gd name="connsiteX0" fmla="*/ 4248264 w 5367380"/>
              <a:gd name="connsiteY0" fmla="*/ 2870283 h 4885899"/>
              <a:gd name="connsiteX1" fmla="*/ 4248263 w 5367380"/>
              <a:gd name="connsiteY1" fmla="*/ 4499950 h 4885899"/>
              <a:gd name="connsiteX2" fmla="*/ 4981432 w 5367380"/>
              <a:gd name="connsiteY2" fmla="*/ 4499951 h 4885899"/>
              <a:gd name="connsiteX3" fmla="*/ 4981432 w 5367380"/>
              <a:gd name="connsiteY3" fmla="*/ 2870283 h 4885899"/>
              <a:gd name="connsiteX4" fmla="*/ 385947 w 5367380"/>
              <a:gd name="connsiteY4" fmla="*/ 2870283 h 4885899"/>
              <a:gd name="connsiteX5" fmla="*/ 385946 w 5367380"/>
              <a:gd name="connsiteY5" fmla="*/ 4499950 h 4885899"/>
              <a:gd name="connsiteX6" fmla="*/ 1119115 w 5367380"/>
              <a:gd name="connsiteY6" fmla="*/ 4499951 h 4885899"/>
              <a:gd name="connsiteX7" fmla="*/ 1119115 w 5367380"/>
              <a:gd name="connsiteY7" fmla="*/ 2870283 h 4885899"/>
              <a:gd name="connsiteX8" fmla="*/ 2690122 w 5367380"/>
              <a:gd name="connsiteY8" fmla="*/ 13 h 4885899"/>
              <a:gd name="connsiteX9" fmla="*/ 4032292 w 5367380"/>
              <a:gd name="connsiteY9" fmla="*/ 364869 h 4885899"/>
              <a:gd name="connsiteX10" fmla="*/ 5358664 w 5367380"/>
              <a:gd name="connsiteY10" fmla="*/ 2519347 h 4885899"/>
              <a:gd name="connsiteX11" fmla="*/ 5362258 w 5367380"/>
              <a:gd name="connsiteY11" fmla="*/ 2651937 h 4885899"/>
              <a:gd name="connsiteX12" fmla="*/ 5362343 w 5367380"/>
              <a:gd name="connsiteY12" fmla="*/ 2652361 h 4885899"/>
              <a:gd name="connsiteX13" fmla="*/ 5367380 w 5367380"/>
              <a:gd name="connsiteY13" fmla="*/ 2677310 h 4885899"/>
              <a:gd name="connsiteX14" fmla="*/ 5367380 w 5367380"/>
              <a:gd name="connsiteY14" fmla="*/ 2677311 h 4885899"/>
              <a:gd name="connsiteX15" fmla="*/ 5367379 w 5367380"/>
              <a:gd name="connsiteY15" fmla="*/ 4692920 h 4885899"/>
              <a:gd name="connsiteX16" fmla="*/ 5367380 w 5367380"/>
              <a:gd name="connsiteY16" fmla="*/ 4692925 h 4885899"/>
              <a:gd name="connsiteX17" fmla="*/ 5367379 w 5367380"/>
              <a:gd name="connsiteY17" fmla="*/ 4692924 h 4885899"/>
              <a:gd name="connsiteX18" fmla="*/ 5367379 w 5367380"/>
              <a:gd name="connsiteY18" fmla="*/ 4692925 h 4885899"/>
              <a:gd name="connsiteX19" fmla="*/ 5174405 w 5367380"/>
              <a:gd name="connsiteY19" fmla="*/ 4885899 h 4885899"/>
              <a:gd name="connsiteX20" fmla="*/ 5174406 w 5367380"/>
              <a:gd name="connsiteY20" fmla="*/ 4885898 h 4885899"/>
              <a:gd name="connsiteX21" fmla="*/ 5174406 w 5367380"/>
              <a:gd name="connsiteY21" fmla="*/ 4885898 h 4885899"/>
              <a:gd name="connsiteX22" fmla="*/ 5174405 w 5367380"/>
              <a:gd name="connsiteY22" fmla="*/ 4885898 h 4885899"/>
              <a:gd name="connsiteX23" fmla="*/ 4055299 w 5367380"/>
              <a:gd name="connsiteY23" fmla="*/ 4885898 h 4885899"/>
              <a:gd name="connsiteX24" fmla="*/ 4055289 w 5367380"/>
              <a:gd name="connsiteY24" fmla="*/ 4885899 h 4885899"/>
              <a:gd name="connsiteX25" fmla="*/ 4055290 w 5367380"/>
              <a:gd name="connsiteY25" fmla="*/ 4885898 h 4885899"/>
              <a:gd name="connsiteX26" fmla="*/ 3862316 w 5367380"/>
              <a:gd name="connsiteY26" fmla="*/ 4692924 h 4885899"/>
              <a:gd name="connsiteX27" fmla="*/ 3862316 w 5367380"/>
              <a:gd name="connsiteY27" fmla="*/ 2677311 h 4885899"/>
              <a:gd name="connsiteX28" fmla="*/ 3862316 w 5367380"/>
              <a:gd name="connsiteY28" fmla="*/ 2677310 h 4885899"/>
              <a:gd name="connsiteX29" fmla="*/ 3862316 w 5367380"/>
              <a:gd name="connsiteY29" fmla="*/ 2677309 h 4885899"/>
              <a:gd name="connsiteX30" fmla="*/ 4055290 w 5367380"/>
              <a:gd name="connsiteY30" fmla="*/ 2484335 h 4885899"/>
              <a:gd name="connsiteX31" fmla="*/ 4966311 w 5367380"/>
              <a:gd name="connsiteY31" fmla="*/ 2484336 h 4885899"/>
              <a:gd name="connsiteX32" fmla="*/ 4957590 w 5367380"/>
              <a:gd name="connsiteY32" fmla="*/ 2391422 h 4885899"/>
              <a:gd name="connsiteX33" fmla="*/ 3837116 w 5367380"/>
              <a:gd name="connsiteY33" fmla="*/ 699710 h 4885899"/>
              <a:gd name="connsiteX34" fmla="*/ 1538797 w 5367380"/>
              <a:gd name="connsiteY34" fmla="*/ 692565 h 4885899"/>
              <a:gd name="connsiteX35" fmla="*/ 407828 w 5367380"/>
              <a:gd name="connsiteY35" fmla="*/ 2377278 h 4885899"/>
              <a:gd name="connsiteX36" fmla="*/ 397107 w 5367380"/>
              <a:gd name="connsiteY36" fmla="*/ 2484335 h 4885899"/>
              <a:gd name="connsiteX37" fmla="*/ 1312089 w 5367380"/>
              <a:gd name="connsiteY37" fmla="*/ 2484336 h 4885899"/>
              <a:gd name="connsiteX38" fmla="*/ 1505063 w 5367380"/>
              <a:gd name="connsiteY38" fmla="*/ 2677310 h 4885899"/>
              <a:gd name="connsiteX39" fmla="*/ 1505063 w 5367380"/>
              <a:gd name="connsiteY39" fmla="*/ 2677310 h 4885899"/>
              <a:gd name="connsiteX40" fmla="*/ 1505063 w 5367380"/>
              <a:gd name="connsiteY40" fmla="*/ 2677311 h 4885899"/>
              <a:gd name="connsiteX41" fmla="*/ 1505062 w 5367380"/>
              <a:gd name="connsiteY41" fmla="*/ 4692921 h 4885899"/>
              <a:gd name="connsiteX42" fmla="*/ 1505063 w 5367380"/>
              <a:gd name="connsiteY42" fmla="*/ 4692925 h 4885899"/>
              <a:gd name="connsiteX43" fmla="*/ 1505062 w 5367380"/>
              <a:gd name="connsiteY43" fmla="*/ 4692924 h 4885899"/>
              <a:gd name="connsiteX44" fmla="*/ 1505062 w 5367380"/>
              <a:gd name="connsiteY44" fmla="*/ 4692925 h 4885899"/>
              <a:gd name="connsiteX45" fmla="*/ 1312088 w 5367380"/>
              <a:gd name="connsiteY45" fmla="*/ 4885899 h 4885899"/>
              <a:gd name="connsiteX46" fmla="*/ 1312089 w 5367380"/>
              <a:gd name="connsiteY46" fmla="*/ 4885898 h 4885899"/>
              <a:gd name="connsiteX47" fmla="*/ 1312089 w 5367380"/>
              <a:gd name="connsiteY47" fmla="*/ 4885898 h 4885899"/>
              <a:gd name="connsiteX48" fmla="*/ 1312088 w 5367380"/>
              <a:gd name="connsiteY48" fmla="*/ 4885898 h 4885899"/>
              <a:gd name="connsiteX49" fmla="*/ 192983 w 5367380"/>
              <a:gd name="connsiteY49" fmla="*/ 4885898 h 4885899"/>
              <a:gd name="connsiteX50" fmla="*/ 192973 w 5367380"/>
              <a:gd name="connsiteY50" fmla="*/ 4885899 h 4885899"/>
              <a:gd name="connsiteX51" fmla="*/ 192974 w 5367380"/>
              <a:gd name="connsiteY51" fmla="*/ 4885898 h 4885899"/>
              <a:gd name="connsiteX52" fmla="*/ 192974 w 5367380"/>
              <a:gd name="connsiteY52" fmla="*/ 4885898 h 4885899"/>
              <a:gd name="connsiteX53" fmla="*/ 0 w 5367380"/>
              <a:gd name="connsiteY53" fmla="*/ 4692924 h 4885899"/>
              <a:gd name="connsiteX54" fmla="*/ 0 w 5367380"/>
              <a:gd name="connsiteY54" fmla="*/ 4692923 h 4885899"/>
              <a:gd name="connsiteX55" fmla="*/ 0 w 5367380"/>
              <a:gd name="connsiteY55" fmla="*/ 2681784 h 4885899"/>
              <a:gd name="connsiteX56" fmla="*/ 0 w 5367380"/>
              <a:gd name="connsiteY56" fmla="*/ 2677311 h 4885899"/>
              <a:gd name="connsiteX57" fmla="*/ 0 w 5367380"/>
              <a:gd name="connsiteY57" fmla="*/ 2677311 h 4885899"/>
              <a:gd name="connsiteX58" fmla="*/ 0 w 5367380"/>
              <a:gd name="connsiteY58" fmla="*/ 2677309 h 4885899"/>
              <a:gd name="connsiteX59" fmla="*/ 179 w 5367380"/>
              <a:gd name="connsiteY59" fmla="*/ 2676423 h 4885899"/>
              <a:gd name="connsiteX60" fmla="*/ 5967 w 5367380"/>
              <a:gd name="connsiteY60" fmla="*/ 2502706 h 4885899"/>
              <a:gd name="connsiteX61" fmla="*/ 1345708 w 5367380"/>
              <a:gd name="connsiteY61" fmla="*/ 356517 h 4885899"/>
              <a:gd name="connsiteX62" fmla="*/ 2690122 w 5367380"/>
              <a:gd name="connsiteY62" fmla="*/ 13 h 488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67380" h="4885899">
                <a:moveTo>
                  <a:pt x="4248264" y="2870283"/>
                </a:moveTo>
                <a:lnTo>
                  <a:pt x="4248263" y="4499950"/>
                </a:lnTo>
                <a:lnTo>
                  <a:pt x="4981432" y="4499951"/>
                </a:lnTo>
                <a:lnTo>
                  <a:pt x="4981432" y="2870283"/>
                </a:lnTo>
                <a:close/>
                <a:moveTo>
                  <a:pt x="385947" y="2870283"/>
                </a:moveTo>
                <a:lnTo>
                  <a:pt x="385946" y="4499950"/>
                </a:lnTo>
                <a:lnTo>
                  <a:pt x="1119115" y="4499951"/>
                </a:lnTo>
                <a:lnTo>
                  <a:pt x="1119115" y="2870283"/>
                </a:lnTo>
                <a:close/>
                <a:moveTo>
                  <a:pt x="2690122" y="13"/>
                </a:moveTo>
                <a:cubicBezTo>
                  <a:pt x="3154026" y="1455"/>
                  <a:pt x="3617557" y="123124"/>
                  <a:pt x="4032292" y="364869"/>
                </a:cubicBezTo>
                <a:cubicBezTo>
                  <a:pt x="4809920" y="818141"/>
                  <a:pt x="5304765" y="1628716"/>
                  <a:pt x="5358664" y="2519347"/>
                </a:cubicBezTo>
                <a:lnTo>
                  <a:pt x="5362258" y="2651937"/>
                </a:lnTo>
                <a:lnTo>
                  <a:pt x="5362343" y="2652361"/>
                </a:lnTo>
                <a:lnTo>
                  <a:pt x="5367380" y="2677310"/>
                </a:lnTo>
                <a:lnTo>
                  <a:pt x="5367380" y="2677311"/>
                </a:lnTo>
                <a:lnTo>
                  <a:pt x="5367379" y="4692920"/>
                </a:lnTo>
                <a:lnTo>
                  <a:pt x="5367380" y="4692925"/>
                </a:lnTo>
                <a:lnTo>
                  <a:pt x="5367379" y="4692924"/>
                </a:lnTo>
                <a:lnTo>
                  <a:pt x="5367379" y="4692925"/>
                </a:lnTo>
                <a:cubicBezTo>
                  <a:pt x="5367379" y="4799502"/>
                  <a:pt x="5280982" y="4885899"/>
                  <a:pt x="5174405" y="4885899"/>
                </a:cubicBezTo>
                <a:lnTo>
                  <a:pt x="5174406" y="4885898"/>
                </a:lnTo>
                <a:lnTo>
                  <a:pt x="5174406" y="4885898"/>
                </a:lnTo>
                <a:lnTo>
                  <a:pt x="5174405" y="4885898"/>
                </a:lnTo>
                <a:lnTo>
                  <a:pt x="4055299" y="4885898"/>
                </a:lnTo>
                <a:lnTo>
                  <a:pt x="4055289" y="4885899"/>
                </a:lnTo>
                <a:lnTo>
                  <a:pt x="4055290" y="4885898"/>
                </a:lnTo>
                <a:cubicBezTo>
                  <a:pt x="3948713" y="4885898"/>
                  <a:pt x="3862316" y="4799501"/>
                  <a:pt x="3862316" y="4692924"/>
                </a:cubicBezTo>
                <a:lnTo>
                  <a:pt x="3862316" y="2677311"/>
                </a:lnTo>
                <a:lnTo>
                  <a:pt x="3862316" y="2677310"/>
                </a:lnTo>
                <a:lnTo>
                  <a:pt x="3862316" y="2677309"/>
                </a:lnTo>
                <a:cubicBezTo>
                  <a:pt x="3862316" y="2570732"/>
                  <a:pt x="3948713" y="2484335"/>
                  <a:pt x="4055290" y="2484335"/>
                </a:cubicBezTo>
                <a:lnTo>
                  <a:pt x="4966311" y="2484336"/>
                </a:lnTo>
                <a:lnTo>
                  <a:pt x="4957590" y="2391422"/>
                </a:lnTo>
                <a:cubicBezTo>
                  <a:pt x="4868172" y="1689807"/>
                  <a:pt x="4458012" y="1061623"/>
                  <a:pt x="3837116" y="699710"/>
                </a:cubicBezTo>
                <a:cubicBezTo>
                  <a:pt x="3127521" y="286094"/>
                  <a:pt x="2250950" y="283369"/>
                  <a:pt x="1538797" y="692565"/>
                </a:cubicBezTo>
                <a:cubicBezTo>
                  <a:pt x="915663" y="1050611"/>
                  <a:pt x="501606" y="1676232"/>
                  <a:pt x="407828" y="2377278"/>
                </a:cubicBezTo>
                <a:lnTo>
                  <a:pt x="397107" y="2484335"/>
                </a:lnTo>
                <a:lnTo>
                  <a:pt x="1312089" y="2484336"/>
                </a:lnTo>
                <a:cubicBezTo>
                  <a:pt x="1418666" y="2484336"/>
                  <a:pt x="1505063" y="2570733"/>
                  <a:pt x="1505063" y="2677310"/>
                </a:cubicBezTo>
                <a:lnTo>
                  <a:pt x="1505063" y="2677310"/>
                </a:lnTo>
                <a:lnTo>
                  <a:pt x="1505063" y="2677311"/>
                </a:lnTo>
                <a:lnTo>
                  <a:pt x="1505062" y="4692921"/>
                </a:lnTo>
                <a:lnTo>
                  <a:pt x="1505063" y="4692925"/>
                </a:lnTo>
                <a:lnTo>
                  <a:pt x="1505062" y="4692924"/>
                </a:lnTo>
                <a:lnTo>
                  <a:pt x="1505062" y="4692925"/>
                </a:lnTo>
                <a:cubicBezTo>
                  <a:pt x="1505062" y="4799502"/>
                  <a:pt x="1418665" y="4885899"/>
                  <a:pt x="1312088" y="4885899"/>
                </a:cubicBezTo>
                <a:lnTo>
                  <a:pt x="1312089" y="4885898"/>
                </a:lnTo>
                <a:lnTo>
                  <a:pt x="1312089" y="4885898"/>
                </a:lnTo>
                <a:lnTo>
                  <a:pt x="1312088" y="4885898"/>
                </a:lnTo>
                <a:lnTo>
                  <a:pt x="192983" y="4885898"/>
                </a:lnTo>
                <a:lnTo>
                  <a:pt x="192973" y="4885899"/>
                </a:lnTo>
                <a:lnTo>
                  <a:pt x="192974" y="4885898"/>
                </a:lnTo>
                <a:lnTo>
                  <a:pt x="192974" y="4885898"/>
                </a:lnTo>
                <a:cubicBezTo>
                  <a:pt x="86397" y="4885898"/>
                  <a:pt x="0" y="4799501"/>
                  <a:pt x="0" y="4692924"/>
                </a:cubicBezTo>
                <a:lnTo>
                  <a:pt x="0" y="4692923"/>
                </a:lnTo>
                <a:lnTo>
                  <a:pt x="0" y="2681784"/>
                </a:lnTo>
                <a:lnTo>
                  <a:pt x="0" y="2677311"/>
                </a:lnTo>
                <a:lnTo>
                  <a:pt x="0" y="2677311"/>
                </a:lnTo>
                <a:lnTo>
                  <a:pt x="0" y="2677309"/>
                </a:lnTo>
                <a:lnTo>
                  <a:pt x="179" y="2676423"/>
                </a:lnTo>
                <a:lnTo>
                  <a:pt x="5967" y="2502706"/>
                </a:lnTo>
                <a:cubicBezTo>
                  <a:pt x="65403" y="1612428"/>
                  <a:pt x="565277" y="804944"/>
                  <a:pt x="1345708" y="356517"/>
                </a:cubicBezTo>
                <a:cubicBezTo>
                  <a:pt x="1761938" y="117355"/>
                  <a:pt x="2226217" y="-1430"/>
                  <a:pt x="2690122" y="1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9" name="任意多边形 118"/>
          <p:cNvSpPr>
            <a:spLocks noChangeAspect="1"/>
          </p:cNvSpPr>
          <p:nvPr/>
        </p:nvSpPr>
        <p:spPr>
          <a:xfrm>
            <a:off x="9567647" y="5213606"/>
            <a:ext cx="347426" cy="360000"/>
          </a:xfrm>
          <a:custGeom>
            <a:avLst/>
            <a:gdLst>
              <a:gd name="connsiteX0" fmla="*/ 4248264 w 5367380"/>
              <a:gd name="connsiteY0" fmla="*/ 2870283 h 5561636"/>
              <a:gd name="connsiteX1" fmla="*/ 4248263 w 5367380"/>
              <a:gd name="connsiteY1" fmla="*/ 4499950 h 5561636"/>
              <a:gd name="connsiteX2" fmla="*/ 4981432 w 5367380"/>
              <a:gd name="connsiteY2" fmla="*/ 4499951 h 5561636"/>
              <a:gd name="connsiteX3" fmla="*/ 4981432 w 5367380"/>
              <a:gd name="connsiteY3" fmla="*/ 2870283 h 5561636"/>
              <a:gd name="connsiteX4" fmla="*/ 385947 w 5367380"/>
              <a:gd name="connsiteY4" fmla="*/ 2870283 h 5561636"/>
              <a:gd name="connsiteX5" fmla="*/ 385946 w 5367380"/>
              <a:gd name="connsiteY5" fmla="*/ 4499950 h 5561636"/>
              <a:gd name="connsiteX6" fmla="*/ 1119115 w 5367380"/>
              <a:gd name="connsiteY6" fmla="*/ 4499951 h 5561636"/>
              <a:gd name="connsiteX7" fmla="*/ 1119115 w 5367380"/>
              <a:gd name="connsiteY7" fmla="*/ 2870283 h 5561636"/>
              <a:gd name="connsiteX8" fmla="*/ 2690122 w 5367380"/>
              <a:gd name="connsiteY8" fmla="*/ 13 h 5561636"/>
              <a:gd name="connsiteX9" fmla="*/ 4032292 w 5367380"/>
              <a:gd name="connsiteY9" fmla="*/ 364869 h 5561636"/>
              <a:gd name="connsiteX10" fmla="*/ 5358664 w 5367380"/>
              <a:gd name="connsiteY10" fmla="*/ 2519347 h 5561636"/>
              <a:gd name="connsiteX11" fmla="*/ 5362258 w 5367380"/>
              <a:gd name="connsiteY11" fmla="*/ 2651937 h 5561636"/>
              <a:gd name="connsiteX12" fmla="*/ 5362343 w 5367380"/>
              <a:gd name="connsiteY12" fmla="*/ 2652361 h 5561636"/>
              <a:gd name="connsiteX13" fmla="*/ 5367380 w 5367380"/>
              <a:gd name="connsiteY13" fmla="*/ 2677310 h 5561636"/>
              <a:gd name="connsiteX14" fmla="*/ 5367380 w 5367380"/>
              <a:gd name="connsiteY14" fmla="*/ 2677311 h 5561636"/>
              <a:gd name="connsiteX15" fmla="*/ 5367379 w 5367380"/>
              <a:gd name="connsiteY15" fmla="*/ 4692920 h 5561636"/>
              <a:gd name="connsiteX16" fmla="*/ 5367380 w 5367380"/>
              <a:gd name="connsiteY16" fmla="*/ 4692925 h 5561636"/>
              <a:gd name="connsiteX17" fmla="*/ 5367379 w 5367380"/>
              <a:gd name="connsiteY17" fmla="*/ 4692924 h 5561636"/>
              <a:gd name="connsiteX18" fmla="*/ 5367379 w 5367380"/>
              <a:gd name="connsiteY18" fmla="*/ 4692925 h 5561636"/>
              <a:gd name="connsiteX19" fmla="*/ 5310859 w 5367380"/>
              <a:gd name="connsiteY19" fmla="*/ 4829379 h 5561636"/>
              <a:gd name="connsiteX20" fmla="*/ 5278795 w 5367380"/>
              <a:gd name="connsiteY20" fmla="*/ 4850996 h 5561636"/>
              <a:gd name="connsiteX21" fmla="*/ 5281762 w 5367380"/>
              <a:gd name="connsiteY21" fmla="*/ 4858987 h 5561636"/>
              <a:gd name="connsiteX22" fmla="*/ 3417964 w 5367380"/>
              <a:gd name="connsiteY22" fmla="*/ 5551023 h 5561636"/>
              <a:gd name="connsiteX23" fmla="*/ 3417964 w 5367380"/>
              <a:gd name="connsiteY23" fmla="*/ 5561636 h 5561636"/>
              <a:gd name="connsiteX24" fmla="*/ 3016155 w 5367380"/>
              <a:gd name="connsiteY24" fmla="*/ 5561636 h 5561636"/>
              <a:gd name="connsiteX25" fmla="*/ 2462621 w 5367380"/>
              <a:gd name="connsiteY25" fmla="*/ 5561636 h 5561636"/>
              <a:gd name="connsiteX26" fmla="*/ 2206019 w 5367380"/>
              <a:gd name="connsiteY26" fmla="*/ 5561636 h 5561636"/>
              <a:gd name="connsiteX27" fmla="*/ 2206019 w 5367380"/>
              <a:gd name="connsiteY27" fmla="*/ 4947486 h 5561636"/>
              <a:gd name="connsiteX28" fmla="*/ 3016155 w 5367380"/>
              <a:gd name="connsiteY28" fmla="*/ 4947486 h 5561636"/>
              <a:gd name="connsiteX29" fmla="*/ 3016155 w 5367380"/>
              <a:gd name="connsiteY29" fmla="*/ 5176436 h 5561636"/>
              <a:gd name="connsiteX30" fmla="*/ 3320175 w 5367380"/>
              <a:gd name="connsiteY30" fmla="*/ 5176436 h 5561636"/>
              <a:gd name="connsiteX31" fmla="*/ 4102654 w 5367380"/>
              <a:gd name="connsiteY31" fmla="*/ 4885898 h 5561636"/>
              <a:gd name="connsiteX32" fmla="*/ 4055299 w 5367380"/>
              <a:gd name="connsiteY32" fmla="*/ 4885898 h 5561636"/>
              <a:gd name="connsiteX33" fmla="*/ 4055289 w 5367380"/>
              <a:gd name="connsiteY33" fmla="*/ 4885899 h 5561636"/>
              <a:gd name="connsiteX34" fmla="*/ 4055290 w 5367380"/>
              <a:gd name="connsiteY34" fmla="*/ 4885898 h 5561636"/>
              <a:gd name="connsiteX35" fmla="*/ 3862316 w 5367380"/>
              <a:gd name="connsiteY35" fmla="*/ 4692924 h 5561636"/>
              <a:gd name="connsiteX36" fmla="*/ 3862316 w 5367380"/>
              <a:gd name="connsiteY36" fmla="*/ 2677311 h 5561636"/>
              <a:gd name="connsiteX37" fmla="*/ 3862316 w 5367380"/>
              <a:gd name="connsiteY37" fmla="*/ 2677310 h 5561636"/>
              <a:gd name="connsiteX38" fmla="*/ 3862316 w 5367380"/>
              <a:gd name="connsiteY38" fmla="*/ 2677309 h 5561636"/>
              <a:gd name="connsiteX39" fmla="*/ 4055290 w 5367380"/>
              <a:gd name="connsiteY39" fmla="*/ 2484335 h 5561636"/>
              <a:gd name="connsiteX40" fmla="*/ 4966311 w 5367380"/>
              <a:gd name="connsiteY40" fmla="*/ 2484336 h 5561636"/>
              <a:gd name="connsiteX41" fmla="*/ 4957590 w 5367380"/>
              <a:gd name="connsiteY41" fmla="*/ 2391422 h 5561636"/>
              <a:gd name="connsiteX42" fmla="*/ 3837116 w 5367380"/>
              <a:gd name="connsiteY42" fmla="*/ 699710 h 5561636"/>
              <a:gd name="connsiteX43" fmla="*/ 1538797 w 5367380"/>
              <a:gd name="connsiteY43" fmla="*/ 692565 h 5561636"/>
              <a:gd name="connsiteX44" fmla="*/ 407828 w 5367380"/>
              <a:gd name="connsiteY44" fmla="*/ 2377278 h 5561636"/>
              <a:gd name="connsiteX45" fmla="*/ 397107 w 5367380"/>
              <a:gd name="connsiteY45" fmla="*/ 2484335 h 5561636"/>
              <a:gd name="connsiteX46" fmla="*/ 1312089 w 5367380"/>
              <a:gd name="connsiteY46" fmla="*/ 2484336 h 5561636"/>
              <a:gd name="connsiteX47" fmla="*/ 1505063 w 5367380"/>
              <a:gd name="connsiteY47" fmla="*/ 2677310 h 5561636"/>
              <a:gd name="connsiteX48" fmla="*/ 1505063 w 5367380"/>
              <a:gd name="connsiteY48" fmla="*/ 2677311 h 5561636"/>
              <a:gd name="connsiteX49" fmla="*/ 1505062 w 5367380"/>
              <a:gd name="connsiteY49" fmla="*/ 4692921 h 5561636"/>
              <a:gd name="connsiteX50" fmla="*/ 1505063 w 5367380"/>
              <a:gd name="connsiteY50" fmla="*/ 4692925 h 5561636"/>
              <a:gd name="connsiteX51" fmla="*/ 1505062 w 5367380"/>
              <a:gd name="connsiteY51" fmla="*/ 4692924 h 5561636"/>
              <a:gd name="connsiteX52" fmla="*/ 1505062 w 5367380"/>
              <a:gd name="connsiteY52" fmla="*/ 4692925 h 5561636"/>
              <a:gd name="connsiteX53" fmla="*/ 1312088 w 5367380"/>
              <a:gd name="connsiteY53" fmla="*/ 4885899 h 5561636"/>
              <a:gd name="connsiteX54" fmla="*/ 1312089 w 5367380"/>
              <a:gd name="connsiteY54" fmla="*/ 4885898 h 5561636"/>
              <a:gd name="connsiteX55" fmla="*/ 1312088 w 5367380"/>
              <a:gd name="connsiteY55" fmla="*/ 4885898 h 5561636"/>
              <a:gd name="connsiteX56" fmla="*/ 192983 w 5367380"/>
              <a:gd name="connsiteY56" fmla="*/ 4885898 h 5561636"/>
              <a:gd name="connsiteX57" fmla="*/ 192973 w 5367380"/>
              <a:gd name="connsiteY57" fmla="*/ 4885899 h 5561636"/>
              <a:gd name="connsiteX58" fmla="*/ 192974 w 5367380"/>
              <a:gd name="connsiteY58" fmla="*/ 4885898 h 5561636"/>
              <a:gd name="connsiteX59" fmla="*/ 0 w 5367380"/>
              <a:gd name="connsiteY59" fmla="*/ 4692924 h 5561636"/>
              <a:gd name="connsiteX60" fmla="*/ 0 w 5367380"/>
              <a:gd name="connsiteY60" fmla="*/ 4692923 h 5561636"/>
              <a:gd name="connsiteX61" fmla="*/ 0 w 5367380"/>
              <a:gd name="connsiteY61" fmla="*/ 2681784 h 5561636"/>
              <a:gd name="connsiteX62" fmla="*/ 0 w 5367380"/>
              <a:gd name="connsiteY62" fmla="*/ 2677311 h 5561636"/>
              <a:gd name="connsiteX63" fmla="*/ 0 w 5367380"/>
              <a:gd name="connsiteY63" fmla="*/ 2677309 h 5561636"/>
              <a:gd name="connsiteX64" fmla="*/ 179 w 5367380"/>
              <a:gd name="connsiteY64" fmla="*/ 2676423 h 5561636"/>
              <a:gd name="connsiteX65" fmla="*/ 5967 w 5367380"/>
              <a:gd name="connsiteY65" fmla="*/ 2502706 h 5561636"/>
              <a:gd name="connsiteX66" fmla="*/ 1345708 w 5367380"/>
              <a:gd name="connsiteY66" fmla="*/ 356517 h 5561636"/>
              <a:gd name="connsiteX67" fmla="*/ 2690122 w 5367380"/>
              <a:gd name="connsiteY67" fmla="*/ 13 h 556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367380" h="5561636">
                <a:moveTo>
                  <a:pt x="4248264" y="2870283"/>
                </a:moveTo>
                <a:lnTo>
                  <a:pt x="4248263" y="4499950"/>
                </a:lnTo>
                <a:lnTo>
                  <a:pt x="4981432" y="4499951"/>
                </a:lnTo>
                <a:lnTo>
                  <a:pt x="4981432" y="2870283"/>
                </a:lnTo>
                <a:close/>
                <a:moveTo>
                  <a:pt x="385947" y="2870283"/>
                </a:moveTo>
                <a:lnTo>
                  <a:pt x="385946" y="4499950"/>
                </a:lnTo>
                <a:lnTo>
                  <a:pt x="1119115" y="4499951"/>
                </a:lnTo>
                <a:lnTo>
                  <a:pt x="1119115" y="2870283"/>
                </a:lnTo>
                <a:close/>
                <a:moveTo>
                  <a:pt x="2690122" y="13"/>
                </a:moveTo>
                <a:cubicBezTo>
                  <a:pt x="3154026" y="1455"/>
                  <a:pt x="3617557" y="123124"/>
                  <a:pt x="4032292" y="364869"/>
                </a:cubicBezTo>
                <a:cubicBezTo>
                  <a:pt x="4809920" y="818141"/>
                  <a:pt x="5304765" y="1628716"/>
                  <a:pt x="5358664" y="2519347"/>
                </a:cubicBezTo>
                <a:lnTo>
                  <a:pt x="5362258" y="2651937"/>
                </a:lnTo>
                <a:lnTo>
                  <a:pt x="5362343" y="2652361"/>
                </a:lnTo>
                <a:lnTo>
                  <a:pt x="5367380" y="2677310"/>
                </a:lnTo>
                <a:lnTo>
                  <a:pt x="5367380" y="2677311"/>
                </a:lnTo>
                <a:lnTo>
                  <a:pt x="5367379" y="4692920"/>
                </a:lnTo>
                <a:lnTo>
                  <a:pt x="5367380" y="4692925"/>
                </a:lnTo>
                <a:lnTo>
                  <a:pt x="5367379" y="4692924"/>
                </a:lnTo>
                <a:lnTo>
                  <a:pt x="5367379" y="4692925"/>
                </a:lnTo>
                <a:cubicBezTo>
                  <a:pt x="5367379" y="4746214"/>
                  <a:pt x="5345780" y="4794457"/>
                  <a:pt x="5310859" y="4829379"/>
                </a:cubicBezTo>
                <a:lnTo>
                  <a:pt x="5278795" y="4850996"/>
                </a:lnTo>
                <a:lnTo>
                  <a:pt x="5281762" y="4858987"/>
                </a:lnTo>
                <a:lnTo>
                  <a:pt x="3417964" y="5551023"/>
                </a:lnTo>
                <a:lnTo>
                  <a:pt x="3417964" y="5561636"/>
                </a:lnTo>
                <a:lnTo>
                  <a:pt x="3016155" y="5561636"/>
                </a:lnTo>
                <a:lnTo>
                  <a:pt x="2462621" y="5561636"/>
                </a:lnTo>
                <a:lnTo>
                  <a:pt x="2206019" y="5561636"/>
                </a:lnTo>
                <a:lnTo>
                  <a:pt x="2206019" y="4947486"/>
                </a:lnTo>
                <a:lnTo>
                  <a:pt x="3016155" y="4947486"/>
                </a:lnTo>
                <a:lnTo>
                  <a:pt x="3016155" y="5176436"/>
                </a:lnTo>
                <a:lnTo>
                  <a:pt x="3320175" y="5176436"/>
                </a:lnTo>
                <a:lnTo>
                  <a:pt x="4102654" y="4885898"/>
                </a:lnTo>
                <a:lnTo>
                  <a:pt x="4055299" y="4885898"/>
                </a:lnTo>
                <a:lnTo>
                  <a:pt x="4055289" y="4885899"/>
                </a:lnTo>
                <a:lnTo>
                  <a:pt x="4055290" y="4885898"/>
                </a:lnTo>
                <a:cubicBezTo>
                  <a:pt x="3948713" y="4885898"/>
                  <a:pt x="3862316" y="4799501"/>
                  <a:pt x="3862316" y="4692924"/>
                </a:cubicBezTo>
                <a:lnTo>
                  <a:pt x="3862316" y="2677311"/>
                </a:lnTo>
                <a:lnTo>
                  <a:pt x="3862316" y="2677310"/>
                </a:lnTo>
                <a:lnTo>
                  <a:pt x="3862316" y="2677309"/>
                </a:lnTo>
                <a:cubicBezTo>
                  <a:pt x="3862316" y="2570732"/>
                  <a:pt x="3948713" y="2484335"/>
                  <a:pt x="4055290" y="2484335"/>
                </a:cubicBezTo>
                <a:lnTo>
                  <a:pt x="4966311" y="2484336"/>
                </a:lnTo>
                <a:lnTo>
                  <a:pt x="4957590" y="2391422"/>
                </a:lnTo>
                <a:cubicBezTo>
                  <a:pt x="4868172" y="1689807"/>
                  <a:pt x="4458012" y="1061623"/>
                  <a:pt x="3837116" y="699710"/>
                </a:cubicBezTo>
                <a:cubicBezTo>
                  <a:pt x="3127521" y="286094"/>
                  <a:pt x="2250950" y="283369"/>
                  <a:pt x="1538797" y="692565"/>
                </a:cubicBezTo>
                <a:cubicBezTo>
                  <a:pt x="915663" y="1050611"/>
                  <a:pt x="501606" y="1676232"/>
                  <a:pt x="407828" y="2377278"/>
                </a:cubicBezTo>
                <a:lnTo>
                  <a:pt x="397107" y="2484335"/>
                </a:lnTo>
                <a:lnTo>
                  <a:pt x="1312089" y="2484336"/>
                </a:lnTo>
                <a:cubicBezTo>
                  <a:pt x="1418666" y="2484336"/>
                  <a:pt x="1505063" y="2570733"/>
                  <a:pt x="1505063" y="2677310"/>
                </a:cubicBezTo>
                <a:lnTo>
                  <a:pt x="1505063" y="2677311"/>
                </a:lnTo>
                <a:lnTo>
                  <a:pt x="1505062" y="4692921"/>
                </a:lnTo>
                <a:lnTo>
                  <a:pt x="1505063" y="4692925"/>
                </a:lnTo>
                <a:lnTo>
                  <a:pt x="1505062" y="4692924"/>
                </a:lnTo>
                <a:lnTo>
                  <a:pt x="1505062" y="4692925"/>
                </a:lnTo>
                <a:cubicBezTo>
                  <a:pt x="1505062" y="4799502"/>
                  <a:pt x="1418665" y="4885899"/>
                  <a:pt x="1312088" y="4885899"/>
                </a:cubicBezTo>
                <a:lnTo>
                  <a:pt x="1312089" y="4885898"/>
                </a:lnTo>
                <a:lnTo>
                  <a:pt x="1312088" y="4885898"/>
                </a:lnTo>
                <a:lnTo>
                  <a:pt x="192983" y="4885898"/>
                </a:lnTo>
                <a:lnTo>
                  <a:pt x="192973" y="4885899"/>
                </a:lnTo>
                <a:lnTo>
                  <a:pt x="192974" y="4885898"/>
                </a:lnTo>
                <a:cubicBezTo>
                  <a:pt x="86397" y="4885898"/>
                  <a:pt x="0" y="4799501"/>
                  <a:pt x="0" y="4692924"/>
                </a:cubicBezTo>
                <a:lnTo>
                  <a:pt x="0" y="4692923"/>
                </a:lnTo>
                <a:lnTo>
                  <a:pt x="0" y="2681784"/>
                </a:lnTo>
                <a:lnTo>
                  <a:pt x="0" y="2677311"/>
                </a:lnTo>
                <a:lnTo>
                  <a:pt x="0" y="2677309"/>
                </a:lnTo>
                <a:lnTo>
                  <a:pt x="179" y="2676423"/>
                </a:lnTo>
                <a:lnTo>
                  <a:pt x="5967" y="2502706"/>
                </a:lnTo>
                <a:cubicBezTo>
                  <a:pt x="65403" y="1612428"/>
                  <a:pt x="565277" y="804944"/>
                  <a:pt x="1345708" y="356517"/>
                </a:cubicBezTo>
                <a:cubicBezTo>
                  <a:pt x="1761938" y="117355"/>
                  <a:pt x="2226217" y="-1430"/>
                  <a:pt x="2690122" y="1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0" name="任意多边形 119"/>
          <p:cNvSpPr>
            <a:spLocks noChangeAspect="1"/>
          </p:cNvSpPr>
          <p:nvPr/>
        </p:nvSpPr>
        <p:spPr>
          <a:xfrm>
            <a:off x="10385934" y="5213606"/>
            <a:ext cx="326143" cy="360000"/>
          </a:xfrm>
          <a:custGeom>
            <a:avLst/>
            <a:gdLst>
              <a:gd name="connsiteX0" fmla="*/ 382137 w 4473690"/>
              <a:gd name="connsiteY0" fmla="*/ 859080 h 4938104"/>
              <a:gd name="connsiteX1" fmla="*/ 382137 w 4473690"/>
              <a:gd name="connsiteY1" fmla="*/ 2155618 h 4938104"/>
              <a:gd name="connsiteX2" fmla="*/ 3375106 w 4473690"/>
              <a:gd name="connsiteY2" fmla="*/ 2155618 h 4938104"/>
              <a:gd name="connsiteX3" fmla="*/ 3988750 w 4473690"/>
              <a:gd name="connsiteY3" fmla="*/ 1507349 h 4938104"/>
              <a:gd name="connsiteX4" fmla="*/ 3375106 w 4473690"/>
              <a:gd name="connsiteY4" fmla="*/ 859080 h 4938104"/>
              <a:gd name="connsiteX5" fmla="*/ 1753739 w 4473690"/>
              <a:gd name="connsiteY5" fmla="*/ 0 h 4938104"/>
              <a:gd name="connsiteX6" fmla="*/ 2135876 w 4473690"/>
              <a:gd name="connsiteY6" fmla="*/ 0 h 4938104"/>
              <a:gd name="connsiteX7" fmla="*/ 2135876 w 4473690"/>
              <a:gd name="connsiteY7" fmla="*/ 476943 h 4938104"/>
              <a:gd name="connsiteX8" fmla="*/ 3013379 w 4473690"/>
              <a:gd name="connsiteY8" fmla="*/ 476943 h 4938104"/>
              <a:gd name="connsiteX9" fmla="*/ 3498319 w 4473690"/>
              <a:gd name="connsiteY9" fmla="*/ 476943 h 4938104"/>
              <a:gd name="connsiteX10" fmla="*/ 3507475 w 4473690"/>
              <a:gd name="connsiteY10" fmla="*/ 476943 h 4938104"/>
              <a:gd name="connsiteX11" fmla="*/ 3507475 w 4473690"/>
              <a:gd name="connsiteY11" fmla="*/ 486616 h 4938104"/>
              <a:gd name="connsiteX12" fmla="*/ 4473690 w 4473690"/>
              <a:gd name="connsiteY12" fmla="*/ 1507349 h 4938104"/>
              <a:gd name="connsiteX13" fmla="*/ 3507475 w 4473690"/>
              <a:gd name="connsiteY13" fmla="*/ 2528083 h 4938104"/>
              <a:gd name="connsiteX14" fmla="*/ 3507475 w 4473690"/>
              <a:gd name="connsiteY14" fmla="*/ 2537755 h 4938104"/>
              <a:gd name="connsiteX15" fmla="*/ 3498319 w 4473690"/>
              <a:gd name="connsiteY15" fmla="*/ 2537755 h 4938104"/>
              <a:gd name="connsiteX16" fmla="*/ 3013379 w 4473690"/>
              <a:gd name="connsiteY16" fmla="*/ 2537755 h 4938104"/>
              <a:gd name="connsiteX17" fmla="*/ 2135876 w 4473690"/>
              <a:gd name="connsiteY17" fmla="*/ 2537755 h 4938104"/>
              <a:gd name="connsiteX18" fmla="*/ 2135876 w 4473690"/>
              <a:gd name="connsiteY18" fmla="*/ 4938104 h 4938104"/>
              <a:gd name="connsiteX19" fmla="*/ 1753739 w 4473690"/>
              <a:gd name="connsiteY19" fmla="*/ 4938104 h 4938104"/>
              <a:gd name="connsiteX20" fmla="*/ 1753739 w 4473690"/>
              <a:gd name="connsiteY20" fmla="*/ 2537755 h 4938104"/>
              <a:gd name="connsiteX21" fmla="*/ 0 w 4473690"/>
              <a:gd name="connsiteY21" fmla="*/ 2537755 h 4938104"/>
              <a:gd name="connsiteX22" fmla="*/ 0 w 4473690"/>
              <a:gd name="connsiteY22" fmla="*/ 2155618 h 4938104"/>
              <a:gd name="connsiteX23" fmla="*/ 0 w 4473690"/>
              <a:gd name="connsiteY23" fmla="*/ 2155618 h 4938104"/>
              <a:gd name="connsiteX24" fmla="*/ 0 w 4473690"/>
              <a:gd name="connsiteY24" fmla="*/ 859080 h 4938104"/>
              <a:gd name="connsiteX25" fmla="*/ 0 w 4473690"/>
              <a:gd name="connsiteY25" fmla="*/ 859080 h 4938104"/>
              <a:gd name="connsiteX26" fmla="*/ 0 w 4473690"/>
              <a:gd name="connsiteY26" fmla="*/ 476943 h 4938104"/>
              <a:gd name="connsiteX27" fmla="*/ 1753739 w 4473690"/>
              <a:gd name="connsiteY27" fmla="*/ 476943 h 493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73690" h="4938104">
                <a:moveTo>
                  <a:pt x="382137" y="859080"/>
                </a:moveTo>
                <a:lnTo>
                  <a:pt x="382137" y="2155618"/>
                </a:lnTo>
                <a:lnTo>
                  <a:pt x="3375106" y="2155618"/>
                </a:lnTo>
                <a:lnTo>
                  <a:pt x="3988750" y="1507349"/>
                </a:lnTo>
                <a:lnTo>
                  <a:pt x="3375106" y="859080"/>
                </a:lnTo>
                <a:close/>
                <a:moveTo>
                  <a:pt x="1753739" y="0"/>
                </a:moveTo>
                <a:lnTo>
                  <a:pt x="2135876" y="0"/>
                </a:lnTo>
                <a:lnTo>
                  <a:pt x="2135876" y="476943"/>
                </a:lnTo>
                <a:lnTo>
                  <a:pt x="3013379" y="476943"/>
                </a:lnTo>
                <a:lnTo>
                  <a:pt x="3498319" y="476943"/>
                </a:lnTo>
                <a:lnTo>
                  <a:pt x="3507475" y="476943"/>
                </a:lnTo>
                <a:lnTo>
                  <a:pt x="3507475" y="486616"/>
                </a:lnTo>
                <a:lnTo>
                  <a:pt x="4473690" y="1507349"/>
                </a:lnTo>
                <a:lnTo>
                  <a:pt x="3507475" y="2528083"/>
                </a:lnTo>
                <a:lnTo>
                  <a:pt x="3507475" y="2537755"/>
                </a:lnTo>
                <a:lnTo>
                  <a:pt x="3498319" y="2537755"/>
                </a:lnTo>
                <a:lnTo>
                  <a:pt x="3013379" y="2537755"/>
                </a:lnTo>
                <a:lnTo>
                  <a:pt x="2135876" y="2537755"/>
                </a:lnTo>
                <a:lnTo>
                  <a:pt x="2135876" y="4938104"/>
                </a:lnTo>
                <a:lnTo>
                  <a:pt x="1753739" y="4938104"/>
                </a:lnTo>
                <a:lnTo>
                  <a:pt x="1753739" y="2537755"/>
                </a:lnTo>
                <a:lnTo>
                  <a:pt x="0" y="2537755"/>
                </a:lnTo>
                <a:lnTo>
                  <a:pt x="0" y="2155618"/>
                </a:lnTo>
                <a:lnTo>
                  <a:pt x="0" y="2155618"/>
                </a:lnTo>
                <a:lnTo>
                  <a:pt x="0" y="859080"/>
                </a:lnTo>
                <a:lnTo>
                  <a:pt x="0" y="859080"/>
                </a:lnTo>
                <a:lnTo>
                  <a:pt x="0" y="476943"/>
                </a:lnTo>
                <a:lnTo>
                  <a:pt x="1753739" y="47694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1" name="任意多边形 120"/>
          <p:cNvSpPr>
            <a:spLocks noChangeAspect="1"/>
          </p:cNvSpPr>
          <p:nvPr/>
        </p:nvSpPr>
        <p:spPr>
          <a:xfrm>
            <a:off x="11169162" y="5213606"/>
            <a:ext cx="374974" cy="360000"/>
          </a:xfrm>
          <a:custGeom>
            <a:avLst/>
            <a:gdLst>
              <a:gd name="connsiteX0" fmla="*/ 949837 w 5186150"/>
              <a:gd name="connsiteY0" fmla="*/ 2276786 h 4979047"/>
              <a:gd name="connsiteX1" fmla="*/ 668359 w 5186150"/>
              <a:gd name="connsiteY1" fmla="*/ 2487499 h 4979047"/>
              <a:gd name="connsiteX2" fmla="*/ 949836 w 5186150"/>
              <a:gd name="connsiteY2" fmla="*/ 2698211 h 4979047"/>
              <a:gd name="connsiteX3" fmla="*/ 4012442 w 5186150"/>
              <a:gd name="connsiteY3" fmla="*/ 2698211 h 4979047"/>
              <a:gd name="connsiteX4" fmla="*/ 4012442 w 5186150"/>
              <a:gd name="connsiteY4" fmla="*/ 2276786 h 4979047"/>
              <a:gd name="connsiteX5" fmla="*/ 1173708 w 5186150"/>
              <a:gd name="connsiteY5" fmla="*/ 859079 h 4979047"/>
              <a:gd name="connsiteX6" fmla="*/ 1173708 w 5186150"/>
              <a:gd name="connsiteY6" fmla="*/ 1280504 h 4979047"/>
              <a:gd name="connsiteX7" fmla="*/ 4236314 w 5186150"/>
              <a:gd name="connsiteY7" fmla="*/ 1280504 h 4979047"/>
              <a:gd name="connsiteX8" fmla="*/ 4517791 w 5186150"/>
              <a:gd name="connsiteY8" fmla="*/ 1069792 h 4979047"/>
              <a:gd name="connsiteX9" fmla="*/ 4236313 w 5186150"/>
              <a:gd name="connsiteY9" fmla="*/ 859079 h 4979047"/>
              <a:gd name="connsiteX10" fmla="*/ 2404784 w 5186150"/>
              <a:gd name="connsiteY10" fmla="*/ 0 h 4979047"/>
              <a:gd name="connsiteX11" fmla="*/ 2786921 w 5186150"/>
              <a:gd name="connsiteY11" fmla="*/ 0 h 4979047"/>
              <a:gd name="connsiteX12" fmla="*/ 2786921 w 5186150"/>
              <a:gd name="connsiteY12" fmla="*/ 476942 h 4979047"/>
              <a:gd name="connsiteX13" fmla="*/ 3725839 w 5186150"/>
              <a:gd name="connsiteY13" fmla="*/ 476942 h 4979047"/>
              <a:gd name="connsiteX14" fmla="*/ 4299045 w 5186150"/>
              <a:gd name="connsiteY14" fmla="*/ 476942 h 4979047"/>
              <a:gd name="connsiteX15" fmla="*/ 4394198 w 5186150"/>
              <a:gd name="connsiteY15" fmla="*/ 476942 h 4979047"/>
              <a:gd name="connsiteX16" fmla="*/ 5186150 w 5186150"/>
              <a:gd name="connsiteY16" fmla="*/ 1069792 h 4979047"/>
              <a:gd name="connsiteX17" fmla="*/ 4394198 w 5186150"/>
              <a:gd name="connsiteY17" fmla="*/ 1662641 h 4979047"/>
              <a:gd name="connsiteX18" fmla="*/ 4299045 w 5186150"/>
              <a:gd name="connsiteY18" fmla="*/ 1662641 h 4979047"/>
              <a:gd name="connsiteX19" fmla="*/ 3725839 w 5186150"/>
              <a:gd name="connsiteY19" fmla="*/ 1662641 h 4979047"/>
              <a:gd name="connsiteX20" fmla="*/ 2786921 w 5186150"/>
              <a:gd name="connsiteY20" fmla="*/ 1662641 h 4979047"/>
              <a:gd name="connsiteX21" fmla="*/ 2786921 w 5186150"/>
              <a:gd name="connsiteY21" fmla="*/ 1894649 h 4979047"/>
              <a:gd name="connsiteX22" fmla="*/ 4394580 w 5186150"/>
              <a:gd name="connsiteY22" fmla="*/ 1894649 h 4979047"/>
              <a:gd name="connsiteX23" fmla="*/ 4394580 w 5186150"/>
              <a:gd name="connsiteY23" fmla="*/ 2276786 h 4979047"/>
              <a:gd name="connsiteX24" fmla="*/ 4394579 w 5186150"/>
              <a:gd name="connsiteY24" fmla="*/ 2276786 h 4979047"/>
              <a:gd name="connsiteX25" fmla="*/ 4394579 w 5186150"/>
              <a:gd name="connsiteY25" fmla="*/ 2698211 h 4979047"/>
              <a:gd name="connsiteX26" fmla="*/ 4394580 w 5186150"/>
              <a:gd name="connsiteY26" fmla="*/ 2698211 h 4979047"/>
              <a:gd name="connsiteX27" fmla="*/ 4394580 w 5186150"/>
              <a:gd name="connsiteY27" fmla="*/ 3080348 h 4979047"/>
              <a:gd name="connsiteX28" fmla="*/ 4394579 w 5186150"/>
              <a:gd name="connsiteY28" fmla="*/ 3080348 h 4979047"/>
              <a:gd name="connsiteX29" fmla="*/ 4012442 w 5186150"/>
              <a:gd name="connsiteY29" fmla="*/ 3080348 h 4979047"/>
              <a:gd name="connsiteX30" fmla="*/ 2786921 w 5186150"/>
              <a:gd name="connsiteY30" fmla="*/ 3080348 h 4979047"/>
              <a:gd name="connsiteX31" fmla="*/ 2786921 w 5186150"/>
              <a:gd name="connsiteY31" fmla="*/ 4979047 h 4979047"/>
              <a:gd name="connsiteX32" fmla="*/ 2404784 w 5186150"/>
              <a:gd name="connsiteY32" fmla="*/ 4979047 h 4979047"/>
              <a:gd name="connsiteX33" fmla="*/ 2404784 w 5186150"/>
              <a:gd name="connsiteY33" fmla="*/ 3080348 h 4979047"/>
              <a:gd name="connsiteX34" fmla="*/ 1460311 w 5186150"/>
              <a:gd name="connsiteY34" fmla="*/ 3080348 h 4979047"/>
              <a:gd name="connsiteX35" fmla="*/ 887105 w 5186150"/>
              <a:gd name="connsiteY35" fmla="*/ 3080348 h 4979047"/>
              <a:gd name="connsiteX36" fmla="*/ 791952 w 5186150"/>
              <a:gd name="connsiteY36" fmla="*/ 3080348 h 4979047"/>
              <a:gd name="connsiteX37" fmla="*/ 0 w 5186150"/>
              <a:gd name="connsiteY37" fmla="*/ 2487499 h 4979047"/>
              <a:gd name="connsiteX38" fmla="*/ 791952 w 5186150"/>
              <a:gd name="connsiteY38" fmla="*/ 1894649 h 4979047"/>
              <a:gd name="connsiteX39" fmla="*/ 887105 w 5186150"/>
              <a:gd name="connsiteY39" fmla="*/ 1894649 h 4979047"/>
              <a:gd name="connsiteX40" fmla="*/ 1460311 w 5186150"/>
              <a:gd name="connsiteY40" fmla="*/ 1894649 h 4979047"/>
              <a:gd name="connsiteX41" fmla="*/ 2404784 w 5186150"/>
              <a:gd name="connsiteY41" fmla="*/ 1894649 h 4979047"/>
              <a:gd name="connsiteX42" fmla="*/ 2404784 w 5186150"/>
              <a:gd name="connsiteY42" fmla="*/ 1662641 h 4979047"/>
              <a:gd name="connsiteX43" fmla="*/ 1173708 w 5186150"/>
              <a:gd name="connsiteY43" fmla="*/ 1662641 h 4979047"/>
              <a:gd name="connsiteX44" fmla="*/ 791571 w 5186150"/>
              <a:gd name="connsiteY44" fmla="*/ 1662641 h 4979047"/>
              <a:gd name="connsiteX45" fmla="*/ 791570 w 5186150"/>
              <a:gd name="connsiteY45" fmla="*/ 1662641 h 4979047"/>
              <a:gd name="connsiteX46" fmla="*/ 791570 w 5186150"/>
              <a:gd name="connsiteY46" fmla="*/ 1280504 h 4979047"/>
              <a:gd name="connsiteX47" fmla="*/ 791571 w 5186150"/>
              <a:gd name="connsiteY47" fmla="*/ 1280504 h 4979047"/>
              <a:gd name="connsiteX48" fmla="*/ 791571 w 5186150"/>
              <a:gd name="connsiteY48" fmla="*/ 859079 h 4979047"/>
              <a:gd name="connsiteX49" fmla="*/ 791570 w 5186150"/>
              <a:gd name="connsiteY49" fmla="*/ 859079 h 4979047"/>
              <a:gd name="connsiteX50" fmla="*/ 791570 w 5186150"/>
              <a:gd name="connsiteY50" fmla="*/ 476942 h 4979047"/>
              <a:gd name="connsiteX51" fmla="*/ 2404784 w 5186150"/>
              <a:gd name="connsiteY51" fmla="*/ 476942 h 497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186150" h="4979047">
                <a:moveTo>
                  <a:pt x="949837" y="2276786"/>
                </a:moveTo>
                <a:lnTo>
                  <a:pt x="668359" y="2487499"/>
                </a:lnTo>
                <a:lnTo>
                  <a:pt x="949836" y="2698211"/>
                </a:lnTo>
                <a:lnTo>
                  <a:pt x="4012442" y="2698211"/>
                </a:lnTo>
                <a:lnTo>
                  <a:pt x="4012442" y="2276786"/>
                </a:lnTo>
                <a:close/>
                <a:moveTo>
                  <a:pt x="1173708" y="859079"/>
                </a:moveTo>
                <a:lnTo>
                  <a:pt x="1173708" y="1280504"/>
                </a:lnTo>
                <a:lnTo>
                  <a:pt x="4236314" y="1280504"/>
                </a:lnTo>
                <a:lnTo>
                  <a:pt x="4517791" y="1069792"/>
                </a:lnTo>
                <a:lnTo>
                  <a:pt x="4236313" y="859079"/>
                </a:lnTo>
                <a:close/>
                <a:moveTo>
                  <a:pt x="2404784" y="0"/>
                </a:moveTo>
                <a:lnTo>
                  <a:pt x="2786921" y="0"/>
                </a:lnTo>
                <a:lnTo>
                  <a:pt x="2786921" y="476942"/>
                </a:lnTo>
                <a:lnTo>
                  <a:pt x="3725839" y="476942"/>
                </a:lnTo>
                <a:lnTo>
                  <a:pt x="4299045" y="476942"/>
                </a:lnTo>
                <a:lnTo>
                  <a:pt x="4394198" y="476942"/>
                </a:lnTo>
                <a:lnTo>
                  <a:pt x="5186150" y="1069792"/>
                </a:lnTo>
                <a:lnTo>
                  <a:pt x="4394198" y="1662641"/>
                </a:lnTo>
                <a:lnTo>
                  <a:pt x="4299045" y="1662641"/>
                </a:lnTo>
                <a:lnTo>
                  <a:pt x="3725839" y="1662641"/>
                </a:lnTo>
                <a:lnTo>
                  <a:pt x="2786921" y="1662641"/>
                </a:lnTo>
                <a:lnTo>
                  <a:pt x="2786921" y="1894649"/>
                </a:lnTo>
                <a:lnTo>
                  <a:pt x="4394580" y="1894649"/>
                </a:lnTo>
                <a:lnTo>
                  <a:pt x="4394580" y="2276786"/>
                </a:lnTo>
                <a:lnTo>
                  <a:pt x="4394579" y="2276786"/>
                </a:lnTo>
                <a:lnTo>
                  <a:pt x="4394579" y="2698211"/>
                </a:lnTo>
                <a:lnTo>
                  <a:pt x="4394580" y="2698211"/>
                </a:lnTo>
                <a:lnTo>
                  <a:pt x="4394580" y="3080348"/>
                </a:lnTo>
                <a:lnTo>
                  <a:pt x="4394579" y="3080348"/>
                </a:lnTo>
                <a:lnTo>
                  <a:pt x="4012442" y="3080348"/>
                </a:lnTo>
                <a:lnTo>
                  <a:pt x="2786921" y="3080348"/>
                </a:lnTo>
                <a:lnTo>
                  <a:pt x="2786921" y="4979047"/>
                </a:lnTo>
                <a:lnTo>
                  <a:pt x="2404784" y="4979047"/>
                </a:lnTo>
                <a:lnTo>
                  <a:pt x="2404784" y="3080348"/>
                </a:lnTo>
                <a:lnTo>
                  <a:pt x="1460311" y="3080348"/>
                </a:lnTo>
                <a:lnTo>
                  <a:pt x="887105" y="3080348"/>
                </a:lnTo>
                <a:lnTo>
                  <a:pt x="791952" y="3080348"/>
                </a:lnTo>
                <a:lnTo>
                  <a:pt x="0" y="2487499"/>
                </a:lnTo>
                <a:lnTo>
                  <a:pt x="791952" y="1894649"/>
                </a:lnTo>
                <a:lnTo>
                  <a:pt x="887105" y="1894649"/>
                </a:lnTo>
                <a:lnTo>
                  <a:pt x="1460311" y="1894649"/>
                </a:lnTo>
                <a:lnTo>
                  <a:pt x="2404784" y="1894649"/>
                </a:lnTo>
                <a:lnTo>
                  <a:pt x="2404784" y="1662641"/>
                </a:lnTo>
                <a:lnTo>
                  <a:pt x="1173708" y="1662641"/>
                </a:lnTo>
                <a:lnTo>
                  <a:pt x="791571" y="1662641"/>
                </a:lnTo>
                <a:lnTo>
                  <a:pt x="791570" y="1662641"/>
                </a:lnTo>
                <a:lnTo>
                  <a:pt x="791570" y="1280504"/>
                </a:lnTo>
                <a:lnTo>
                  <a:pt x="791571" y="1280504"/>
                </a:lnTo>
                <a:lnTo>
                  <a:pt x="791571" y="859079"/>
                </a:lnTo>
                <a:lnTo>
                  <a:pt x="791570" y="859079"/>
                </a:lnTo>
                <a:lnTo>
                  <a:pt x="791570" y="476942"/>
                </a:lnTo>
                <a:lnTo>
                  <a:pt x="2404784" y="47694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任意多边形 123"/>
          <p:cNvSpPr>
            <a:spLocks noChangeAspect="1"/>
          </p:cNvSpPr>
          <p:nvPr/>
        </p:nvSpPr>
        <p:spPr>
          <a:xfrm>
            <a:off x="8787670" y="6001876"/>
            <a:ext cx="292092" cy="360000"/>
          </a:xfrm>
          <a:custGeom>
            <a:avLst/>
            <a:gdLst>
              <a:gd name="connsiteX0" fmla="*/ 1419040 w 4517410"/>
              <a:gd name="connsiteY0" fmla="*/ 2270761 h 5567653"/>
              <a:gd name="connsiteX1" fmla="*/ 2020216 w 4517410"/>
              <a:gd name="connsiteY1" fmla="*/ 2871937 h 5567653"/>
              <a:gd name="connsiteX2" fmla="*/ 2076870 w 4517410"/>
              <a:gd name="connsiteY2" fmla="*/ 2854350 h 5567653"/>
              <a:gd name="connsiteX3" fmla="*/ 2170387 w 4517410"/>
              <a:gd name="connsiteY3" fmla="*/ 2844923 h 5567653"/>
              <a:gd name="connsiteX4" fmla="*/ 2634411 w 4517410"/>
              <a:gd name="connsiteY4" fmla="*/ 3308947 h 5567653"/>
              <a:gd name="connsiteX5" fmla="*/ 2170387 w 4517410"/>
              <a:gd name="connsiteY5" fmla="*/ 3772971 h 5567653"/>
              <a:gd name="connsiteX6" fmla="*/ 1706363 w 4517410"/>
              <a:gd name="connsiteY6" fmla="*/ 3308947 h 5567653"/>
              <a:gd name="connsiteX7" fmla="*/ 1742829 w 4517410"/>
              <a:gd name="connsiteY7" fmla="*/ 3128328 h 5567653"/>
              <a:gd name="connsiteX8" fmla="*/ 1774443 w 4517410"/>
              <a:gd name="connsiteY8" fmla="*/ 3070084 h 5567653"/>
              <a:gd name="connsiteX9" fmla="*/ 1197080 w 4517410"/>
              <a:gd name="connsiteY9" fmla="*/ 2492721 h 5567653"/>
              <a:gd name="connsiteX10" fmla="*/ 2258704 w 4517410"/>
              <a:gd name="connsiteY10" fmla="*/ 1770093 h 5567653"/>
              <a:gd name="connsiteX11" fmla="*/ 719849 w 4517410"/>
              <a:gd name="connsiteY11" fmla="*/ 3308948 h 5567653"/>
              <a:gd name="connsiteX12" fmla="*/ 2258704 w 4517410"/>
              <a:gd name="connsiteY12" fmla="*/ 4847803 h 5567653"/>
              <a:gd name="connsiteX13" fmla="*/ 3797559 w 4517410"/>
              <a:gd name="connsiteY13" fmla="*/ 3308948 h 5567653"/>
              <a:gd name="connsiteX14" fmla="*/ 2258704 w 4517410"/>
              <a:gd name="connsiteY14" fmla="*/ 1770093 h 5567653"/>
              <a:gd name="connsiteX15" fmla="*/ 1510979 w 4517410"/>
              <a:gd name="connsiteY15" fmla="*/ 0 h 5567653"/>
              <a:gd name="connsiteX16" fmla="*/ 3006427 w 4517410"/>
              <a:gd name="connsiteY16" fmla="*/ 0 h 5567653"/>
              <a:gd name="connsiteX17" fmla="*/ 3320326 w 4517410"/>
              <a:gd name="connsiteY17" fmla="*/ 313899 h 5567653"/>
              <a:gd name="connsiteX18" fmla="*/ 3006427 w 4517410"/>
              <a:gd name="connsiteY18" fmla="*/ 627798 h 5567653"/>
              <a:gd name="connsiteX19" fmla="*/ 2558954 w 4517410"/>
              <a:gd name="connsiteY19" fmla="*/ 627798 h 5567653"/>
              <a:gd name="connsiteX20" fmla="*/ 2558954 w 4517410"/>
              <a:gd name="connsiteY20" fmla="*/ 1072483 h 5567653"/>
              <a:gd name="connsiteX21" fmla="*/ 2713913 w 4517410"/>
              <a:gd name="connsiteY21" fmla="*/ 1096132 h 5567653"/>
              <a:gd name="connsiteX22" fmla="*/ 3262550 w 4517410"/>
              <a:gd name="connsiteY22" fmla="*/ 1285016 h 5567653"/>
              <a:gd name="connsiteX23" fmla="*/ 3389214 w 4517410"/>
              <a:gd name="connsiteY23" fmla="*/ 1354811 h 5567653"/>
              <a:gd name="connsiteX24" fmla="*/ 3918653 w 4517410"/>
              <a:gd name="connsiteY24" fmla="*/ 825372 h 5567653"/>
              <a:gd name="connsiteX25" fmla="*/ 4343271 w 4517410"/>
              <a:gd name="connsiteY25" fmla="*/ 1249990 h 5567653"/>
              <a:gd name="connsiteX26" fmla="*/ 3868351 w 4517410"/>
              <a:gd name="connsiteY26" fmla="*/ 1724910 h 5567653"/>
              <a:gd name="connsiteX27" fmla="*/ 3874896 w 4517410"/>
              <a:gd name="connsiteY27" fmla="*/ 1731076 h 5567653"/>
              <a:gd name="connsiteX28" fmla="*/ 4517410 w 4517410"/>
              <a:gd name="connsiteY28" fmla="*/ 3308948 h 5567653"/>
              <a:gd name="connsiteX29" fmla="*/ 2258705 w 4517410"/>
              <a:gd name="connsiteY29" fmla="*/ 5567653 h 5567653"/>
              <a:gd name="connsiteX30" fmla="*/ 0 w 4517410"/>
              <a:gd name="connsiteY30" fmla="*/ 3308948 h 5567653"/>
              <a:gd name="connsiteX31" fmla="*/ 661559 w 4517410"/>
              <a:gd name="connsiteY31" fmla="*/ 1711803 h 5567653"/>
              <a:gd name="connsiteX32" fmla="*/ 693565 w 4517410"/>
              <a:gd name="connsiteY32" fmla="*/ 1682714 h 5567653"/>
              <a:gd name="connsiteX33" fmla="*/ 260842 w 4517410"/>
              <a:gd name="connsiteY33" fmla="*/ 1249990 h 5567653"/>
              <a:gd name="connsiteX34" fmla="*/ 685460 w 4517410"/>
              <a:gd name="connsiteY34" fmla="*/ 825372 h 5567653"/>
              <a:gd name="connsiteX35" fmla="*/ 1182661 w 4517410"/>
              <a:gd name="connsiteY35" fmla="*/ 1322573 h 5567653"/>
              <a:gd name="connsiteX36" fmla="*/ 1379515 w 4517410"/>
              <a:gd name="connsiteY36" fmla="*/ 1227743 h 5567653"/>
              <a:gd name="connsiteX37" fmla="*/ 1803497 w 4517410"/>
              <a:gd name="connsiteY37" fmla="*/ 1096132 h 5567653"/>
              <a:gd name="connsiteX38" fmla="*/ 1958453 w 4517410"/>
              <a:gd name="connsiteY38" fmla="*/ 1072483 h 5567653"/>
              <a:gd name="connsiteX39" fmla="*/ 1958453 w 4517410"/>
              <a:gd name="connsiteY39" fmla="*/ 627798 h 5567653"/>
              <a:gd name="connsiteX40" fmla="*/ 1510979 w 4517410"/>
              <a:gd name="connsiteY40" fmla="*/ 627798 h 5567653"/>
              <a:gd name="connsiteX41" fmla="*/ 1197080 w 4517410"/>
              <a:gd name="connsiteY41" fmla="*/ 313899 h 5567653"/>
              <a:gd name="connsiteX42" fmla="*/ 1510979 w 4517410"/>
              <a:gd name="connsiteY42" fmla="*/ 0 h 5567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17410" h="5567653">
                <a:moveTo>
                  <a:pt x="1419040" y="2270761"/>
                </a:moveTo>
                <a:lnTo>
                  <a:pt x="2020216" y="2871937"/>
                </a:lnTo>
                <a:lnTo>
                  <a:pt x="2076870" y="2854350"/>
                </a:lnTo>
                <a:cubicBezTo>
                  <a:pt x="2107077" y="2848169"/>
                  <a:pt x="2138353" y="2844923"/>
                  <a:pt x="2170387" y="2844923"/>
                </a:cubicBezTo>
                <a:cubicBezTo>
                  <a:pt x="2426660" y="2844923"/>
                  <a:pt x="2634411" y="3052674"/>
                  <a:pt x="2634411" y="3308947"/>
                </a:cubicBezTo>
                <a:cubicBezTo>
                  <a:pt x="2634411" y="3565220"/>
                  <a:pt x="2426660" y="3772971"/>
                  <a:pt x="2170387" y="3772971"/>
                </a:cubicBezTo>
                <a:cubicBezTo>
                  <a:pt x="1914114" y="3772971"/>
                  <a:pt x="1706363" y="3565220"/>
                  <a:pt x="1706363" y="3308947"/>
                </a:cubicBezTo>
                <a:cubicBezTo>
                  <a:pt x="1706363" y="3244879"/>
                  <a:pt x="1719348" y="3183843"/>
                  <a:pt x="1742829" y="3128328"/>
                </a:cubicBezTo>
                <a:lnTo>
                  <a:pt x="1774443" y="3070084"/>
                </a:lnTo>
                <a:lnTo>
                  <a:pt x="1197080" y="2492721"/>
                </a:lnTo>
                <a:close/>
                <a:moveTo>
                  <a:pt x="2258704" y="1770093"/>
                </a:moveTo>
                <a:cubicBezTo>
                  <a:pt x="1408818" y="1770093"/>
                  <a:pt x="719849" y="2459062"/>
                  <a:pt x="719849" y="3308948"/>
                </a:cubicBezTo>
                <a:cubicBezTo>
                  <a:pt x="719849" y="4158834"/>
                  <a:pt x="1408818" y="4847803"/>
                  <a:pt x="2258704" y="4847803"/>
                </a:cubicBezTo>
                <a:cubicBezTo>
                  <a:pt x="3108590" y="4847803"/>
                  <a:pt x="3797559" y="4158834"/>
                  <a:pt x="3797559" y="3308948"/>
                </a:cubicBezTo>
                <a:cubicBezTo>
                  <a:pt x="3797559" y="2459062"/>
                  <a:pt x="3108590" y="1770093"/>
                  <a:pt x="2258704" y="1770093"/>
                </a:cubicBezTo>
                <a:close/>
                <a:moveTo>
                  <a:pt x="1510979" y="0"/>
                </a:moveTo>
                <a:lnTo>
                  <a:pt x="3006427" y="0"/>
                </a:lnTo>
                <a:cubicBezTo>
                  <a:pt x="3179789" y="0"/>
                  <a:pt x="3320326" y="140537"/>
                  <a:pt x="3320326" y="313899"/>
                </a:cubicBezTo>
                <a:cubicBezTo>
                  <a:pt x="3320326" y="487261"/>
                  <a:pt x="3179789" y="627798"/>
                  <a:pt x="3006427" y="627798"/>
                </a:cubicBezTo>
                <a:lnTo>
                  <a:pt x="2558954" y="627798"/>
                </a:lnTo>
                <a:lnTo>
                  <a:pt x="2558954" y="1072483"/>
                </a:lnTo>
                <a:lnTo>
                  <a:pt x="2713913" y="1096132"/>
                </a:lnTo>
                <a:cubicBezTo>
                  <a:pt x="2906898" y="1135623"/>
                  <a:pt x="3090918" y="1199725"/>
                  <a:pt x="3262550" y="1285016"/>
                </a:cubicBezTo>
                <a:lnTo>
                  <a:pt x="3389214" y="1354811"/>
                </a:lnTo>
                <a:lnTo>
                  <a:pt x="3918653" y="825372"/>
                </a:lnTo>
                <a:lnTo>
                  <a:pt x="4343271" y="1249990"/>
                </a:lnTo>
                <a:lnTo>
                  <a:pt x="3868351" y="1724910"/>
                </a:lnTo>
                <a:lnTo>
                  <a:pt x="3874896" y="1731076"/>
                </a:lnTo>
                <a:cubicBezTo>
                  <a:pt x="4272435" y="2138208"/>
                  <a:pt x="4517410" y="2694970"/>
                  <a:pt x="4517410" y="3308948"/>
                </a:cubicBezTo>
                <a:cubicBezTo>
                  <a:pt x="4517410" y="4556396"/>
                  <a:pt x="3506153" y="5567653"/>
                  <a:pt x="2258705" y="5567653"/>
                </a:cubicBezTo>
                <a:cubicBezTo>
                  <a:pt x="1011257" y="5567653"/>
                  <a:pt x="0" y="4556396"/>
                  <a:pt x="0" y="3308948"/>
                </a:cubicBezTo>
                <a:cubicBezTo>
                  <a:pt x="0" y="2685224"/>
                  <a:pt x="252814" y="2120548"/>
                  <a:pt x="661559" y="1711803"/>
                </a:cubicBezTo>
                <a:lnTo>
                  <a:pt x="693565" y="1682714"/>
                </a:lnTo>
                <a:lnTo>
                  <a:pt x="260842" y="1249990"/>
                </a:lnTo>
                <a:lnTo>
                  <a:pt x="685460" y="825372"/>
                </a:lnTo>
                <a:lnTo>
                  <a:pt x="1182661" y="1322573"/>
                </a:lnTo>
                <a:lnTo>
                  <a:pt x="1379515" y="1227743"/>
                </a:lnTo>
                <a:cubicBezTo>
                  <a:pt x="1514629" y="1170595"/>
                  <a:pt x="1656461" y="1126220"/>
                  <a:pt x="1803497" y="1096132"/>
                </a:cubicBezTo>
                <a:lnTo>
                  <a:pt x="1958453" y="1072483"/>
                </a:lnTo>
                <a:lnTo>
                  <a:pt x="1958453" y="627798"/>
                </a:lnTo>
                <a:lnTo>
                  <a:pt x="1510979" y="627798"/>
                </a:lnTo>
                <a:cubicBezTo>
                  <a:pt x="1337617" y="627798"/>
                  <a:pt x="1197080" y="487261"/>
                  <a:pt x="1197080" y="313899"/>
                </a:cubicBezTo>
                <a:cubicBezTo>
                  <a:pt x="1197080" y="140537"/>
                  <a:pt x="1337617" y="0"/>
                  <a:pt x="151097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任意多边形 124"/>
          <p:cNvSpPr>
            <a:spLocks noChangeAspect="1"/>
          </p:cNvSpPr>
          <p:nvPr/>
        </p:nvSpPr>
        <p:spPr>
          <a:xfrm>
            <a:off x="9565572" y="6001876"/>
            <a:ext cx="351579" cy="360000"/>
          </a:xfrm>
          <a:custGeom>
            <a:avLst/>
            <a:gdLst>
              <a:gd name="connsiteX0" fmla="*/ 1719618 w 4558353"/>
              <a:gd name="connsiteY0" fmla="*/ 2988858 h 4667534"/>
              <a:gd name="connsiteX1" fmla="*/ 1719618 w 4558353"/>
              <a:gd name="connsiteY1" fmla="*/ 3384643 h 4667534"/>
              <a:gd name="connsiteX2" fmla="*/ 4203511 w 4558353"/>
              <a:gd name="connsiteY2" fmla="*/ 3384643 h 4667534"/>
              <a:gd name="connsiteX3" fmla="*/ 4203511 w 4558353"/>
              <a:gd name="connsiteY3" fmla="*/ 2988858 h 4667534"/>
              <a:gd name="connsiteX4" fmla="*/ 1719618 w 4558353"/>
              <a:gd name="connsiteY4" fmla="*/ 2333767 h 4667534"/>
              <a:gd name="connsiteX5" fmla="*/ 1719618 w 4558353"/>
              <a:gd name="connsiteY5" fmla="*/ 2729552 h 4667534"/>
              <a:gd name="connsiteX6" fmla="*/ 4203511 w 4558353"/>
              <a:gd name="connsiteY6" fmla="*/ 2729552 h 4667534"/>
              <a:gd name="connsiteX7" fmla="*/ 4203511 w 4558353"/>
              <a:gd name="connsiteY7" fmla="*/ 2333767 h 4667534"/>
              <a:gd name="connsiteX8" fmla="*/ 1719618 w 4558353"/>
              <a:gd name="connsiteY8" fmla="*/ 1678676 h 4667534"/>
              <a:gd name="connsiteX9" fmla="*/ 1719618 w 4558353"/>
              <a:gd name="connsiteY9" fmla="*/ 2074461 h 4667534"/>
              <a:gd name="connsiteX10" fmla="*/ 4203511 w 4558353"/>
              <a:gd name="connsiteY10" fmla="*/ 2074461 h 4667534"/>
              <a:gd name="connsiteX11" fmla="*/ 4203511 w 4558353"/>
              <a:gd name="connsiteY11" fmla="*/ 1678676 h 4667534"/>
              <a:gd name="connsiteX12" fmla="*/ 0 w 4558353"/>
              <a:gd name="connsiteY12" fmla="*/ 805219 h 4667534"/>
              <a:gd name="connsiteX13" fmla="*/ 1119113 w 4558353"/>
              <a:gd name="connsiteY13" fmla="*/ 805219 h 4667534"/>
              <a:gd name="connsiteX14" fmla="*/ 1119113 w 4558353"/>
              <a:gd name="connsiteY14" fmla="*/ 4203511 h 4667534"/>
              <a:gd name="connsiteX15" fmla="*/ 3234519 w 4558353"/>
              <a:gd name="connsiteY15" fmla="*/ 4203511 h 4667534"/>
              <a:gd name="connsiteX16" fmla="*/ 3234519 w 4558353"/>
              <a:gd name="connsiteY16" fmla="*/ 4667534 h 4667534"/>
              <a:gd name="connsiteX17" fmla="*/ 1119113 w 4558353"/>
              <a:gd name="connsiteY17" fmla="*/ 4667534 h 4667534"/>
              <a:gd name="connsiteX18" fmla="*/ 0 w 4558353"/>
              <a:gd name="connsiteY18" fmla="*/ 4667534 h 4667534"/>
              <a:gd name="connsiteX19" fmla="*/ 3616658 w 4558353"/>
              <a:gd name="connsiteY19" fmla="*/ 1 h 4667534"/>
              <a:gd name="connsiteX20" fmla="*/ 4558353 w 4558353"/>
              <a:gd name="connsiteY20" fmla="*/ 941696 h 4667534"/>
              <a:gd name="connsiteX21" fmla="*/ 3616658 w 4558353"/>
              <a:gd name="connsiteY21" fmla="*/ 941696 h 4667534"/>
              <a:gd name="connsiteX22" fmla="*/ 1378423 w 4558353"/>
              <a:gd name="connsiteY22" fmla="*/ 0 h 4667534"/>
              <a:gd name="connsiteX23" fmla="*/ 3357348 w 4558353"/>
              <a:gd name="connsiteY23" fmla="*/ 0 h 4667534"/>
              <a:gd name="connsiteX24" fmla="*/ 3357348 w 4558353"/>
              <a:gd name="connsiteY24" fmla="*/ 1160060 h 4667534"/>
              <a:gd name="connsiteX25" fmla="*/ 4558353 w 4558353"/>
              <a:gd name="connsiteY25" fmla="*/ 1160060 h 4667534"/>
              <a:gd name="connsiteX26" fmla="*/ 4558353 w 4558353"/>
              <a:gd name="connsiteY26" fmla="*/ 3916907 h 4667534"/>
              <a:gd name="connsiteX27" fmla="*/ 3357348 w 4558353"/>
              <a:gd name="connsiteY27" fmla="*/ 3916907 h 4667534"/>
              <a:gd name="connsiteX28" fmla="*/ 2579428 w 4558353"/>
              <a:gd name="connsiteY28" fmla="*/ 3916907 h 4667534"/>
              <a:gd name="connsiteX29" fmla="*/ 1378423 w 4558353"/>
              <a:gd name="connsiteY29" fmla="*/ 3916907 h 46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58353" h="4667534">
                <a:moveTo>
                  <a:pt x="1719618" y="2988858"/>
                </a:moveTo>
                <a:lnTo>
                  <a:pt x="1719618" y="3384643"/>
                </a:lnTo>
                <a:lnTo>
                  <a:pt x="4203511" y="3384643"/>
                </a:lnTo>
                <a:lnTo>
                  <a:pt x="4203511" y="2988858"/>
                </a:lnTo>
                <a:close/>
                <a:moveTo>
                  <a:pt x="1719618" y="2333767"/>
                </a:moveTo>
                <a:lnTo>
                  <a:pt x="1719618" y="2729552"/>
                </a:lnTo>
                <a:lnTo>
                  <a:pt x="4203511" y="2729552"/>
                </a:lnTo>
                <a:lnTo>
                  <a:pt x="4203511" y="2333767"/>
                </a:lnTo>
                <a:close/>
                <a:moveTo>
                  <a:pt x="1719618" y="1678676"/>
                </a:moveTo>
                <a:lnTo>
                  <a:pt x="1719618" y="2074461"/>
                </a:lnTo>
                <a:lnTo>
                  <a:pt x="4203511" y="2074461"/>
                </a:lnTo>
                <a:lnTo>
                  <a:pt x="4203511" y="1678676"/>
                </a:lnTo>
                <a:close/>
                <a:moveTo>
                  <a:pt x="0" y="805219"/>
                </a:moveTo>
                <a:lnTo>
                  <a:pt x="1119113" y="805219"/>
                </a:lnTo>
                <a:lnTo>
                  <a:pt x="1119113" y="4203511"/>
                </a:lnTo>
                <a:lnTo>
                  <a:pt x="3234519" y="4203511"/>
                </a:lnTo>
                <a:lnTo>
                  <a:pt x="3234519" y="4667534"/>
                </a:lnTo>
                <a:lnTo>
                  <a:pt x="1119113" y="4667534"/>
                </a:lnTo>
                <a:lnTo>
                  <a:pt x="0" y="4667534"/>
                </a:lnTo>
                <a:close/>
                <a:moveTo>
                  <a:pt x="3616658" y="1"/>
                </a:moveTo>
                <a:lnTo>
                  <a:pt x="4558353" y="941696"/>
                </a:lnTo>
                <a:lnTo>
                  <a:pt x="3616658" y="941696"/>
                </a:lnTo>
                <a:close/>
                <a:moveTo>
                  <a:pt x="1378423" y="0"/>
                </a:moveTo>
                <a:lnTo>
                  <a:pt x="3357348" y="0"/>
                </a:lnTo>
                <a:lnTo>
                  <a:pt x="3357348" y="1160060"/>
                </a:lnTo>
                <a:lnTo>
                  <a:pt x="4558353" y="1160060"/>
                </a:lnTo>
                <a:lnTo>
                  <a:pt x="4558353" y="3916907"/>
                </a:lnTo>
                <a:lnTo>
                  <a:pt x="3357348" y="3916907"/>
                </a:lnTo>
                <a:lnTo>
                  <a:pt x="2579428" y="3916907"/>
                </a:lnTo>
                <a:lnTo>
                  <a:pt x="1378423" y="39169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任意多边形 125"/>
          <p:cNvSpPr>
            <a:spLocks noChangeAspect="1"/>
          </p:cNvSpPr>
          <p:nvPr/>
        </p:nvSpPr>
        <p:spPr>
          <a:xfrm>
            <a:off x="10349101" y="6001876"/>
            <a:ext cx="399809" cy="360000"/>
          </a:xfrm>
          <a:custGeom>
            <a:avLst/>
            <a:gdLst>
              <a:gd name="connsiteX0" fmla="*/ 3637129 w 4763067"/>
              <a:gd name="connsiteY0" fmla="*/ 545911 h 4288810"/>
              <a:gd name="connsiteX1" fmla="*/ 3637129 w 4763067"/>
              <a:gd name="connsiteY1" fmla="*/ 1443896 h 4288810"/>
              <a:gd name="connsiteX2" fmla="*/ 4258162 w 4763067"/>
              <a:gd name="connsiteY2" fmla="*/ 545911 h 4288810"/>
              <a:gd name="connsiteX3" fmla="*/ 1125941 w 4763067"/>
              <a:gd name="connsiteY3" fmla="*/ 0 h 4288810"/>
              <a:gd name="connsiteX4" fmla="*/ 3637129 w 4763067"/>
              <a:gd name="connsiteY4" fmla="*/ 0 h 4288810"/>
              <a:gd name="connsiteX5" fmla="*/ 3637129 w 4763067"/>
              <a:gd name="connsiteY5" fmla="*/ 156950 h 4288810"/>
              <a:gd name="connsiteX6" fmla="*/ 4763067 w 4763067"/>
              <a:gd name="connsiteY6" fmla="*/ 156950 h 4288810"/>
              <a:gd name="connsiteX7" fmla="*/ 4763067 w 4763067"/>
              <a:gd name="connsiteY7" fmla="*/ 520655 h 4288810"/>
              <a:gd name="connsiteX8" fmla="*/ 4763067 w 4763067"/>
              <a:gd name="connsiteY8" fmla="*/ 545911 h 4288810"/>
              <a:gd name="connsiteX9" fmla="*/ 4745600 w 4763067"/>
              <a:gd name="connsiteY9" fmla="*/ 545911 h 4288810"/>
              <a:gd name="connsiteX10" fmla="*/ 3637129 w 4763067"/>
              <a:gd name="connsiteY10" fmla="*/ 2148708 h 4288810"/>
              <a:gd name="connsiteX11" fmla="*/ 3637129 w 4763067"/>
              <a:gd name="connsiteY11" fmla="*/ 2388359 h 4288810"/>
              <a:gd name="connsiteX12" fmla="*/ 3637128 w 4763067"/>
              <a:gd name="connsiteY12" fmla="*/ 2388359 h 4288810"/>
              <a:gd name="connsiteX13" fmla="*/ 2756846 w 4763067"/>
              <a:gd name="connsiteY13" fmla="*/ 3335619 h 4288810"/>
              <a:gd name="connsiteX14" fmla="*/ 2756846 w 4763067"/>
              <a:gd name="connsiteY14" fmla="*/ 3504881 h 4288810"/>
              <a:gd name="connsiteX15" fmla="*/ 3691719 w 4763067"/>
              <a:gd name="connsiteY15" fmla="*/ 4288810 h 4288810"/>
              <a:gd name="connsiteX16" fmla="*/ 1071347 w 4763067"/>
              <a:gd name="connsiteY16" fmla="*/ 4288810 h 4288810"/>
              <a:gd name="connsiteX17" fmla="*/ 2006219 w 4763067"/>
              <a:gd name="connsiteY17" fmla="*/ 3504882 h 4288810"/>
              <a:gd name="connsiteX18" fmla="*/ 2006219 w 4763067"/>
              <a:gd name="connsiteY18" fmla="*/ 3335616 h 4288810"/>
              <a:gd name="connsiteX19" fmla="*/ 1125940 w 4763067"/>
              <a:gd name="connsiteY19" fmla="*/ 2388359 h 4288810"/>
              <a:gd name="connsiteX20" fmla="*/ 1125941 w 4763067"/>
              <a:gd name="connsiteY20" fmla="*/ 2388359 h 4288810"/>
              <a:gd name="connsiteX21" fmla="*/ 1125941 w 4763067"/>
              <a:gd name="connsiteY21" fmla="*/ 2148712 h 4288810"/>
              <a:gd name="connsiteX22" fmla="*/ 17467 w 4763067"/>
              <a:gd name="connsiteY22" fmla="*/ 545911 h 4288810"/>
              <a:gd name="connsiteX23" fmla="*/ 0 w 4763067"/>
              <a:gd name="connsiteY23" fmla="*/ 545911 h 4288810"/>
              <a:gd name="connsiteX24" fmla="*/ 0 w 4763067"/>
              <a:gd name="connsiteY24" fmla="*/ 520654 h 4288810"/>
              <a:gd name="connsiteX25" fmla="*/ 0 w 4763067"/>
              <a:gd name="connsiteY25" fmla="*/ 520653 h 4288810"/>
              <a:gd name="connsiteX26" fmla="*/ 0 w 4763067"/>
              <a:gd name="connsiteY26" fmla="*/ 520652 h 4288810"/>
              <a:gd name="connsiteX27" fmla="*/ 0 w 4763067"/>
              <a:gd name="connsiteY27" fmla="*/ 156950 h 4288810"/>
              <a:gd name="connsiteX28" fmla="*/ 1125939 w 4763067"/>
              <a:gd name="connsiteY28" fmla="*/ 156950 h 4288810"/>
              <a:gd name="connsiteX29" fmla="*/ 1125939 w 4763067"/>
              <a:gd name="connsiteY29" fmla="*/ 545911 h 4288810"/>
              <a:gd name="connsiteX30" fmla="*/ 504905 w 4763067"/>
              <a:gd name="connsiteY30" fmla="*/ 545911 h 4288810"/>
              <a:gd name="connsiteX31" fmla="*/ 1125941 w 4763067"/>
              <a:gd name="connsiteY31" fmla="*/ 1443900 h 4288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763067" h="4288810">
                <a:moveTo>
                  <a:pt x="3637129" y="545911"/>
                </a:moveTo>
                <a:lnTo>
                  <a:pt x="3637129" y="1443896"/>
                </a:lnTo>
                <a:lnTo>
                  <a:pt x="4258162" y="545911"/>
                </a:lnTo>
                <a:close/>
                <a:moveTo>
                  <a:pt x="1125941" y="0"/>
                </a:moveTo>
                <a:lnTo>
                  <a:pt x="3637129" y="0"/>
                </a:lnTo>
                <a:lnTo>
                  <a:pt x="3637129" y="156950"/>
                </a:lnTo>
                <a:lnTo>
                  <a:pt x="4763067" y="156950"/>
                </a:lnTo>
                <a:lnTo>
                  <a:pt x="4763067" y="520655"/>
                </a:lnTo>
                <a:lnTo>
                  <a:pt x="4763067" y="545911"/>
                </a:lnTo>
                <a:lnTo>
                  <a:pt x="4745600" y="545911"/>
                </a:lnTo>
                <a:lnTo>
                  <a:pt x="3637129" y="2148708"/>
                </a:lnTo>
                <a:lnTo>
                  <a:pt x="3637129" y="2388359"/>
                </a:lnTo>
                <a:lnTo>
                  <a:pt x="3637128" y="2388359"/>
                </a:lnTo>
                <a:lnTo>
                  <a:pt x="2756846" y="3335619"/>
                </a:lnTo>
                <a:lnTo>
                  <a:pt x="2756846" y="3504881"/>
                </a:lnTo>
                <a:lnTo>
                  <a:pt x="3691719" y="4288810"/>
                </a:lnTo>
                <a:lnTo>
                  <a:pt x="1071347" y="4288810"/>
                </a:lnTo>
                <a:lnTo>
                  <a:pt x="2006219" y="3504882"/>
                </a:lnTo>
                <a:lnTo>
                  <a:pt x="2006219" y="3335616"/>
                </a:lnTo>
                <a:lnTo>
                  <a:pt x="1125940" y="2388359"/>
                </a:lnTo>
                <a:lnTo>
                  <a:pt x="1125941" y="2388359"/>
                </a:lnTo>
                <a:lnTo>
                  <a:pt x="1125941" y="2148712"/>
                </a:lnTo>
                <a:lnTo>
                  <a:pt x="17467" y="545911"/>
                </a:lnTo>
                <a:lnTo>
                  <a:pt x="0" y="545911"/>
                </a:lnTo>
                <a:lnTo>
                  <a:pt x="0" y="520654"/>
                </a:lnTo>
                <a:lnTo>
                  <a:pt x="0" y="520653"/>
                </a:lnTo>
                <a:lnTo>
                  <a:pt x="0" y="520652"/>
                </a:lnTo>
                <a:lnTo>
                  <a:pt x="0" y="156950"/>
                </a:lnTo>
                <a:lnTo>
                  <a:pt x="1125939" y="156950"/>
                </a:lnTo>
                <a:lnTo>
                  <a:pt x="1125939" y="545911"/>
                </a:lnTo>
                <a:lnTo>
                  <a:pt x="504905" y="545911"/>
                </a:lnTo>
                <a:lnTo>
                  <a:pt x="1125941" y="14439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任意多边形 126"/>
          <p:cNvSpPr>
            <a:spLocks noChangeAspect="1"/>
          </p:cNvSpPr>
          <p:nvPr/>
        </p:nvSpPr>
        <p:spPr>
          <a:xfrm>
            <a:off x="11158812" y="6001876"/>
            <a:ext cx="395674" cy="360000"/>
          </a:xfrm>
          <a:custGeom>
            <a:avLst/>
            <a:gdLst>
              <a:gd name="connsiteX0" fmla="*/ 2608326 w 3926832"/>
              <a:gd name="connsiteY0" fmla="*/ 2387700 h 3572793"/>
              <a:gd name="connsiteX1" fmla="*/ 2056310 w 3926832"/>
              <a:gd name="connsiteY1" fmla="*/ 2592284 h 3572793"/>
              <a:gd name="connsiteX2" fmla="*/ 2216992 w 3926832"/>
              <a:gd name="connsiteY2" fmla="*/ 2816407 h 3572793"/>
              <a:gd name="connsiteX3" fmla="*/ 2770110 w 3926832"/>
              <a:gd name="connsiteY3" fmla="*/ 2613360 h 3572793"/>
              <a:gd name="connsiteX4" fmla="*/ 2574832 w 3926832"/>
              <a:gd name="connsiteY4" fmla="*/ 0 h 3572793"/>
              <a:gd name="connsiteX5" fmla="*/ 3926832 w 3926832"/>
              <a:gd name="connsiteY5" fmla="*/ 1899046 h 3572793"/>
              <a:gd name="connsiteX6" fmla="*/ 2953284 w 3926832"/>
              <a:gd name="connsiteY6" fmla="*/ 2259854 h 3572793"/>
              <a:gd name="connsiteX7" fmla="*/ 3194008 w 3926832"/>
              <a:gd name="connsiteY7" fmla="*/ 2595623 h 3572793"/>
              <a:gd name="connsiteX8" fmla="*/ 3222917 w 3926832"/>
              <a:gd name="connsiteY8" fmla="*/ 2659874 h 3572793"/>
              <a:gd name="connsiteX9" fmla="*/ 3224314 w 3926832"/>
              <a:gd name="connsiteY9" fmla="*/ 2708385 h 3572793"/>
              <a:gd name="connsiteX10" fmla="*/ 3224431 w 3926832"/>
              <a:gd name="connsiteY10" fmla="*/ 2709144 h 3572793"/>
              <a:gd name="connsiteX11" fmla="*/ 3224346 w 3926832"/>
              <a:gd name="connsiteY11" fmla="*/ 2709489 h 3572793"/>
              <a:gd name="connsiteX12" fmla="*/ 3224874 w 3926832"/>
              <a:gd name="connsiteY12" fmla="*/ 2727861 h 3572793"/>
              <a:gd name="connsiteX13" fmla="*/ 3209886 w 3926832"/>
              <a:gd name="connsiteY13" fmla="*/ 2768220 h 3572793"/>
              <a:gd name="connsiteX14" fmla="*/ 3208171 w 3926832"/>
              <a:gd name="connsiteY14" fmla="*/ 2775188 h 3572793"/>
              <a:gd name="connsiteX15" fmla="*/ 3206376 w 3926832"/>
              <a:gd name="connsiteY15" fmla="*/ 2777671 h 3572793"/>
              <a:gd name="connsiteX16" fmla="*/ 3201195 w 3926832"/>
              <a:gd name="connsiteY16" fmla="*/ 2791623 h 3572793"/>
              <a:gd name="connsiteX17" fmla="*/ 3179283 w 3926832"/>
              <a:gd name="connsiteY17" fmla="*/ 2815163 h 3572793"/>
              <a:gd name="connsiteX18" fmla="*/ 3168333 w 3926832"/>
              <a:gd name="connsiteY18" fmla="*/ 2830316 h 3572793"/>
              <a:gd name="connsiteX19" fmla="*/ 3160963 w 3926832"/>
              <a:gd name="connsiteY19" fmla="*/ 2834846 h 3572793"/>
              <a:gd name="connsiteX20" fmla="*/ 3153194 w 3926832"/>
              <a:gd name="connsiteY20" fmla="*/ 2843192 h 3572793"/>
              <a:gd name="connsiteX21" fmla="*/ 3131493 w 3926832"/>
              <a:gd name="connsiteY21" fmla="*/ 2852956 h 3572793"/>
              <a:gd name="connsiteX22" fmla="*/ 3108308 w 3926832"/>
              <a:gd name="connsiteY22" fmla="*/ 2867204 h 3572793"/>
              <a:gd name="connsiteX23" fmla="*/ 2212023 w 3926832"/>
              <a:gd name="connsiteY23" fmla="*/ 3196226 h 3572793"/>
              <a:gd name="connsiteX24" fmla="*/ 2076344 w 3926832"/>
              <a:gd name="connsiteY24" fmla="*/ 3190677 h 3572793"/>
              <a:gd name="connsiteX25" fmla="*/ 2057578 w 3926832"/>
              <a:gd name="connsiteY25" fmla="*/ 3177116 h 3572793"/>
              <a:gd name="connsiteX26" fmla="*/ 2055617 w 3926832"/>
              <a:gd name="connsiteY26" fmla="*/ 3176387 h 3572793"/>
              <a:gd name="connsiteX27" fmla="*/ 2052307 w 3926832"/>
              <a:gd name="connsiteY27" fmla="*/ 3173307 h 3572793"/>
              <a:gd name="connsiteX28" fmla="*/ 2021216 w 3926832"/>
              <a:gd name="connsiteY28" fmla="*/ 3150839 h 3572793"/>
              <a:gd name="connsiteX29" fmla="*/ 2011923 w 3926832"/>
              <a:gd name="connsiteY29" fmla="*/ 3135717 h 3572793"/>
              <a:gd name="connsiteX30" fmla="*/ 2004046 w 3926832"/>
              <a:gd name="connsiteY30" fmla="*/ 3128385 h 3572793"/>
              <a:gd name="connsiteX31" fmla="*/ 1711352 w 3926832"/>
              <a:gd name="connsiteY31" fmla="*/ 2720129 h 3572793"/>
              <a:gd name="connsiteX32" fmla="*/ 1080750 w 3926832"/>
              <a:gd name="connsiteY32" fmla="*/ 2953838 h 3572793"/>
              <a:gd name="connsiteX33" fmla="*/ 859854 w 3926832"/>
              <a:gd name="connsiteY33" fmla="*/ 3572793 h 3572793"/>
              <a:gd name="connsiteX34" fmla="*/ 0 w 3926832"/>
              <a:gd name="connsiteY34" fmla="*/ 2365024 h 3572793"/>
              <a:gd name="connsiteX35" fmla="*/ 634421 w 3926832"/>
              <a:gd name="connsiteY35" fmla="*/ 2359071 h 357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926832" h="3572793">
                <a:moveTo>
                  <a:pt x="2608326" y="2387700"/>
                </a:moveTo>
                <a:lnTo>
                  <a:pt x="2056310" y="2592284"/>
                </a:lnTo>
                <a:lnTo>
                  <a:pt x="2216992" y="2816407"/>
                </a:lnTo>
                <a:lnTo>
                  <a:pt x="2770110" y="2613360"/>
                </a:lnTo>
                <a:close/>
                <a:moveTo>
                  <a:pt x="2574832" y="0"/>
                </a:moveTo>
                <a:lnTo>
                  <a:pt x="3926832" y="1899046"/>
                </a:lnTo>
                <a:lnTo>
                  <a:pt x="2953284" y="2259854"/>
                </a:lnTo>
                <a:lnTo>
                  <a:pt x="3194008" y="2595623"/>
                </a:lnTo>
                <a:cubicBezTo>
                  <a:pt x="3208282" y="2615532"/>
                  <a:pt x="3217846" y="2637392"/>
                  <a:pt x="3222917" y="2659874"/>
                </a:cubicBezTo>
                <a:lnTo>
                  <a:pt x="3224314" y="2708385"/>
                </a:lnTo>
                <a:lnTo>
                  <a:pt x="3224431" y="2709144"/>
                </a:lnTo>
                <a:lnTo>
                  <a:pt x="3224346" y="2709489"/>
                </a:lnTo>
                <a:lnTo>
                  <a:pt x="3224874" y="2727861"/>
                </a:lnTo>
                <a:lnTo>
                  <a:pt x="3209886" y="2768220"/>
                </a:lnTo>
                <a:lnTo>
                  <a:pt x="3208171" y="2775188"/>
                </a:lnTo>
                <a:lnTo>
                  <a:pt x="3206376" y="2777671"/>
                </a:lnTo>
                <a:lnTo>
                  <a:pt x="3201195" y="2791623"/>
                </a:lnTo>
                <a:lnTo>
                  <a:pt x="3179283" y="2815163"/>
                </a:lnTo>
                <a:lnTo>
                  <a:pt x="3168333" y="2830316"/>
                </a:lnTo>
                <a:lnTo>
                  <a:pt x="3160963" y="2834846"/>
                </a:lnTo>
                <a:lnTo>
                  <a:pt x="3153194" y="2843192"/>
                </a:lnTo>
                <a:lnTo>
                  <a:pt x="3131493" y="2852956"/>
                </a:lnTo>
                <a:lnTo>
                  <a:pt x="3108308" y="2867204"/>
                </a:lnTo>
                <a:lnTo>
                  <a:pt x="2212023" y="3196226"/>
                </a:lnTo>
                <a:cubicBezTo>
                  <a:pt x="2166031" y="3213109"/>
                  <a:pt x="2117549" y="3209753"/>
                  <a:pt x="2076344" y="3190677"/>
                </a:cubicBezTo>
                <a:lnTo>
                  <a:pt x="2057578" y="3177116"/>
                </a:lnTo>
                <a:lnTo>
                  <a:pt x="2055617" y="3176387"/>
                </a:lnTo>
                <a:lnTo>
                  <a:pt x="2052307" y="3173307"/>
                </a:lnTo>
                <a:lnTo>
                  <a:pt x="2021216" y="3150839"/>
                </a:lnTo>
                <a:lnTo>
                  <a:pt x="2011923" y="3135717"/>
                </a:lnTo>
                <a:lnTo>
                  <a:pt x="2004046" y="3128385"/>
                </a:lnTo>
                <a:lnTo>
                  <a:pt x="1711352" y="2720129"/>
                </a:lnTo>
                <a:lnTo>
                  <a:pt x="1080750" y="2953838"/>
                </a:lnTo>
                <a:lnTo>
                  <a:pt x="859854" y="3572793"/>
                </a:lnTo>
                <a:lnTo>
                  <a:pt x="0" y="2365024"/>
                </a:lnTo>
                <a:lnTo>
                  <a:pt x="634421" y="23590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04848123"/>
      </p:ext>
    </p:extLst>
  </p:cSld>
  <p:clrMapOvr>
    <a:masterClrMapping/>
  </p:clrMapOvr>
  <p:transition spd="slow">
    <p:push dir="u"/>
  </p:transition>
</p:sld>
</file>

<file path=ppt/theme/theme1.xml><?xml version="1.0" encoding="utf-8"?>
<a:theme xmlns:a="http://schemas.openxmlformats.org/drawingml/2006/main" name="Office 主题">
  <a:themeElements>
    <a:clrScheme name="01 单色">
      <a:dk1>
        <a:srgbClr val="000000"/>
      </a:dk1>
      <a:lt1>
        <a:sysClr val="window" lastClr="FFFFFF"/>
      </a:lt1>
      <a:dk2>
        <a:srgbClr val="000000"/>
      </a:dk2>
      <a:lt2>
        <a:srgbClr val="FFFFFF"/>
      </a:lt2>
      <a:accent1>
        <a:srgbClr val="BC9E70"/>
      </a:accent1>
      <a:accent2>
        <a:srgbClr val="3F3F3F"/>
      </a:accent2>
      <a:accent3>
        <a:srgbClr val="7F7F7F"/>
      </a:accent3>
      <a:accent4>
        <a:srgbClr val="A5A5A5"/>
      </a:accent4>
      <a:accent5>
        <a:srgbClr val="D8D8D8"/>
      </a:accent5>
      <a:accent6>
        <a:srgbClr val="F2F2F2"/>
      </a:accent6>
      <a:hlink>
        <a:srgbClr val="214FAE"/>
      </a:hlink>
      <a:folHlink>
        <a:srgbClr val="954F72"/>
      </a:folHlink>
    </a:clrScheme>
    <a:fontScheme name="Temp">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1071</TotalTime>
  <Words>2439</Words>
  <Application>Microsoft Office PowerPoint</Application>
  <PresentationFormat>宽屏</PresentationFormat>
  <Paragraphs>290</Paragraphs>
  <Slides>29</Slides>
  <Notes>26</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微软雅黑</vt:lpstr>
      <vt:lpstr>Arial</vt:lpstr>
      <vt:lpstr>Alimama ShuHeiTi Bold</vt:lpstr>
      <vt:lpstr>宋体</vt:lpstr>
      <vt:lpstr>微软雅黑 Light</vt:lpstr>
      <vt:lpstr>Calibri</vt:lpstr>
      <vt:lpstr>Office 主题</vt:lpstr>
      <vt:lpstr>PowerPoint 演示文稿</vt:lpstr>
      <vt:lpstr>PowerPoint 演示文稿</vt:lpstr>
      <vt:lpstr>PowerPoint 演示文稿</vt:lpstr>
      <vt:lpstr>企业整体概述</vt:lpstr>
      <vt:lpstr>企业经营范围</vt:lpstr>
      <vt:lpstr>团队情况介绍</vt:lpstr>
      <vt:lpstr>企业荣誉展示</vt:lpstr>
      <vt:lpstr>PowerPoint 演示文稿</vt:lpstr>
      <vt:lpstr>企业经营责任</vt:lpstr>
      <vt:lpstr>企业肩负使命</vt:lpstr>
      <vt:lpstr>企业经营方针</vt:lpstr>
      <vt:lpstr>企业经营理念</vt:lpstr>
      <vt:lpstr>PowerPoint 演示文稿</vt:lpstr>
      <vt:lpstr>研发背景介绍</vt:lpstr>
      <vt:lpstr>企业产品介绍</vt:lpstr>
      <vt:lpstr>企业服务介绍</vt:lpstr>
      <vt:lpstr>配套资源设施</vt:lpstr>
      <vt:lpstr>PowerPoint 演示文稿</vt:lpstr>
      <vt:lpstr>当前市场规模</vt:lpstr>
      <vt:lpstr>企业业绩展示</vt:lpstr>
      <vt:lpstr>主要合作伙伴</vt:lpstr>
      <vt:lpstr>经典成功案例</vt:lpstr>
      <vt:lpstr>PowerPoint 演示文稿</vt:lpstr>
      <vt:lpstr>行业发展前景</vt:lpstr>
      <vt:lpstr>企业战略目标</vt:lpstr>
      <vt:lpstr>三个五年规划</vt:lpstr>
      <vt:lpstr>企业发展前景</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MiGOUppt.taobao.com</dc:title>
  <dc:subject>MiGOUppt.taobao.com</dc:subject>
  <dc:creator>米果儿设计工作室</dc:creator>
  <cp:lastModifiedBy>Microsoft 帐户</cp:lastModifiedBy>
  <cp:revision>199</cp:revision>
  <dcterms:created xsi:type="dcterms:W3CDTF">2016-03-23T02:00:53Z</dcterms:created>
  <dcterms:modified xsi:type="dcterms:W3CDTF">2025-10-17T03:08:20Z</dcterms:modified>
</cp:coreProperties>
</file>